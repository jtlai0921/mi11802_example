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4" r:id="rId3"/>
    <p:sldId id="263" r:id="rId4"/>
    <p:sldId id="265" r:id="rId5"/>
    <p:sldId id="266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189000"/>
            <a:ext cx="1605000" cy="647999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382515" y="381107"/>
            <a:ext cx="111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>
            <a:off x="0" y="1281049"/>
            <a:ext cx="1495486" cy="46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382512" y="1361161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6C3A77-4A54-45A5-9A8B-44ACEA205619}"/>
              </a:ext>
            </a:extLst>
          </p:cNvPr>
          <p:cNvSpPr/>
          <p:nvPr/>
        </p:nvSpPr>
        <p:spPr>
          <a:xfrm>
            <a:off x="0" y="1811067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60C6E62-45A8-4D5E-A6FF-030D8229AFD4}"/>
              </a:ext>
            </a:extLst>
          </p:cNvPr>
          <p:cNvSpPr txBox="1"/>
          <p:nvPr/>
        </p:nvSpPr>
        <p:spPr>
          <a:xfrm>
            <a:off x="382512" y="1891179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1400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spc="-15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4EC57A-F50D-41EC-BE2C-87823873C7FF}"/>
              </a:ext>
            </a:extLst>
          </p:cNvPr>
          <p:cNvSpPr/>
          <p:nvPr/>
        </p:nvSpPr>
        <p:spPr>
          <a:xfrm>
            <a:off x="0" y="2341085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B6E60F-D21B-4102-AE93-B552625B17FA}"/>
              </a:ext>
            </a:extLst>
          </p:cNvPr>
          <p:cNvSpPr txBox="1"/>
          <p:nvPr/>
        </p:nvSpPr>
        <p:spPr>
          <a:xfrm>
            <a:off x="382512" y="2421197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6C5142B-1B91-480A-BB19-12D08685AB15}"/>
              </a:ext>
            </a:extLst>
          </p:cNvPr>
          <p:cNvSpPr/>
          <p:nvPr/>
        </p:nvSpPr>
        <p:spPr>
          <a:xfrm>
            <a:off x="0" y="2871103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1BF06D6-0A8A-42BB-98C5-96AF24C67612}"/>
              </a:ext>
            </a:extLst>
          </p:cNvPr>
          <p:cNvSpPr txBox="1"/>
          <p:nvPr/>
        </p:nvSpPr>
        <p:spPr>
          <a:xfrm>
            <a:off x="382512" y="2951215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C4C53-F0C0-41B4-8493-88733F9F5A2B}"/>
              </a:ext>
            </a:extLst>
          </p:cNvPr>
          <p:cNvSpPr/>
          <p:nvPr/>
        </p:nvSpPr>
        <p:spPr>
          <a:xfrm>
            <a:off x="0" y="3401122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E6F4C8-2C5D-4134-8E2C-857CAD258939}"/>
              </a:ext>
            </a:extLst>
          </p:cNvPr>
          <p:cNvSpPr txBox="1"/>
          <p:nvPr/>
        </p:nvSpPr>
        <p:spPr>
          <a:xfrm>
            <a:off x="382512" y="3481234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4359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189000"/>
            <a:ext cx="1605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382515" y="381107"/>
            <a:ext cx="111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>
            <a:off x="0" y="1281049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382512" y="1361161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6C3A77-4A54-45A5-9A8B-44ACEA205619}"/>
              </a:ext>
            </a:extLst>
          </p:cNvPr>
          <p:cNvSpPr/>
          <p:nvPr/>
        </p:nvSpPr>
        <p:spPr>
          <a:xfrm>
            <a:off x="0" y="1811067"/>
            <a:ext cx="1495486" cy="46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60C6E62-45A8-4D5E-A6FF-030D8229AFD4}"/>
              </a:ext>
            </a:extLst>
          </p:cNvPr>
          <p:cNvSpPr txBox="1"/>
          <p:nvPr/>
        </p:nvSpPr>
        <p:spPr>
          <a:xfrm>
            <a:off x="382512" y="1891179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4EC57A-F50D-41EC-BE2C-87823873C7FF}"/>
              </a:ext>
            </a:extLst>
          </p:cNvPr>
          <p:cNvSpPr/>
          <p:nvPr/>
        </p:nvSpPr>
        <p:spPr>
          <a:xfrm>
            <a:off x="0" y="2341085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B6E60F-D21B-4102-AE93-B552625B17FA}"/>
              </a:ext>
            </a:extLst>
          </p:cNvPr>
          <p:cNvSpPr txBox="1"/>
          <p:nvPr/>
        </p:nvSpPr>
        <p:spPr>
          <a:xfrm>
            <a:off x="382512" y="2421197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6C5142B-1B91-480A-BB19-12D08685AB15}"/>
              </a:ext>
            </a:extLst>
          </p:cNvPr>
          <p:cNvSpPr/>
          <p:nvPr/>
        </p:nvSpPr>
        <p:spPr>
          <a:xfrm>
            <a:off x="0" y="2871103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1BF06D6-0A8A-42BB-98C5-96AF24C67612}"/>
              </a:ext>
            </a:extLst>
          </p:cNvPr>
          <p:cNvSpPr txBox="1"/>
          <p:nvPr/>
        </p:nvSpPr>
        <p:spPr>
          <a:xfrm>
            <a:off x="382512" y="2951215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C4C53-F0C0-41B4-8493-88733F9F5A2B}"/>
              </a:ext>
            </a:extLst>
          </p:cNvPr>
          <p:cNvSpPr/>
          <p:nvPr/>
        </p:nvSpPr>
        <p:spPr>
          <a:xfrm>
            <a:off x="0" y="3401122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E6F4C8-2C5D-4134-8E2C-857CAD258939}"/>
              </a:ext>
            </a:extLst>
          </p:cNvPr>
          <p:cNvSpPr txBox="1"/>
          <p:nvPr/>
        </p:nvSpPr>
        <p:spPr>
          <a:xfrm>
            <a:off x="382512" y="3481234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1484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189000"/>
            <a:ext cx="1605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382515" y="381107"/>
            <a:ext cx="111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>
            <a:off x="0" y="1281049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382512" y="1361161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6C3A77-4A54-45A5-9A8B-44ACEA205619}"/>
              </a:ext>
            </a:extLst>
          </p:cNvPr>
          <p:cNvSpPr/>
          <p:nvPr/>
        </p:nvSpPr>
        <p:spPr>
          <a:xfrm>
            <a:off x="0" y="1811067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60C6E62-45A8-4D5E-A6FF-030D8229AFD4}"/>
              </a:ext>
            </a:extLst>
          </p:cNvPr>
          <p:cNvSpPr txBox="1"/>
          <p:nvPr/>
        </p:nvSpPr>
        <p:spPr>
          <a:xfrm>
            <a:off x="382512" y="1891179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4EC57A-F50D-41EC-BE2C-87823873C7FF}"/>
              </a:ext>
            </a:extLst>
          </p:cNvPr>
          <p:cNvSpPr/>
          <p:nvPr/>
        </p:nvSpPr>
        <p:spPr>
          <a:xfrm>
            <a:off x="0" y="2341085"/>
            <a:ext cx="1495486" cy="46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B6E60F-D21B-4102-AE93-B552625B17FA}"/>
              </a:ext>
            </a:extLst>
          </p:cNvPr>
          <p:cNvSpPr txBox="1"/>
          <p:nvPr/>
        </p:nvSpPr>
        <p:spPr>
          <a:xfrm>
            <a:off x="382512" y="2421197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6C5142B-1B91-480A-BB19-12D08685AB15}"/>
              </a:ext>
            </a:extLst>
          </p:cNvPr>
          <p:cNvSpPr/>
          <p:nvPr/>
        </p:nvSpPr>
        <p:spPr>
          <a:xfrm>
            <a:off x="0" y="2871103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1BF06D6-0A8A-42BB-98C5-96AF24C67612}"/>
              </a:ext>
            </a:extLst>
          </p:cNvPr>
          <p:cNvSpPr txBox="1"/>
          <p:nvPr/>
        </p:nvSpPr>
        <p:spPr>
          <a:xfrm>
            <a:off x="382512" y="2951215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C4C53-F0C0-41B4-8493-88733F9F5A2B}"/>
              </a:ext>
            </a:extLst>
          </p:cNvPr>
          <p:cNvSpPr/>
          <p:nvPr/>
        </p:nvSpPr>
        <p:spPr>
          <a:xfrm>
            <a:off x="0" y="3401122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E6F4C8-2C5D-4134-8E2C-857CAD258939}"/>
              </a:ext>
            </a:extLst>
          </p:cNvPr>
          <p:cNvSpPr txBox="1"/>
          <p:nvPr/>
        </p:nvSpPr>
        <p:spPr>
          <a:xfrm>
            <a:off x="382512" y="3481234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5023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189000"/>
            <a:ext cx="1605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382515" y="381107"/>
            <a:ext cx="111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>
            <a:off x="0" y="1281049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382512" y="1361161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6C3A77-4A54-45A5-9A8B-44ACEA205619}"/>
              </a:ext>
            </a:extLst>
          </p:cNvPr>
          <p:cNvSpPr/>
          <p:nvPr/>
        </p:nvSpPr>
        <p:spPr>
          <a:xfrm>
            <a:off x="0" y="1811067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60C6E62-45A8-4D5E-A6FF-030D8229AFD4}"/>
              </a:ext>
            </a:extLst>
          </p:cNvPr>
          <p:cNvSpPr txBox="1"/>
          <p:nvPr/>
        </p:nvSpPr>
        <p:spPr>
          <a:xfrm>
            <a:off x="382512" y="1891179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4EC57A-F50D-41EC-BE2C-87823873C7FF}"/>
              </a:ext>
            </a:extLst>
          </p:cNvPr>
          <p:cNvSpPr/>
          <p:nvPr/>
        </p:nvSpPr>
        <p:spPr>
          <a:xfrm>
            <a:off x="0" y="2341085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B6E60F-D21B-4102-AE93-B552625B17FA}"/>
              </a:ext>
            </a:extLst>
          </p:cNvPr>
          <p:cNvSpPr txBox="1"/>
          <p:nvPr/>
        </p:nvSpPr>
        <p:spPr>
          <a:xfrm>
            <a:off x="382512" y="2421197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6C5142B-1B91-480A-BB19-12D08685AB15}"/>
              </a:ext>
            </a:extLst>
          </p:cNvPr>
          <p:cNvSpPr/>
          <p:nvPr/>
        </p:nvSpPr>
        <p:spPr>
          <a:xfrm>
            <a:off x="0" y="2871103"/>
            <a:ext cx="1495486" cy="46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1BF06D6-0A8A-42BB-98C5-96AF24C67612}"/>
              </a:ext>
            </a:extLst>
          </p:cNvPr>
          <p:cNvSpPr txBox="1"/>
          <p:nvPr/>
        </p:nvSpPr>
        <p:spPr>
          <a:xfrm>
            <a:off x="382512" y="2951215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C4C53-F0C0-41B4-8493-88733F9F5A2B}"/>
              </a:ext>
            </a:extLst>
          </p:cNvPr>
          <p:cNvSpPr/>
          <p:nvPr/>
        </p:nvSpPr>
        <p:spPr>
          <a:xfrm>
            <a:off x="0" y="3401122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E6F4C8-2C5D-4134-8E2C-857CAD258939}"/>
              </a:ext>
            </a:extLst>
          </p:cNvPr>
          <p:cNvSpPr txBox="1"/>
          <p:nvPr/>
        </p:nvSpPr>
        <p:spPr>
          <a:xfrm>
            <a:off x="382512" y="3481234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3377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189000"/>
            <a:ext cx="1605000" cy="6480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382515" y="381107"/>
            <a:ext cx="11129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>
            <a:off x="0" y="1281049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382512" y="1361161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DD6C3A77-4A54-45A5-9A8B-44ACEA205619}"/>
              </a:ext>
            </a:extLst>
          </p:cNvPr>
          <p:cNvSpPr/>
          <p:nvPr/>
        </p:nvSpPr>
        <p:spPr>
          <a:xfrm>
            <a:off x="0" y="1811067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60C6E62-45A8-4D5E-A6FF-030D8229AFD4}"/>
              </a:ext>
            </a:extLst>
          </p:cNvPr>
          <p:cNvSpPr txBox="1"/>
          <p:nvPr/>
        </p:nvSpPr>
        <p:spPr>
          <a:xfrm>
            <a:off x="382512" y="1891179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04EC57A-F50D-41EC-BE2C-87823873C7FF}"/>
              </a:ext>
            </a:extLst>
          </p:cNvPr>
          <p:cNvSpPr/>
          <p:nvPr/>
        </p:nvSpPr>
        <p:spPr>
          <a:xfrm>
            <a:off x="0" y="2341085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FB6E60F-D21B-4102-AE93-B552625B17FA}"/>
              </a:ext>
            </a:extLst>
          </p:cNvPr>
          <p:cNvSpPr txBox="1"/>
          <p:nvPr/>
        </p:nvSpPr>
        <p:spPr>
          <a:xfrm>
            <a:off x="382512" y="2421197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6C5142B-1B91-480A-BB19-12D08685AB15}"/>
              </a:ext>
            </a:extLst>
          </p:cNvPr>
          <p:cNvSpPr/>
          <p:nvPr/>
        </p:nvSpPr>
        <p:spPr>
          <a:xfrm>
            <a:off x="0" y="2871103"/>
            <a:ext cx="1495486" cy="468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1BF06D6-0A8A-42BB-98C5-96AF24C67612}"/>
              </a:ext>
            </a:extLst>
          </p:cNvPr>
          <p:cNvSpPr txBox="1"/>
          <p:nvPr/>
        </p:nvSpPr>
        <p:spPr>
          <a:xfrm>
            <a:off x="382512" y="2951215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spc="-15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7FC4C53-F0C0-41B4-8493-88733F9F5A2B}"/>
              </a:ext>
            </a:extLst>
          </p:cNvPr>
          <p:cNvSpPr/>
          <p:nvPr/>
        </p:nvSpPr>
        <p:spPr>
          <a:xfrm>
            <a:off x="0" y="3401122"/>
            <a:ext cx="1495486" cy="46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6E6F4C8-2C5D-4134-8E2C-857CAD258939}"/>
              </a:ext>
            </a:extLst>
          </p:cNvPr>
          <p:cNvSpPr txBox="1"/>
          <p:nvPr/>
        </p:nvSpPr>
        <p:spPr>
          <a:xfrm>
            <a:off x="382512" y="3481234"/>
            <a:ext cx="111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400" b="1" spc="-1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57194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188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39</cp:revision>
  <dcterms:created xsi:type="dcterms:W3CDTF">2017-11-09T07:26:57Z</dcterms:created>
  <dcterms:modified xsi:type="dcterms:W3CDTF">2018-03-05T02:05:31Z</dcterms:modified>
</cp:coreProperties>
</file>