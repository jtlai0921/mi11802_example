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  <p:sldId id="266" r:id="rId4"/>
    <p:sldId id="267" r:id="rId5"/>
    <p:sldId id="264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2E80015-A462-4B7F-9B69-ECA1C56C1D1D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594501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406500" y="478991"/>
            <a:ext cx="792000" cy="792000"/>
          </a:xfrm>
          <a:prstGeom prst="rect">
            <a:avLst/>
          </a:prstGeom>
          <a:noFill/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ja-JP" altLang="en-US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①</a:t>
            </a:r>
            <a:endParaRPr lang="en-US" altLang="ja-JP" sz="4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F036AD7-8287-4D91-A490-F44B3607B441}"/>
              </a:ext>
            </a:extLst>
          </p:cNvPr>
          <p:cNvSpPr txBox="1"/>
          <p:nvPr/>
        </p:nvSpPr>
        <p:spPr>
          <a:xfrm>
            <a:off x="244270" y="1596093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774AF25-3CC3-4BF7-BFBE-969295BD0E4D}"/>
              </a:ext>
            </a:extLst>
          </p:cNvPr>
          <p:cNvSpPr/>
          <p:nvPr/>
        </p:nvSpPr>
        <p:spPr>
          <a:xfrm>
            <a:off x="245288" y="1544003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0FE2C1-537F-40C3-84DA-15D976E2A775}"/>
              </a:ext>
            </a:extLst>
          </p:cNvPr>
          <p:cNvSpPr txBox="1"/>
          <p:nvPr/>
        </p:nvSpPr>
        <p:spPr>
          <a:xfrm>
            <a:off x="244270" y="2128345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192B3B4F-4375-4F64-A886-06A26603F7A5}"/>
              </a:ext>
            </a:extLst>
          </p:cNvPr>
          <p:cNvSpPr/>
          <p:nvPr/>
        </p:nvSpPr>
        <p:spPr>
          <a:xfrm>
            <a:off x="245288" y="2076255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EFE8820-7C3F-487C-8374-88CF6C0F2B08}"/>
              </a:ext>
            </a:extLst>
          </p:cNvPr>
          <p:cNvSpPr txBox="1"/>
          <p:nvPr/>
        </p:nvSpPr>
        <p:spPr>
          <a:xfrm>
            <a:off x="244270" y="2660597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EDFB8552-AB86-4987-93D7-02EDC3DC06AB}"/>
              </a:ext>
            </a:extLst>
          </p:cNvPr>
          <p:cNvSpPr/>
          <p:nvPr/>
        </p:nvSpPr>
        <p:spPr>
          <a:xfrm>
            <a:off x="245288" y="2608507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8CAF6B1-1903-4226-957D-1765849D5BA5}"/>
              </a:ext>
            </a:extLst>
          </p:cNvPr>
          <p:cNvSpPr txBox="1"/>
          <p:nvPr/>
        </p:nvSpPr>
        <p:spPr>
          <a:xfrm>
            <a:off x="244270" y="3192849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0B204360-AB66-4D08-A6E6-4C39A5720A84}"/>
              </a:ext>
            </a:extLst>
          </p:cNvPr>
          <p:cNvSpPr/>
          <p:nvPr/>
        </p:nvSpPr>
        <p:spPr>
          <a:xfrm>
            <a:off x="245288" y="3140759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7CEE10E-446A-443F-95DD-591C8143A2B9}"/>
              </a:ext>
            </a:extLst>
          </p:cNvPr>
          <p:cNvSpPr txBox="1"/>
          <p:nvPr/>
        </p:nvSpPr>
        <p:spPr>
          <a:xfrm>
            <a:off x="244270" y="3725100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6AEDD2F8-D826-4653-88EA-FD7E2E0C1E77}"/>
              </a:ext>
            </a:extLst>
          </p:cNvPr>
          <p:cNvSpPr/>
          <p:nvPr/>
        </p:nvSpPr>
        <p:spPr>
          <a:xfrm>
            <a:off x="245288" y="3673010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061B343-2C45-4B6B-A6A2-2A2374BCA3F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7016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2E80015-A462-4B7F-9B69-ECA1C56C1D1D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594501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406500" y="478991"/>
            <a:ext cx="792000" cy="792000"/>
          </a:xfrm>
          <a:prstGeom prst="rect">
            <a:avLst/>
          </a:prstGeom>
          <a:noFill/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ja-JP" altLang="en-US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</a:t>
            </a:r>
            <a:endParaRPr lang="en-US" altLang="ja-JP" sz="4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F036AD7-8287-4D91-A490-F44B3607B441}"/>
              </a:ext>
            </a:extLst>
          </p:cNvPr>
          <p:cNvSpPr txBox="1"/>
          <p:nvPr/>
        </p:nvSpPr>
        <p:spPr>
          <a:xfrm>
            <a:off x="244270" y="1596093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774AF25-3CC3-4BF7-BFBE-969295BD0E4D}"/>
              </a:ext>
            </a:extLst>
          </p:cNvPr>
          <p:cNvSpPr/>
          <p:nvPr/>
        </p:nvSpPr>
        <p:spPr>
          <a:xfrm>
            <a:off x="245288" y="1544003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0FE2C1-537F-40C3-84DA-15D976E2A775}"/>
              </a:ext>
            </a:extLst>
          </p:cNvPr>
          <p:cNvSpPr txBox="1"/>
          <p:nvPr/>
        </p:nvSpPr>
        <p:spPr>
          <a:xfrm>
            <a:off x="244270" y="2128345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192B3B4F-4375-4F64-A886-06A26603F7A5}"/>
              </a:ext>
            </a:extLst>
          </p:cNvPr>
          <p:cNvSpPr/>
          <p:nvPr/>
        </p:nvSpPr>
        <p:spPr>
          <a:xfrm>
            <a:off x="245288" y="2076255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EFE8820-7C3F-487C-8374-88CF6C0F2B08}"/>
              </a:ext>
            </a:extLst>
          </p:cNvPr>
          <p:cNvSpPr txBox="1"/>
          <p:nvPr/>
        </p:nvSpPr>
        <p:spPr>
          <a:xfrm>
            <a:off x="244270" y="2660597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EDFB8552-AB86-4987-93D7-02EDC3DC06AB}"/>
              </a:ext>
            </a:extLst>
          </p:cNvPr>
          <p:cNvSpPr/>
          <p:nvPr/>
        </p:nvSpPr>
        <p:spPr>
          <a:xfrm>
            <a:off x="245288" y="2608507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8CAF6B1-1903-4226-957D-1765849D5BA5}"/>
              </a:ext>
            </a:extLst>
          </p:cNvPr>
          <p:cNvSpPr txBox="1"/>
          <p:nvPr/>
        </p:nvSpPr>
        <p:spPr>
          <a:xfrm>
            <a:off x="244270" y="3192849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0B204360-AB66-4D08-A6E6-4C39A5720A84}"/>
              </a:ext>
            </a:extLst>
          </p:cNvPr>
          <p:cNvSpPr/>
          <p:nvPr/>
        </p:nvSpPr>
        <p:spPr>
          <a:xfrm>
            <a:off x="245288" y="3140759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7CEE10E-446A-443F-95DD-591C8143A2B9}"/>
              </a:ext>
            </a:extLst>
          </p:cNvPr>
          <p:cNvSpPr txBox="1"/>
          <p:nvPr/>
        </p:nvSpPr>
        <p:spPr>
          <a:xfrm>
            <a:off x="244270" y="3725100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6AEDD2F8-D826-4653-88EA-FD7E2E0C1E77}"/>
              </a:ext>
            </a:extLst>
          </p:cNvPr>
          <p:cNvSpPr/>
          <p:nvPr/>
        </p:nvSpPr>
        <p:spPr>
          <a:xfrm>
            <a:off x="245288" y="3673010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061B343-2C45-4B6B-A6A2-2A2374BCA3F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7700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2E80015-A462-4B7F-9B69-ECA1C56C1D1D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594501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406500" y="478991"/>
            <a:ext cx="792000" cy="792000"/>
          </a:xfrm>
          <a:prstGeom prst="rect">
            <a:avLst/>
          </a:prstGeom>
          <a:noFill/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ja-JP" altLang="en-US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③</a:t>
            </a:r>
            <a:endParaRPr lang="en-US" altLang="ja-JP" sz="4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F036AD7-8287-4D91-A490-F44B3607B441}"/>
              </a:ext>
            </a:extLst>
          </p:cNvPr>
          <p:cNvSpPr txBox="1"/>
          <p:nvPr/>
        </p:nvSpPr>
        <p:spPr>
          <a:xfrm>
            <a:off x="244270" y="1596093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774AF25-3CC3-4BF7-BFBE-969295BD0E4D}"/>
              </a:ext>
            </a:extLst>
          </p:cNvPr>
          <p:cNvSpPr/>
          <p:nvPr/>
        </p:nvSpPr>
        <p:spPr>
          <a:xfrm>
            <a:off x="245288" y="1544003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0FE2C1-537F-40C3-84DA-15D976E2A775}"/>
              </a:ext>
            </a:extLst>
          </p:cNvPr>
          <p:cNvSpPr txBox="1"/>
          <p:nvPr/>
        </p:nvSpPr>
        <p:spPr>
          <a:xfrm>
            <a:off x="244270" y="2128345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192B3B4F-4375-4F64-A886-06A26603F7A5}"/>
              </a:ext>
            </a:extLst>
          </p:cNvPr>
          <p:cNvSpPr/>
          <p:nvPr/>
        </p:nvSpPr>
        <p:spPr>
          <a:xfrm>
            <a:off x="245288" y="2076255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EFE8820-7C3F-487C-8374-88CF6C0F2B08}"/>
              </a:ext>
            </a:extLst>
          </p:cNvPr>
          <p:cNvSpPr txBox="1"/>
          <p:nvPr/>
        </p:nvSpPr>
        <p:spPr>
          <a:xfrm>
            <a:off x="244270" y="2660597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EDFB8552-AB86-4987-93D7-02EDC3DC06AB}"/>
              </a:ext>
            </a:extLst>
          </p:cNvPr>
          <p:cNvSpPr/>
          <p:nvPr/>
        </p:nvSpPr>
        <p:spPr>
          <a:xfrm>
            <a:off x="245288" y="2608507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8CAF6B1-1903-4226-957D-1765849D5BA5}"/>
              </a:ext>
            </a:extLst>
          </p:cNvPr>
          <p:cNvSpPr txBox="1"/>
          <p:nvPr/>
        </p:nvSpPr>
        <p:spPr>
          <a:xfrm>
            <a:off x="244270" y="3192849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0B204360-AB66-4D08-A6E6-4C39A5720A84}"/>
              </a:ext>
            </a:extLst>
          </p:cNvPr>
          <p:cNvSpPr/>
          <p:nvPr/>
        </p:nvSpPr>
        <p:spPr>
          <a:xfrm>
            <a:off x="245288" y="3140759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7CEE10E-446A-443F-95DD-591C8143A2B9}"/>
              </a:ext>
            </a:extLst>
          </p:cNvPr>
          <p:cNvSpPr txBox="1"/>
          <p:nvPr/>
        </p:nvSpPr>
        <p:spPr>
          <a:xfrm>
            <a:off x="244270" y="3725100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6AEDD2F8-D826-4653-88EA-FD7E2E0C1E77}"/>
              </a:ext>
            </a:extLst>
          </p:cNvPr>
          <p:cNvSpPr/>
          <p:nvPr/>
        </p:nvSpPr>
        <p:spPr>
          <a:xfrm>
            <a:off x="245288" y="3673010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061B343-2C45-4B6B-A6A2-2A2374BCA3F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9079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2E80015-A462-4B7F-9B69-ECA1C56C1D1D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594501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406500" y="478991"/>
            <a:ext cx="792000" cy="792000"/>
          </a:xfrm>
          <a:prstGeom prst="rect">
            <a:avLst/>
          </a:prstGeom>
          <a:noFill/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ja-JP" altLang="en-US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④</a:t>
            </a:r>
            <a:endParaRPr lang="en-US" altLang="ja-JP" sz="4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F036AD7-8287-4D91-A490-F44B3607B441}"/>
              </a:ext>
            </a:extLst>
          </p:cNvPr>
          <p:cNvSpPr txBox="1"/>
          <p:nvPr/>
        </p:nvSpPr>
        <p:spPr>
          <a:xfrm>
            <a:off x="244270" y="1596093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774AF25-3CC3-4BF7-BFBE-969295BD0E4D}"/>
              </a:ext>
            </a:extLst>
          </p:cNvPr>
          <p:cNvSpPr/>
          <p:nvPr/>
        </p:nvSpPr>
        <p:spPr>
          <a:xfrm>
            <a:off x="245288" y="1544003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0FE2C1-537F-40C3-84DA-15D976E2A775}"/>
              </a:ext>
            </a:extLst>
          </p:cNvPr>
          <p:cNvSpPr txBox="1"/>
          <p:nvPr/>
        </p:nvSpPr>
        <p:spPr>
          <a:xfrm>
            <a:off x="244270" y="2128345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192B3B4F-4375-4F64-A886-06A26603F7A5}"/>
              </a:ext>
            </a:extLst>
          </p:cNvPr>
          <p:cNvSpPr/>
          <p:nvPr/>
        </p:nvSpPr>
        <p:spPr>
          <a:xfrm>
            <a:off x="245288" y="2076255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EFE8820-7C3F-487C-8374-88CF6C0F2B08}"/>
              </a:ext>
            </a:extLst>
          </p:cNvPr>
          <p:cNvSpPr txBox="1"/>
          <p:nvPr/>
        </p:nvSpPr>
        <p:spPr>
          <a:xfrm>
            <a:off x="244270" y="2660597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EDFB8552-AB86-4987-93D7-02EDC3DC06AB}"/>
              </a:ext>
            </a:extLst>
          </p:cNvPr>
          <p:cNvSpPr/>
          <p:nvPr/>
        </p:nvSpPr>
        <p:spPr>
          <a:xfrm>
            <a:off x="245288" y="2608507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8CAF6B1-1903-4226-957D-1765849D5BA5}"/>
              </a:ext>
            </a:extLst>
          </p:cNvPr>
          <p:cNvSpPr txBox="1"/>
          <p:nvPr/>
        </p:nvSpPr>
        <p:spPr>
          <a:xfrm>
            <a:off x="244270" y="3192849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0B204360-AB66-4D08-A6E6-4C39A5720A84}"/>
              </a:ext>
            </a:extLst>
          </p:cNvPr>
          <p:cNvSpPr/>
          <p:nvPr/>
        </p:nvSpPr>
        <p:spPr>
          <a:xfrm>
            <a:off x="245288" y="3140759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7CEE10E-446A-443F-95DD-591C8143A2B9}"/>
              </a:ext>
            </a:extLst>
          </p:cNvPr>
          <p:cNvSpPr txBox="1"/>
          <p:nvPr/>
        </p:nvSpPr>
        <p:spPr>
          <a:xfrm>
            <a:off x="244270" y="3725100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6AEDD2F8-D826-4653-88EA-FD7E2E0C1E77}"/>
              </a:ext>
            </a:extLst>
          </p:cNvPr>
          <p:cNvSpPr/>
          <p:nvPr/>
        </p:nvSpPr>
        <p:spPr>
          <a:xfrm>
            <a:off x="245288" y="3673010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061B343-2C45-4B6B-A6A2-2A2374BCA3F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28564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2E80015-A462-4B7F-9B69-ECA1C56C1D1D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82588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594501" y="6292255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406500" y="478991"/>
            <a:ext cx="792000" cy="792000"/>
          </a:xfrm>
          <a:prstGeom prst="rect">
            <a:avLst/>
          </a:prstGeom>
          <a:noFill/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ja-JP" altLang="en-US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⑤</a:t>
            </a:r>
            <a:endParaRPr lang="en-US" altLang="ja-JP" sz="4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F036AD7-8287-4D91-A490-F44B3607B441}"/>
              </a:ext>
            </a:extLst>
          </p:cNvPr>
          <p:cNvSpPr txBox="1"/>
          <p:nvPr/>
        </p:nvSpPr>
        <p:spPr>
          <a:xfrm>
            <a:off x="244270" y="1596093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774AF25-3CC3-4BF7-BFBE-969295BD0E4D}"/>
              </a:ext>
            </a:extLst>
          </p:cNvPr>
          <p:cNvSpPr/>
          <p:nvPr/>
        </p:nvSpPr>
        <p:spPr>
          <a:xfrm>
            <a:off x="245288" y="1544003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0FE2C1-537F-40C3-84DA-15D976E2A775}"/>
              </a:ext>
            </a:extLst>
          </p:cNvPr>
          <p:cNvSpPr txBox="1"/>
          <p:nvPr/>
        </p:nvSpPr>
        <p:spPr>
          <a:xfrm>
            <a:off x="244270" y="2128345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192B3B4F-4375-4F64-A886-06A26603F7A5}"/>
              </a:ext>
            </a:extLst>
          </p:cNvPr>
          <p:cNvSpPr/>
          <p:nvPr/>
        </p:nvSpPr>
        <p:spPr>
          <a:xfrm>
            <a:off x="245288" y="2076255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EFE8820-7C3F-487C-8374-88CF6C0F2B08}"/>
              </a:ext>
            </a:extLst>
          </p:cNvPr>
          <p:cNvSpPr txBox="1"/>
          <p:nvPr/>
        </p:nvSpPr>
        <p:spPr>
          <a:xfrm>
            <a:off x="244270" y="2660597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EDFB8552-AB86-4987-93D7-02EDC3DC06AB}"/>
              </a:ext>
            </a:extLst>
          </p:cNvPr>
          <p:cNvSpPr/>
          <p:nvPr/>
        </p:nvSpPr>
        <p:spPr>
          <a:xfrm>
            <a:off x="245288" y="2608507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8CAF6B1-1903-4226-957D-1765849D5BA5}"/>
              </a:ext>
            </a:extLst>
          </p:cNvPr>
          <p:cNvSpPr txBox="1"/>
          <p:nvPr/>
        </p:nvSpPr>
        <p:spPr>
          <a:xfrm>
            <a:off x="244270" y="3192849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0B204360-AB66-4D08-A6E6-4C39A5720A84}"/>
              </a:ext>
            </a:extLst>
          </p:cNvPr>
          <p:cNvSpPr/>
          <p:nvPr/>
        </p:nvSpPr>
        <p:spPr>
          <a:xfrm>
            <a:off x="245288" y="3140759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7CEE10E-446A-443F-95DD-591C8143A2B9}"/>
              </a:ext>
            </a:extLst>
          </p:cNvPr>
          <p:cNvSpPr txBox="1"/>
          <p:nvPr/>
        </p:nvSpPr>
        <p:spPr>
          <a:xfrm>
            <a:off x="244270" y="3725100"/>
            <a:ext cx="111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6AEDD2F8-D826-4653-88EA-FD7E2E0C1E77}"/>
              </a:ext>
            </a:extLst>
          </p:cNvPr>
          <p:cNvSpPr/>
          <p:nvPr/>
        </p:nvSpPr>
        <p:spPr>
          <a:xfrm>
            <a:off x="245288" y="3673010"/>
            <a:ext cx="1114425" cy="411956"/>
          </a:xfrm>
          <a:custGeom>
            <a:avLst/>
            <a:gdLst>
              <a:gd name="connsiteX0" fmla="*/ 0 w 1114425"/>
              <a:gd name="connsiteY0" fmla="*/ 411956 h 411956"/>
              <a:gd name="connsiteX1" fmla="*/ 0 w 1114425"/>
              <a:gd name="connsiteY1" fmla="*/ 0 h 411956"/>
              <a:gd name="connsiteX2" fmla="*/ 1114425 w 1114425"/>
              <a:gd name="connsiteY2" fmla="*/ 0 h 411956"/>
              <a:gd name="connsiteX3" fmla="*/ 1114425 w 1114425"/>
              <a:gd name="connsiteY3" fmla="*/ 407193 h 4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411956">
                <a:moveTo>
                  <a:pt x="0" y="411956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407193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061B343-2C45-4B6B-A6A2-2A2374BCA3F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2548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261</TotalTime>
  <Words>190</Words>
  <Application>Microsoft Office PowerPoint</Application>
  <PresentationFormat>A4 210 x 297 mm</PresentationFormat>
  <Paragraphs>45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42</cp:revision>
  <dcterms:created xsi:type="dcterms:W3CDTF">2017-11-09T07:26:57Z</dcterms:created>
  <dcterms:modified xsi:type="dcterms:W3CDTF">2018-03-05T06:35:30Z</dcterms:modified>
</cp:coreProperties>
</file>