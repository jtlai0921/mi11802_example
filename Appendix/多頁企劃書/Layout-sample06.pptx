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3" r:id="rId3"/>
    <p:sldId id="260" r:id="rId4"/>
    <p:sldId id="262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6CAE622B-E2A7-46CC-A232-7B1B068E7879}"/>
              </a:ext>
            </a:extLst>
          </p:cNvPr>
          <p:cNvGrpSpPr/>
          <p:nvPr/>
        </p:nvGrpSpPr>
        <p:grpSpPr>
          <a:xfrm>
            <a:off x="0" y="-76200"/>
            <a:ext cx="10020300" cy="6984000"/>
            <a:chOff x="0" y="-76200"/>
            <a:chExt cx="10020300" cy="6984000"/>
          </a:xfrm>
        </p:grpSpPr>
        <p:sp>
          <p:nvSpPr>
            <p:cNvPr id="24" name="L 字 23">
              <a:extLst>
                <a:ext uri="{FF2B5EF4-FFF2-40B4-BE49-F238E27FC236}">
                  <a16:creationId xmlns:a16="http://schemas.microsoft.com/office/drawing/2014/main" id="{32741182-789E-4AB6-96D8-CD6CF15871B1}"/>
                </a:ext>
              </a:extLst>
            </p:cNvPr>
            <p:cNvSpPr/>
            <p:nvPr/>
          </p:nvSpPr>
          <p:spPr>
            <a:xfrm flipV="1">
              <a:off x="0" y="0"/>
              <a:ext cx="9963150" cy="6875996"/>
            </a:xfrm>
            <a:prstGeom prst="corner">
              <a:avLst>
                <a:gd name="adj1" fmla="val 12044"/>
                <a:gd name="adj2" fmla="val 137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6">
              <a:extLst>
                <a:ext uri="{FF2B5EF4-FFF2-40B4-BE49-F238E27FC236}">
                  <a16:creationId xmlns:a16="http://schemas.microsoft.com/office/drawing/2014/main" id="{9F3E0378-9FEC-4C32-8648-314E5E6553E3}"/>
                </a:ext>
              </a:extLst>
            </p:cNvPr>
            <p:cNvSpPr txBox="1"/>
            <p:nvPr/>
          </p:nvSpPr>
          <p:spPr>
            <a:xfrm>
              <a:off x="8801486" y="6119380"/>
              <a:ext cx="415999" cy="312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ja-JP" sz="1400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BF17B7A-3C1B-4085-88EA-F071BF6AF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0" y="-76200"/>
              <a:ext cx="0" cy="698400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平行四辺形 70">
              <a:extLst>
                <a:ext uri="{FF2B5EF4-FFF2-40B4-BE49-F238E27FC236}">
                  <a16:creationId xmlns:a16="http://schemas.microsoft.com/office/drawing/2014/main" id="{33715DDE-997E-4687-A856-ABDB6CBBAD9F}"/>
                </a:ext>
              </a:extLst>
            </p:cNvPr>
            <p:cNvSpPr/>
            <p:nvPr/>
          </p:nvSpPr>
          <p:spPr>
            <a:xfrm>
              <a:off x="1702538" y="385730"/>
              <a:ext cx="1621688" cy="468000"/>
            </a:xfrm>
            <a:prstGeom prst="parallelogram">
              <a:avLst>
                <a:gd name="adj" fmla="val 1519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E5EC031-5851-40AE-8943-A8FB0A03BAB7}"/>
                </a:ext>
              </a:extLst>
            </p:cNvPr>
            <p:cNvSpPr/>
            <p:nvPr/>
          </p:nvSpPr>
          <p:spPr>
            <a:xfrm>
              <a:off x="2543175" y="394600"/>
              <a:ext cx="7362826" cy="438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B5F1576-BB8E-419D-B7BE-83217D2A7816}"/>
                </a:ext>
              </a:extLst>
            </p:cNvPr>
            <p:cNvSpPr/>
            <p:nvPr/>
          </p:nvSpPr>
          <p:spPr>
            <a:xfrm>
              <a:off x="0" y="386256"/>
              <a:ext cx="10020300" cy="438150"/>
            </a:xfrm>
            <a:custGeom>
              <a:avLst/>
              <a:gdLst>
                <a:gd name="connsiteX0" fmla="*/ 0 w 10020300"/>
                <a:gd name="connsiteY0" fmla="*/ 438150 h 438150"/>
                <a:gd name="connsiteX1" fmla="*/ 1743075 w 10020300"/>
                <a:gd name="connsiteY1" fmla="*/ 438150 h 438150"/>
                <a:gd name="connsiteX2" fmla="*/ 2409825 w 10020300"/>
                <a:gd name="connsiteY2" fmla="*/ 0 h 438150"/>
                <a:gd name="connsiteX3" fmla="*/ 10020300 w 10020300"/>
                <a:gd name="connsiteY3" fmla="*/ 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0300" h="438150">
                  <a:moveTo>
                    <a:pt x="0" y="438150"/>
                  </a:moveTo>
                  <a:lnTo>
                    <a:pt x="1743075" y="438150"/>
                  </a:lnTo>
                  <a:lnTo>
                    <a:pt x="2409825" y="0"/>
                  </a:lnTo>
                  <a:lnTo>
                    <a:pt x="10020300" y="0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317861" y="61801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A79315D-A1A2-445F-A893-C7EFF9AC0AF6}"/>
              </a:ext>
            </a:extLst>
          </p:cNvPr>
          <p:cNvGrpSpPr/>
          <p:nvPr/>
        </p:nvGrpSpPr>
        <p:grpSpPr>
          <a:xfrm>
            <a:off x="279625" y="293537"/>
            <a:ext cx="1331996" cy="1082488"/>
            <a:chOff x="279625" y="293537"/>
            <a:chExt cx="1331996" cy="1082488"/>
          </a:xfrm>
        </p:grpSpPr>
        <p:sp>
          <p:nvSpPr>
            <p:cNvPr id="27" name="円/楕円 44">
              <a:extLst>
                <a:ext uri="{FF2B5EF4-FFF2-40B4-BE49-F238E27FC236}">
                  <a16:creationId xmlns:a16="http://schemas.microsoft.com/office/drawing/2014/main" id="{66704552-2DD9-49FD-BFF1-973896562C0B}"/>
                </a:ext>
              </a:extLst>
            </p:cNvPr>
            <p:cNvSpPr/>
            <p:nvPr/>
          </p:nvSpPr>
          <p:spPr>
            <a:xfrm>
              <a:off x="397223" y="296025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アーチ 28">
              <a:extLst>
                <a:ext uri="{FF2B5EF4-FFF2-40B4-BE49-F238E27FC236}">
                  <a16:creationId xmlns:a16="http://schemas.microsoft.com/office/drawing/2014/main" id="{59F1F2A0-C511-4F30-B6A2-C8FA28BE8314}"/>
                </a:ext>
              </a:extLst>
            </p:cNvPr>
            <p:cNvSpPr/>
            <p:nvPr/>
          </p:nvSpPr>
          <p:spPr>
            <a:xfrm>
              <a:off x="397223" y="293537"/>
              <a:ext cx="1080000" cy="1080000"/>
            </a:xfrm>
            <a:prstGeom prst="blockArc">
              <a:avLst>
                <a:gd name="adj1" fmla="val 10800000"/>
                <a:gd name="adj2" fmla="val 3357"/>
                <a:gd name="adj3" fmla="val 4991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1F1A6F-3BF5-466D-A3D4-2DF77E5A81A7}"/>
                </a:ext>
              </a:extLst>
            </p:cNvPr>
            <p:cNvSpPr/>
            <p:nvPr/>
          </p:nvSpPr>
          <p:spPr>
            <a:xfrm>
              <a:off x="518246" y="358861"/>
              <a:ext cx="837954" cy="4320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28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kumimoji="1" lang="ja-JP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54CAED3-FAA6-4E77-AE9A-744861559300}"/>
                </a:ext>
              </a:extLst>
            </p:cNvPr>
            <p:cNvSpPr txBox="1"/>
            <p:nvPr/>
          </p:nvSpPr>
          <p:spPr>
            <a:xfrm>
              <a:off x="279625" y="918794"/>
              <a:ext cx="1331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62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6CAE622B-E2A7-46CC-A232-7B1B068E7879}"/>
              </a:ext>
            </a:extLst>
          </p:cNvPr>
          <p:cNvGrpSpPr/>
          <p:nvPr/>
        </p:nvGrpSpPr>
        <p:grpSpPr>
          <a:xfrm>
            <a:off x="0" y="-76200"/>
            <a:ext cx="10020300" cy="6984000"/>
            <a:chOff x="0" y="-76200"/>
            <a:chExt cx="10020300" cy="6984000"/>
          </a:xfrm>
        </p:grpSpPr>
        <p:sp>
          <p:nvSpPr>
            <p:cNvPr id="24" name="L 字 23">
              <a:extLst>
                <a:ext uri="{FF2B5EF4-FFF2-40B4-BE49-F238E27FC236}">
                  <a16:creationId xmlns:a16="http://schemas.microsoft.com/office/drawing/2014/main" id="{32741182-789E-4AB6-96D8-CD6CF15871B1}"/>
                </a:ext>
              </a:extLst>
            </p:cNvPr>
            <p:cNvSpPr/>
            <p:nvPr/>
          </p:nvSpPr>
          <p:spPr>
            <a:xfrm flipV="1">
              <a:off x="0" y="0"/>
              <a:ext cx="9963150" cy="6875996"/>
            </a:xfrm>
            <a:prstGeom prst="corner">
              <a:avLst>
                <a:gd name="adj1" fmla="val 12044"/>
                <a:gd name="adj2" fmla="val 137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6">
              <a:extLst>
                <a:ext uri="{FF2B5EF4-FFF2-40B4-BE49-F238E27FC236}">
                  <a16:creationId xmlns:a16="http://schemas.microsoft.com/office/drawing/2014/main" id="{9F3E0378-9FEC-4C32-8648-314E5E6553E3}"/>
                </a:ext>
              </a:extLst>
            </p:cNvPr>
            <p:cNvSpPr txBox="1"/>
            <p:nvPr/>
          </p:nvSpPr>
          <p:spPr>
            <a:xfrm>
              <a:off x="8801486" y="6119380"/>
              <a:ext cx="415999" cy="312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ja-JP" sz="1400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BF17B7A-3C1B-4085-88EA-F071BF6AF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0" y="-76200"/>
              <a:ext cx="0" cy="698400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平行四辺形 70">
              <a:extLst>
                <a:ext uri="{FF2B5EF4-FFF2-40B4-BE49-F238E27FC236}">
                  <a16:creationId xmlns:a16="http://schemas.microsoft.com/office/drawing/2014/main" id="{33715DDE-997E-4687-A856-ABDB6CBBAD9F}"/>
                </a:ext>
              </a:extLst>
            </p:cNvPr>
            <p:cNvSpPr/>
            <p:nvPr/>
          </p:nvSpPr>
          <p:spPr>
            <a:xfrm>
              <a:off x="1702538" y="385730"/>
              <a:ext cx="1621688" cy="468000"/>
            </a:xfrm>
            <a:prstGeom prst="parallelogram">
              <a:avLst>
                <a:gd name="adj" fmla="val 1519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E5EC031-5851-40AE-8943-A8FB0A03BAB7}"/>
                </a:ext>
              </a:extLst>
            </p:cNvPr>
            <p:cNvSpPr/>
            <p:nvPr/>
          </p:nvSpPr>
          <p:spPr>
            <a:xfrm>
              <a:off x="2543175" y="394600"/>
              <a:ext cx="7362826" cy="438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B5F1576-BB8E-419D-B7BE-83217D2A7816}"/>
                </a:ext>
              </a:extLst>
            </p:cNvPr>
            <p:cNvSpPr/>
            <p:nvPr/>
          </p:nvSpPr>
          <p:spPr>
            <a:xfrm>
              <a:off x="0" y="386256"/>
              <a:ext cx="10020300" cy="438150"/>
            </a:xfrm>
            <a:custGeom>
              <a:avLst/>
              <a:gdLst>
                <a:gd name="connsiteX0" fmla="*/ 0 w 10020300"/>
                <a:gd name="connsiteY0" fmla="*/ 438150 h 438150"/>
                <a:gd name="connsiteX1" fmla="*/ 1743075 w 10020300"/>
                <a:gd name="connsiteY1" fmla="*/ 438150 h 438150"/>
                <a:gd name="connsiteX2" fmla="*/ 2409825 w 10020300"/>
                <a:gd name="connsiteY2" fmla="*/ 0 h 438150"/>
                <a:gd name="connsiteX3" fmla="*/ 10020300 w 10020300"/>
                <a:gd name="connsiteY3" fmla="*/ 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0300" h="438150">
                  <a:moveTo>
                    <a:pt x="0" y="438150"/>
                  </a:moveTo>
                  <a:lnTo>
                    <a:pt x="1743075" y="438150"/>
                  </a:lnTo>
                  <a:lnTo>
                    <a:pt x="2409825" y="0"/>
                  </a:lnTo>
                  <a:lnTo>
                    <a:pt x="10020300" y="0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317861" y="61801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A79315D-A1A2-445F-A893-C7EFF9AC0AF6}"/>
              </a:ext>
            </a:extLst>
          </p:cNvPr>
          <p:cNvGrpSpPr/>
          <p:nvPr/>
        </p:nvGrpSpPr>
        <p:grpSpPr>
          <a:xfrm>
            <a:off x="279625" y="293537"/>
            <a:ext cx="1331996" cy="1082488"/>
            <a:chOff x="279625" y="293537"/>
            <a:chExt cx="1331996" cy="1082488"/>
          </a:xfrm>
        </p:grpSpPr>
        <p:sp>
          <p:nvSpPr>
            <p:cNvPr id="27" name="円/楕円 44">
              <a:extLst>
                <a:ext uri="{FF2B5EF4-FFF2-40B4-BE49-F238E27FC236}">
                  <a16:creationId xmlns:a16="http://schemas.microsoft.com/office/drawing/2014/main" id="{66704552-2DD9-49FD-BFF1-973896562C0B}"/>
                </a:ext>
              </a:extLst>
            </p:cNvPr>
            <p:cNvSpPr/>
            <p:nvPr/>
          </p:nvSpPr>
          <p:spPr>
            <a:xfrm>
              <a:off x="397223" y="296025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アーチ 28">
              <a:extLst>
                <a:ext uri="{FF2B5EF4-FFF2-40B4-BE49-F238E27FC236}">
                  <a16:creationId xmlns:a16="http://schemas.microsoft.com/office/drawing/2014/main" id="{59F1F2A0-C511-4F30-B6A2-C8FA28BE8314}"/>
                </a:ext>
              </a:extLst>
            </p:cNvPr>
            <p:cNvSpPr/>
            <p:nvPr/>
          </p:nvSpPr>
          <p:spPr>
            <a:xfrm>
              <a:off x="397223" y="293537"/>
              <a:ext cx="1080000" cy="1080000"/>
            </a:xfrm>
            <a:prstGeom prst="blockArc">
              <a:avLst>
                <a:gd name="adj1" fmla="val 10800000"/>
                <a:gd name="adj2" fmla="val 3357"/>
                <a:gd name="adj3" fmla="val 4991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1F1A6F-3BF5-466D-A3D4-2DF77E5A81A7}"/>
                </a:ext>
              </a:extLst>
            </p:cNvPr>
            <p:cNvSpPr/>
            <p:nvPr/>
          </p:nvSpPr>
          <p:spPr>
            <a:xfrm>
              <a:off x="518246" y="358861"/>
              <a:ext cx="837954" cy="4320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28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kumimoji="1" lang="ja-JP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54CAED3-FAA6-4E77-AE9A-744861559300}"/>
                </a:ext>
              </a:extLst>
            </p:cNvPr>
            <p:cNvSpPr txBox="1"/>
            <p:nvPr/>
          </p:nvSpPr>
          <p:spPr>
            <a:xfrm>
              <a:off x="279625" y="918794"/>
              <a:ext cx="1331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299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6CAE622B-E2A7-46CC-A232-7B1B068E7879}"/>
              </a:ext>
            </a:extLst>
          </p:cNvPr>
          <p:cNvGrpSpPr/>
          <p:nvPr/>
        </p:nvGrpSpPr>
        <p:grpSpPr>
          <a:xfrm>
            <a:off x="0" y="-76200"/>
            <a:ext cx="10020300" cy="6984000"/>
            <a:chOff x="0" y="-76200"/>
            <a:chExt cx="10020300" cy="6984000"/>
          </a:xfrm>
        </p:grpSpPr>
        <p:sp>
          <p:nvSpPr>
            <p:cNvPr id="24" name="L 字 23">
              <a:extLst>
                <a:ext uri="{FF2B5EF4-FFF2-40B4-BE49-F238E27FC236}">
                  <a16:creationId xmlns:a16="http://schemas.microsoft.com/office/drawing/2014/main" id="{32741182-789E-4AB6-96D8-CD6CF15871B1}"/>
                </a:ext>
              </a:extLst>
            </p:cNvPr>
            <p:cNvSpPr/>
            <p:nvPr/>
          </p:nvSpPr>
          <p:spPr>
            <a:xfrm flipV="1">
              <a:off x="0" y="0"/>
              <a:ext cx="9963150" cy="6875996"/>
            </a:xfrm>
            <a:prstGeom prst="corner">
              <a:avLst>
                <a:gd name="adj1" fmla="val 12044"/>
                <a:gd name="adj2" fmla="val 137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6">
              <a:extLst>
                <a:ext uri="{FF2B5EF4-FFF2-40B4-BE49-F238E27FC236}">
                  <a16:creationId xmlns:a16="http://schemas.microsoft.com/office/drawing/2014/main" id="{9F3E0378-9FEC-4C32-8648-314E5E6553E3}"/>
                </a:ext>
              </a:extLst>
            </p:cNvPr>
            <p:cNvSpPr txBox="1"/>
            <p:nvPr/>
          </p:nvSpPr>
          <p:spPr>
            <a:xfrm>
              <a:off x="8801486" y="6119380"/>
              <a:ext cx="415999" cy="312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ja-JP" sz="1400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BF17B7A-3C1B-4085-88EA-F071BF6AF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0" y="-76200"/>
              <a:ext cx="0" cy="698400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平行四辺形 70">
              <a:extLst>
                <a:ext uri="{FF2B5EF4-FFF2-40B4-BE49-F238E27FC236}">
                  <a16:creationId xmlns:a16="http://schemas.microsoft.com/office/drawing/2014/main" id="{33715DDE-997E-4687-A856-ABDB6CBBAD9F}"/>
                </a:ext>
              </a:extLst>
            </p:cNvPr>
            <p:cNvSpPr/>
            <p:nvPr/>
          </p:nvSpPr>
          <p:spPr>
            <a:xfrm>
              <a:off x="1702538" y="385730"/>
              <a:ext cx="1621688" cy="468000"/>
            </a:xfrm>
            <a:prstGeom prst="parallelogram">
              <a:avLst>
                <a:gd name="adj" fmla="val 1519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E5EC031-5851-40AE-8943-A8FB0A03BAB7}"/>
                </a:ext>
              </a:extLst>
            </p:cNvPr>
            <p:cNvSpPr/>
            <p:nvPr/>
          </p:nvSpPr>
          <p:spPr>
            <a:xfrm>
              <a:off x="2543175" y="394600"/>
              <a:ext cx="7362826" cy="438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B5F1576-BB8E-419D-B7BE-83217D2A7816}"/>
                </a:ext>
              </a:extLst>
            </p:cNvPr>
            <p:cNvSpPr/>
            <p:nvPr/>
          </p:nvSpPr>
          <p:spPr>
            <a:xfrm>
              <a:off x="0" y="386256"/>
              <a:ext cx="10020300" cy="438150"/>
            </a:xfrm>
            <a:custGeom>
              <a:avLst/>
              <a:gdLst>
                <a:gd name="connsiteX0" fmla="*/ 0 w 10020300"/>
                <a:gd name="connsiteY0" fmla="*/ 438150 h 438150"/>
                <a:gd name="connsiteX1" fmla="*/ 1743075 w 10020300"/>
                <a:gd name="connsiteY1" fmla="*/ 438150 h 438150"/>
                <a:gd name="connsiteX2" fmla="*/ 2409825 w 10020300"/>
                <a:gd name="connsiteY2" fmla="*/ 0 h 438150"/>
                <a:gd name="connsiteX3" fmla="*/ 10020300 w 10020300"/>
                <a:gd name="connsiteY3" fmla="*/ 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0300" h="438150">
                  <a:moveTo>
                    <a:pt x="0" y="438150"/>
                  </a:moveTo>
                  <a:lnTo>
                    <a:pt x="1743075" y="438150"/>
                  </a:lnTo>
                  <a:lnTo>
                    <a:pt x="2409825" y="0"/>
                  </a:lnTo>
                  <a:lnTo>
                    <a:pt x="10020300" y="0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317861" y="61801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A79315D-A1A2-445F-A893-C7EFF9AC0AF6}"/>
              </a:ext>
            </a:extLst>
          </p:cNvPr>
          <p:cNvGrpSpPr/>
          <p:nvPr/>
        </p:nvGrpSpPr>
        <p:grpSpPr>
          <a:xfrm>
            <a:off x="279625" y="293537"/>
            <a:ext cx="1331996" cy="1082488"/>
            <a:chOff x="279625" y="293537"/>
            <a:chExt cx="1331996" cy="1082488"/>
          </a:xfrm>
        </p:grpSpPr>
        <p:sp>
          <p:nvSpPr>
            <p:cNvPr id="27" name="円/楕円 44">
              <a:extLst>
                <a:ext uri="{FF2B5EF4-FFF2-40B4-BE49-F238E27FC236}">
                  <a16:creationId xmlns:a16="http://schemas.microsoft.com/office/drawing/2014/main" id="{66704552-2DD9-49FD-BFF1-973896562C0B}"/>
                </a:ext>
              </a:extLst>
            </p:cNvPr>
            <p:cNvSpPr/>
            <p:nvPr/>
          </p:nvSpPr>
          <p:spPr>
            <a:xfrm>
              <a:off x="397223" y="296025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アーチ 28">
              <a:extLst>
                <a:ext uri="{FF2B5EF4-FFF2-40B4-BE49-F238E27FC236}">
                  <a16:creationId xmlns:a16="http://schemas.microsoft.com/office/drawing/2014/main" id="{59F1F2A0-C511-4F30-B6A2-C8FA28BE8314}"/>
                </a:ext>
              </a:extLst>
            </p:cNvPr>
            <p:cNvSpPr/>
            <p:nvPr/>
          </p:nvSpPr>
          <p:spPr>
            <a:xfrm>
              <a:off x="397223" y="293537"/>
              <a:ext cx="1080000" cy="1080000"/>
            </a:xfrm>
            <a:prstGeom prst="blockArc">
              <a:avLst>
                <a:gd name="adj1" fmla="val 10800000"/>
                <a:gd name="adj2" fmla="val 3357"/>
                <a:gd name="adj3" fmla="val 4991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1F1A6F-3BF5-466D-A3D4-2DF77E5A81A7}"/>
                </a:ext>
              </a:extLst>
            </p:cNvPr>
            <p:cNvSpPr/>
            <p:nvPr/>
          </p:nvSpPr>
          <p:spPr>
            <a:xfrm>
              <a:off x="518246" y="358861"/>
              <a:ext cx="837954" cy="4320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28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54CAED3-FAA6-4E77-AE9A-744861559300}"/>
                </a:ext>
              </a:extLst>
            </p:cNvPr>
            <p:cNvSpPr txBox="1"/>
            <p:nvPr/>
          </p:nvSpPr>
          <p:spPr>
            <a:xfrm>
              <a:off x="279625" y="918794"/>
              <a:ext cx="1331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079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6CAE622B-E2A7-46CC-A232-7B1B068E7879}"/>
              </a:ext>
            </a:extLst>
          </p:cNvPr>
          <p:cNvGrpSpPr/>
          <p:nvPr/>
        </p:nvGrpSpPr>
        <p:grpSpPr>
          <a:xfrm>
            <a:off x="0" y="-76200"/>
            <a:ext cx="10020300" cy="6984000"/>
            <a:chOff x="0" y="-76200"/>
            <a:chExt cx="10020300" cy="6984000"/>
          </a:xfrm>
        </p:grpSpPr>
        <p:sp>
          <p:nvSpPr>
            <p:cNvPr id="24" name="L 字 23">
              <a:extLst>
                <a:ext uri="{FF2B5EF4-FFF2-40B4-BE49-F238E27FC236}">
                  <a16:creationId xmlns:a16="http://schemas.microsoft.com/office/drawing/2014/main" id="{32741182-789E-4AB6-96D8-CD6CF15871B1}"/>
                </a:ext>
              </a:extLst>
            </p:cNvPr>
            <p:cNvSpPr/>
            <p:nvPr/>
          </p:nvSpPr>
          <p:spPr>
            <a:xfrm flipV="1">
              <a:off x="0" y="0"/>
              <a:ext cx="9963150" cy="6875996"/>
            </a:xfrm>
            <a:prstGeom prst="corner">
              <a:avLst>
                <a:gd name="adj1" fmla="val 12044"/>
                <a:gd name="adj2" fmla="val 137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6">
              <a:extLst>
                <a:ext uri="{FF2B5EF4-FFF2-40B4-BE49-F238E27FC236}">
                  <a16:creationId xmlns:a16="http://schemas.microsoft.com/office/drawing/2014/main" id="{9F3E0378-9FEC-4C32-8648-314E5E6553E3}"/>
                </a:ext>
              </a:extLst>
            </p:cNvPr>
            <p:cNvSpPr txBox="1"/>
            <p:nvPr/>
          </p:nvSpPr>
          <p:spPr>
            <a:xfrm>
              <a:off x="8801486" y="6119380"/>
              <a:ext cx="415999" cy="312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ja-JP" sz="1400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BF17B7A-3C1B-4085-88EA-F071BF6AF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0" y="-76200"/>
              <a:ext cx="0" cy="698400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平行四辺形 70">
              <a:extLst>
                <a:ext uri="{FF2B5EF4-FFF2-40B4-BE49-F238E27FC236}">
                  <a16:creationId xmlns:a16="http://schemas.microsoft.com/office/drawing/2014/main" id="{33715DDE-997E-4687-A856-ABDB6CBBAD9F}"/>
                </a:ext>
              </a:extLst>
            </p:cNvPr>
            <p:cNvSpPr/>
            <p:nvPr/>
          </p:nvSpPr>
          <p:spPr>
            <a:xfrm>
              <a:off x="1702538" y="385730"/>
              <a:ext cx="1621688" cy="468000"/>
            </a:xfrm>
            <a:prstGeom prst="parallelogram">
              <a:avLst>
                <a:gd name="adj" fmla="val 1519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E5EC031-5851-40AE-8943-A8FB0A03BAB7}"/>
                </a:ext>
              </a:extLst>
            </p:cNvPr>
            <p:cNvSpPr/>
            <p:nvPr/>
          </p:nvSpPr>
          <p:spPr>
            <a:xfrm>
              <a:off x="2543175" y="394600"/>
              <a:ext cx="7362826" cy="438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B5F1576-BB8E-419D-B7BE-83217D2A7816}"/>
                </a:ext>
              </a:extLst>
            </p:cNvPr>
            <p:cNvSpPr/>
            <p:nvPr/>
          </p:nvSpPr>
          <p:spPr>
            <a:xfrm>
              <a:off x="0" y="386256"/>
              <a:ext cx="10020300" cy="438150"/>
            </a:xfrm>
            <a:custGeom>
              <a:avLst/>
              <a:gdLst>
                <a:gd name="connsiteX0" fmla="*/ 0 w 10020300"/>
                <a:gd name="connsiteY0" fmla="*/ 438150 h 438150"/>
                <a:gd name="connsiteX1" fmla="*/ 1743075 w 10020300"/>
                <a:gd name="connsiteY1" fmla="*/ 438150 h 438150"/>
                <a:gd name="connsiteX2" fmla="*/ 2409825 w 10020300"/>
                <a:gd name="connsiteY2" fmla="*/ 0 h 438150"/>
                <a:gd name="connsiteX3" fmla="*/ 10020300 w 10020300"/>
                <a:gd name="connsiteY3" fmla="*/ 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0300" h="438150">
                  <a:moveTo>
                    <a:pt x="0" y="438150"/>
                  </a:moveTo>
                  <a:lnTo>
                    <a:pt x="1743075" y="438150"/>
                  </a:lnTo>
                  <a:lnTo>
                    <a:pt x="2409825" y="0"/>
                  </a:lnTo>
                  <a:lnTo>
                    <a:pt x="10020300" y="0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317861" y="61801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A79315D-A1A2-445F-A893-C7EFF9AC0AF6}"/>
              </a:ext>
            </a:extLst>
          </p:cNvPr>
          <p:cNvGrpSpPr/>
          <p:nvPr/>
        </p:nvGrpSpPr>
        <p:grpSpPr>
          <a:xfrm>
            <a:off x="279625" y="293537"/>
            <a:ext cx="1331996" cy="1082488"/>
            <a:chOff x="279625" y="293537"/>
            <a:chExt cx="1331996" cy="1082488"/>
          </a:xfrm>
        </p:grpSpPr>
        <p:sp>
          <p:nvSpPr>
            <p:cNvPr id="27" name="円/楕円 44">
              <a:extLst>
                <a:ext uri="{FF2B5EF4-FFF2-40B4-BE49-F238E27FC236}">
                  <a16:creationId xmlns:a16="http://schemas.microsoft.com/office/drawing/2014/main" id="{66704552-2DD9-49FD-BFF1-973896562C0B}"/>
                </a:ext>
              </a:extLst>
            </p:cNvPr>
            <p:cNvSpPr/>
            <p:nvPr/>
          </p:nvSpPr>
          <p:spPr>
            <a:xfrm>
              <a:off x="397223" y="296025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アーチ 28">
              <a:extLst>
                <a:ext uri="{FF2B5EF4-FFF2-40B4-BE49-F238E27FC236}">
                  <a16:creationId xmlns:a16="http://schemas.microsoft.com/office/drawing/2014/main" id="{59F1F2A0-C511-4F30-B6A2-C8FA28BE8314}"/>
                </a:ext>
              </a:extLst>
            </p:cNvPr>
            <p:cNvSpPr/>
            <p:nvPr/>
          </p:nvSpPr>
          <p:spPr>
            <a:xfrm>
              <a:off x="397223" y="293537"/>
              <a:ext cx="1080000" cy="1080000"/>
            </a:xfrm>
            <a:prstGeom prst="blockArc">
              <a:avLst>
                <a:gd name="adj1" fmla="val 10800000"/>
                <a:gd name="adj2" fmla="val 3357"/>
                <a:gd name="adj3" fmla="val 4991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1F1A6F-3BF5-466D-A3D4-2DF77E5A81A7}"/>
                </a:ext>
              </a:extLst>
            </p:cNvPr>
            <p:cNvSpPr/>
            <p:nvPr/>
          </p:nvSpPr>
          <p:spPr>
            <a:xfrm>
              <a:off x="518246" y="358861"/>
              <a:ext cx="837954" cy="4320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28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54CAED3-FAA6-4E77-AE9A-744861559300}"/>
                </a:ext>
              </a:extLst>
            </p:cNvPr>
            <p:cNvSpPr txBox="1"/>
            <p:nvPr/>
          </p:nvSpPr>
          <p:spPr>
            <a:xfrm>
              <a:off x="279625" y="918794"/>
              <a:ext cx="1331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79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6CAE622B-E2A7-46CC-A232-7B1B068E7879}"/>
              </a:ext>
            </a:extLst>
          </p:cNvPr>
          <p:cNvGrpSpPr/>
          <p:nvPr/>
        </p:nvGrpSpPr>
        <p:grpSpPr>
          <a:xfrm>
            <a:off x="0" y="-76200"/>
            <a:ext cx="10020300" cy="6984000"/>
            <a:chOff x="0" y="-76200"/>
            <a:chExt cx="10020300" cy="6984000"/>
          </a:xfrm>
        </p:grpSpPr>
        <p:sp>
          <p:nvSpPr>
            <p:cNvPr id="24" name="L 字 23">
              <a:extLst>
                <a:ext uri="{FF2B5EF4-FFF2-40B4-BE49-F238E27FC236}">
                  <a16:creationId xmlns:a16="http://schemas.microsoft.com/office/drawing/2014/main" id="{32741182-789E-4AB6-96D8-CD6CF15871B1}"/>
                </a:ext>
              </a:extLst>
            </p:cNvPr>
            <p:cNvSpPr/>
            <p:nvPr/>
          </p:nvSpPr>
          <p:spPr>
            <a:xfrm flipV="1">
              <a:off x="0" y="0"/>
              <a:ext cx="9963150" cy="6875996"/>
            </a:xfrm>
            <a:prstGeom prst="corner">
              <a:avLst>
                <a:gd name="adj1" fmla="val 12044"/>
                <a:gd name="adj2" fmla="val 137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6">
              <a:extLst>
                <a:ext uri="{FF2B5EF4-FFF2-40B4-BE49-F238E27FC236}">
                  <a16:creationId xmlns:a16="http://schemas.microsoft.com/office/drawing/2014/main" id="{9F3E0378-9FEC-4C32-8648-314E5E6553E3}"/>
                </a:ext>
              </a:extLst>
            </p:cNvPr>
            <p:cNvSpPr txBox="1"/>
            <p:nvPr/>
          </p:nvSpPr>
          <p:spPr>
            <a:xfrm>
              <a:off x="8801486" y="6119380"/>
              <a:ext cx="415999" cy="312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ja-JP" sz="1400" spc="-1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BF17B7A-3C1B-4085-88EA-F071BF6AF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0" y="-76200"/>
              <a:ext cx="0" cy="698400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平行四辺形 70">
              <a:extLst>
                <a:ext uri="{FF2B5EF4-FFF2-40B4-BE49-F238E27FC236}">
                  <a16:creationId xmlns:a16="http://schemas.microsoft.com/office/drawing/2014/main" id="{33715DDE-997E-4687-A856-ABDB6CBBAD9F}"/>
                </a:ext>
              </a:extLst>
            </p:cNvPr>
            <p:cNvSpPr/>
            <p:nvPr/>
          </p:nvSpPr>
          <p:spPr>
            <a:xfrm>
              <a:off x="1702538" y="385730"/>
              <a:ext cx="1621688" cy="468000"/>
            </a:xfrm>
            <a:prstGeom prst="parallelogram">
              <a:avLst>
                <a:gd name="adj" fmla="val 15197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E5EC031-5851-40AE-8943-A8FB0A03BAB7}"/>
                </a:ext>
              </a:extLst>
            </p:cNvPr>
            <p:cNvSpPr/>
            <p:nvPr/>
          </p:nvSpPr>
          <p:spPr>
            <a:xfrm>
              <a:off x="2543175" y="394600"/>
              <a:ext cx="7362826" cy="438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0B5F1576-BB8E-419D-B7BE-83217D2A7816}"/>
                </a:ext>
              </a:extLst>
            </p:cNvPr>
            <p:cNvSpPr/>
            <p:nvPr/>
          </p:nvSpPr>
          <p:spPr>
            <a:xfrm>
              <a:off x="0" y="386256"/>
              <a:ext cx="10020300" cy="438150"/>
            </a:xfrm>
            <a:custGeom>
              <a:avLst/>
              <a:gdLst>
                <a:gd name="connsiteX0" fmla="*/ 0 w 10020300"/>
                <a:gd name="connsiteY0" fmla="*/ 438150 h 438150"/>
                <a:gd name="connsiteX1" fmla="*/ 1743075 w 10020300"/>
                <a:gd name="connsiteY1" fmla="*/ 438150 h 438150"/>
                <a:gd name="connsiteX2" fmla="*/ 2409825 w 10020300"/>
                <a:gd name="connsiteY2" fmla="*/ 0 h 438150"/>
                <a:gd name="connsiteX3" fmla="*/ 10020300 w 10020300"/>
                <a:gd name="connsiteY3" fmla="*/ 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0300" h="438150">
                  <a:moveTo>
                    <a:pt x="0" y="438150"/>
                  </a:moveTo>
                  <a:lnTo>
                    <a:pt x="1743075" y="438150"/>
                  </a:lnTo>
                  <a:lnTo>
                    <a:pt x="2409825" y="0"/>
                  </a:lnTo>
                  <a:lnTo>
                    <a:pt x="10020300" y="0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317861" y="61801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A79315D-A1A2-445F-A893-C7EFF9AC0AF6}"/>
              </a:ext>
            </a:extLst>
          </p:cNvPr>
          <p:cNvGrpSpPr/>
          <p:nvPr/>
        </p:nvGrpSpPr>
        <p:grpSpPr>
          <a:xfrm>
            <a:off x="279625" y="293537"/>
            <a:ext cx="1331996" cy="1082488"/>
            <a:chOff x="279625" y="293537"/>
            <a:chExt cx="1331996" cy="1082488"/>
          </a:xfrm>
        </p:grpSpPr>
        <p:sp>
          <p:nvSpPr>
            <p:cNvPr id="27" name="円/楕円 44">
              <a:extLst>
                <a:ext uri="{FF2B5EF4-FFF2-40B4-BE49-F238E27FC236}">
                  <a16:creationId xmlns:a16="http://schemas.microsoft.com/office/drawing/2014/main" id="{66704552-2DD9-49FD-BFF1-973896562C0B}"/>
                </a:ext>
              </a:extLst>
            </p:cNvPr>
            <p:cNvSpPr/>
            <p:nvPr/>
          </p:nvSpPr>
          <p:spPr>
            <a:xfrm>
              <a:off x="397223" y="296025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アーチ 28">
              <a:extLst>
                <a:ext uri="{FF2B5EF4-FFF2-40B4-BE49-F238E27FC236}">
                  <a16:creationId xmlns:a16="http://schemas.microsoft.com/office/drawing/2014/main" id="{59F1F2A0-C511-4F30-B6A2-C8FA28BE8314}"/>
                </a:ext>
              </a:extLst>
            </p:cNvPr>
            <p:cNvSpPr/>
            <p:nvPr/>
          </p:nvSpPr>
          <p:spPr>
            <a:xfrm>
              <a:off x="397223" y="293537"/>
              <a:ext cx="1080000" cy="1080000"/>
            </a:xfrm>
            <a:prstGeom prst="blockArc">
              <a:avLst>
                <a:gd name="adj1" fmla="val 10800000"/>
                <a:gd name="adj2" fmla="val 3357"/>
                <a:gd name="adj3" fmla="val 4991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1F1A6F-3BF5-466D-A3D4-2DF77E5A81A7}"/>
                </a:ext>
              </a:extLst>
            </p:cNvPr>
            <p:cNvSpPr/>
            <p:nvPr/>
          </p:nvSpPr>
          <p:spPr>
            <a:xfrm>
              <a:off x="518246" y="358861"/>
              <a:ext cx="837954" cy="4320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28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54CAED3-FAA6-4E77-AE9A-744861559300}"/>
                </a:ext>
              </a:extLst>
            </p:cNvPr>
            <p:cNvSpPr txBox="1"/>
            <p:nvPr/>
          </p:nvSpPr>
          <p:spPr>
            <a:xfrm>
              <a:off x="279625" y="918794"/>
              <a:ext cx="1331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6348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43</cp:revision>
  <dcterms:created xsi:type="dcterms:W3CDTF">2017-11-09T07:26:57Z</dcterms:created>
  <dcterms:modified xsi:type="dcterms:W3CDTF">2018-03-05T02:08:21Z</dcterms:modified>
</cp:coreProperties>
</file>