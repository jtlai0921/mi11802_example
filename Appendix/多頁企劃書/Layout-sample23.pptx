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60" r:id="rId4"/>
    <p:sldId id="259" r:id="rId5"/>
    <p:sldId id="261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00D582B-FD4B-40EB-8D20-543093E2A10B}"/>
              </a:ext>
            </a:extLst>
          </p:cNvPr>
          <p:cNvSpPr/>
          <p:nvPr/>
        </p:nvSpPr>
        <p:spPr>
          <a:xfrm>
            <a:off x="273000" y="322692"/>
            <a:ext cx="9360000" cy="1827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7DACA6-AFBA-4ED2-834D-FF5C73549EF9}"/>
              </a:ext>
            </a:extLst>
          </p:cNvPr>
          <p:cNvSpPr txBox="1"/>
          <p:nvPr/>
        </p:nvSpPr>
        <p:spPr>
          <a:xfrm>
            <a:off x="1436483" y="1359066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5C5E509-5201-460F-8508-EEAECCAE03FA}"/>
              </a:ext>
            </a:extLst>
          </p:cNvPr>
          <p:cNvSpPr txBox="1"/>
          <p:nvPr/>
        </p:nvSpPr>
        <p:spPr>
          <a:xfrm>
            <a:off x="8989946" y="6075579"/>
            <a:ext cx="643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F2900E0-5BA0-4499-96AF-6E758ABF933E}"/>
              </a:ext>
            </a:extLst>
          </p:cNvPr>
          <p:cNvSpPr/>
          <p:nvPr/>
        </p:nvSpPr>
        <p:spPr>
          <a:xfrm>
            <a:off x="273000" y="6481201"/>
            <a:ext cx="9360000" cy="182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43767D-171C-458B-B5C0-C28843CB2A2B}"/>
              </a:ext>
            </a:extLst>
          </p:cNvPr>
          <p:cNvSpPr txBox="1"/>
          <p:nvPr/>
        </p:nvSpPr>
        <p:spPr>
          <a:xfrm>
            <a:off x="1490892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2720C8E-7193-449F-8F60-E740783C7A56}"/>
              </a:ext>
            </a:extLst>
          </p:cNvPr>
          <p:cNvSpPr/>
          <p:nvPr/>
        </p:nvSpPr>
        <p:spPr>
          <a:xfrm>
            <a:off x="1400483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C6DFC03-95A4-4616-9905-3E7412D840F8}"/>
              </a:ext>
            </a:extLst>
          </p:cNvPr>
          <p:cNvSpPr/>
          <p:nvPr/>
        </p:nvSpPr>
        <p:spPr>
          <a:xfrm rot="16200000">
            <a:off x="1953401" y="627732"/>
            <a:ext cx="72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0A4B44E-D174-4EDD-968F-8867FB7AC722}"/>
              </a:ext>
            </a:extLst>
          </p:cNvPr>
          <p:cNvSpPr txBox="1"/>
          <p:nvPr/>
        </p:nvSpPr>
        <p:spPr>
          <a:xfrm>
            <a:off x="2613690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46ECB1C-29E2-4660-8435-1553A60E44CD}"/>
              </a:ext>
            </a:extLst>
          </p:cNvPr>
          <p:cNvSpPr/>
          <p:nvPr/>
        </p:nvSpPr>
        <p:spPr>
          <a:xfrm>
            <a:off x="2523281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5368F9E-6800-4AF1-B6F7-CBFD6C21BF14}"/>
              </a:ext>
            </a:extLst>
          </p:cNvPr>
          <p:cNvSpPr txBox="1"/>
          <p:nvPr/>
        </p:nvSpPr>
        <p:spPr>
          <a:xfrm>
            <a:off x="3736488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B0EBE86-127E-4AF0-9AC5-AF58E06F7467}"/>
              </a:ext>
            </a:extLst>
          </p:cNvPr>
          <p:cNvSpPr/>
          <p:nvPr/>
        </p:nvSpPr>
        <p:spPr>
          <a:xfrm>
            <a:off x="3646079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75D356D-27AE-4A86-B5F1-8683A13E8A3C}"/>
              </a:ext>
            </a:extLst>
          </p:cNvPr>
          <p:cNvSpPr txBox="1"/>
          <p:nvPr/>
        </p:nvSpPr>
        <p:spPr>
          <a:xfrm>
            <a:off x="4859286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CB84778-D4A5-48B1-A0FE-65B6FA3168F3}"/>
              </a:ext>
            </a:extLst>
          </p:cNvPr>
          <p:cNvSpPr/>
          <p:nvPr/>
        </p:nvSpPr>
        <p:spPr>
          <a:xfrm>
            <a:off x="4768877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726988A-0F0B-49B2-8064-41DD73BCAB9E}"/>
              </a:ext>
            </a:extLst>
          </p:cNvPr>
          <p:cNvSpPr txBox="1"/>
          <p:nvPr/>
        </p:nvSpPr>
        <p:spPr>
          <a:xfrm>
            <a:off x="5982083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BC82945-608D-472E-A66F-956F49159AE0}"/>
              </a:ext>
            </a:extLst>
          </p:cNvPr>
          <p:cNvSpPr/>
          <p:nvPr/>
        </p:nvSpPr>
        <p:spPr>
          <a:xfrm>
            <a:off x="5891675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E1DB8F3-6872-479B-92E1-48A59BC5FECD}"/>
              </a:ext>
            </a:extLst>
          </p:cNvPr>
          <p:cNvSpPr/>
          <p:nvPr/>
        </p:nvSpPr>
        <p:spPr>
          <a:xfrm>
            <a:off x="260724" y="598900"/>
            <a:ext cx="972000" cy="54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9159DC5-9508-45DE-86F7-A28C36B0ADDE}"/>
              </a:ext>
            </a:extLst>
          </p:cNvPr>
          <p:cNvSpPr txBox="1"/>
          <p:nvPr/>
        </p:nvSpPr>
        <p:spPr>
          <a:xfrm>
            <a:off x="361683" y="576513"/>
            <a:ext cx="77008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♯</a:t>
            </a:r>
            <a:r>
              <a:rPr lang="en-US" altLang="ja-JP" sz="3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1ACEFC5-B956-4655-814D-48726F89421A}"/>
              </a:ext>
            </a:extLst>
          </p:cNvPr>
          <p:cNvCxnSpPr>
            <a:cxnSpLocks/>
          </p:cNvCxnSpPr>
          <p:nvPr/>
        </p:nvCxnSpPr>
        <p:spPr>
          <a:xfrm>
            <a:off x="270323" y="266763"/>
            <a:ext cx="936000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21F0BCD5-0079-4D2E-92F8-A436267DD770}"/>
              </a:ext>
            </a:extLst>
          </p:cNvPr>
          <p:cNvCxnSpPr>
            <a:cxnSpLocks/>
          </p:cNvCxnSpPr>
          <p:nvPr/>
        </p:nvCxnSpPr>
        <p:spPr>
          <a:xfrm>
            <a:off x="270323" y="6663931"/>
            <a:ext cx="936000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EF767A5-721C-407B-A63B-4158FA75A87F}"/>
              </a:ext>
            </a:extLst>
          </p:cNvPr>
          <p:cNvSpPr/>
          <p:nvPr/>
        </p:nvSpPr>
        <p:spPr>
          <a:xfrm rot="16200000">
            <a:off x="3057161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718873F7-1B81-41B5-AB5A-E930BC6B141C}"/>
              </a:ext>
            </a:extLst>
          </p:cNvPr>
          <p:cNvSpPr/>
          <p:nvPr/>
        </p:nvSpPr>
        <p:spPr>
          <a:xfrm rot="16200000">
            <a:off x="4198997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DE39AD3A-BD19-47F6-9DA5-799B1FCF2881}"/>
              </a:ext>
            </a:extLst>
          </p:cNvPr>
          <p:cNvSpPr/>
          <p:nvPr/>
        </p:nvSpPr>
        <p:spPr>
          <a:xfrm rot="16200000">
            <a:off x="5302757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1D892B40-BABB-4E3D-85F2-2B2DD99B1DC4}"/>
              </a:ext>
            </a:extLst>
          </p:cNvPr>
          <p:cNvSpPr/>
          <p:nvPr/>
        </p:nvSpPr>
        <p:spPr>
          <a:xfrm rot="16200000">
            <a:off x="6435073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296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00D582B-FD4B-40EB-8D20-543093E2A10B}"/>
              </a:ext>
            </a:extLst>
          </p:cNvPr>
          <p:cNvSpPr/>
          <p:nvPr/>
        </p:nvSpPr>
        <p:spPr>
          <a:xfrm>
            <a:off x="273000" y="322692"/>
            <a:ext cx="9360000" cy="1827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7DACA6-AFBA-4ED2-834D-FF5C73549EF9}"/>
              </a:ext>
            </a:extLst>
          </p:cNvPr>
          <p:cNvSpPr txBox="1"/>
          <p:nvPr/>
        </p:nvSpPr>
        <p:spPr>
          <a:xfrm>
            <a:off x="1436483" y="1359066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5C5E509-5201-460F-8508-EEAECCAE03FA}"/>
              </a:ext>
            </a:extLst>
          </p:cNvPr>
          <p:cNvSpPr txBox="1"/>
          <p:nvPr/>
        </p:nvSpPr>
        <p:spPr>
          <a:xfrm>
            <a:off x="8989946" y="6075579"/>
            <a:ext cx="643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F2900E0-5BA0-4499-96AF-6E758ABF933E}"/>
              </a:ext>
            </a:extLst>
          </p:cNvPr>
          <p:cNvSpPr/>
          <p:nvPr/>
        </p:nvSpPr>
        <p:spPr>
          <a:xfrm>
            <a:off x="273000" y="6481201"/>
            <a:ext cx="9360000" cy="182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43767D-171C-458B-B5C0-C28843CB2A2B}"/>
              </a:ext>
            </a:extLst>
          </p:cNvPr>
          <p:cNvSpPr txBox="1"/>
          <p:nvPr/>
        </p:nvSpPr>
        <p:spPr>
          <a:xfrm>
            <a:off x="1490892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2720C8E-7193-449F-8F60-E740783C7A56}"/>
              </a:ext>
            </a:extLst>
          </p:cNvPr>
          <p:cNvSpPr/>
          <p:nvPr/>
        </p:nvSpPr>
        <p:spPr>
          <a:xfrm>
            <a:off x="1400483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C6DFC03-95A4-4616-9905-3E7412D840F8}"/>
              </a:ext>
            </a:extLst>
          </p:cNvPr>
          <p:cNvSpPr/>
          <p:nvPr/>
        </p:nvSpPr>
        <p:spPr>
          <a:xfrm rot="16200000">
            <a:off x="1953401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0A4B44E-D174-4EDD-968F-8867FB7AC722}"/>
              </a:ext>
            </a:extLst>
          </p:cNvPr>
          <p:cNvSpPr txBox="1"/>
          <p:nvPr/>
        </p:nvSpPr>
        <p:spPr>
          <a:xfrm>
            <a:off x="2613690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46ECB1C-29E2-4660-8435-1553A60E44CD}"/>
              </a:ext>
            </a:extLst>
          </p:cNvPr>
          <p:cNvSpPr/>
          <p:nvPr/>
        </p:nvSpPr>
        <p:spPr>
          <a:xfrm>
            <a:off x="2523281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5368F9E-6800-4AF1-B6F7-CBFD6C21BF14}"/>
              </a:ext>
            </a:extLst>
          </p:cNvPr>
          <p:cNvSpPr txBox="1"/>
          <p:nvPr/>
        </p:nvSpPr>
        <p:spPr>
          <a:xfrm>
            <a:off x="3736488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B0EBE86-127E-4AF0-9AC5-AF58E06F7467}"/>
              </a:ext>
            </a:extLst>
          </p:cNvPr>
          <p:cNvSpPr/>
          <p:nvPr/>
        </p:nvSpPr>
        <p:spPr>
          <a:xfrm>
            <a:off x="3646079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75D356D-27AE-4A86-B5F1-8683A13E8A3C}"/>
              </a:ext>
            </a:extLst>
          </p:cNvPr>
          <p:cNvSpPr txBox="1"/>
          <p:nvPr/>
        </p:nvSpPr>
        <p:spPr>
          <a:xfrm>
            <a:off x="4859286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CB84778-D4A5-48B1-A0FE-65B6FA3168F3}"/>
              </a:ext>
            </a:extLst>
          </p:cNvPr>
          <p:cNvSpPr/>
          <p:nvPr/>
        </p:nvSpPr>
        <p:spPr>
          <a:xfrm>
            <a:off x="4768877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726988A-0F0B-49B2-8064-41DD73BCAB9E}"/>
              </a:ext>
            </a:extLst>
          </p:cNvPr>
          <p:cNvSpPr txBox="1"/>
          <p:nvPr/>
        </p:nvSpPr>
        <p:spPr>
          <a:xfrm>
            <a:off x="5982083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BC82945-608D-472E-A66F-956F49159AE0}"/>
              </a:ext>
            </a:extLst>
          </p:cNvPr>
          <p:cNvSpPr/>
          <p:nvPr/>
        </p:nvSpPr>
        <p:spPr>
          <a:xfrm>
            <a:off x="5891675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E1DB8F3-6872-479B-92E1-48A59BC5FECD}"/>
              </a:ext>
            </a:extLst>
          </p:cNvPr>
          <p:cNvSpPr/>
          <p:nvPr/>
        </p:nvSpPr>
        <p:spPr>
          <a:xfrm>
            <a:off x="260724" y="598900"/>
            <a:ext cx="972000" cy="54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9159DC5-9508-45DE-86F7-A28C36B0ADDE}"/>
              </a:ext>
            </a:extLst>
          </p:cNvPr>
          <p:cNvSpPr txBox="1"/>
          <p:nvPr/>
        </p:nvSpPr>
        <p:spPr>
          <a:xfrm>
            <a:off x="361683" y="576513"/>
            <a:ext cx="77008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♯</a:t>
            </a:r>
            <a:r>
              <a:rPr lang="en-US" altLang="ja-JP" sz="3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1ACEFC5-B956-4655-814D-48726F89421A}"/>
              </a:ext>
            </a:extLst>
          </p:cNvPr>
          <p:cNvCxnSpPr>
            <a:cxnSpLocks/>
          </p:cNvCxnSpPr>
          <p:nvPr/>
        </p:nvCxnSpPr>
        <p:spPr>
          <a:xfrm>
            <a:off x="270323" y="266763"/>
            <a:ext cx="936000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21F0BCD5-0079-4D2E-92F8-A436267DD770}"/>
              </a:ext>
            </a:extLst>
          </p:cNvPr>
          <p:cNvCxnSpPr>
            <a:cxnSpLocks/>
          </p:cNvCxnSpPr>
          <p:nvPr/>
        </p:nvCxnSpPr>
        <p:spPr>
          <a:xfrm>
            <a:off x="270323" y="6663931"/>
            <a:ext cx="936000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EF767A5-721C-407B-A63B-4158FA75A87F}"/>
              </a:ext>
            </a:extLst>
          </p:cNvPr>
          <p:cNvSpPr/>
          <p:nvPr/>
        </p:nvSpPr>
        <p:spPr>
          <a:xfrm rot="16200000">
            <a:off x="3057161" y="627732"/>
            <a:ext cx="72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718873F7-1B81-41B5-AB5A-E930BC6B141C}"/>
              </a:ext>
            </a:extLst>
          </p:cNvPr>
          <p:cNvSpPr/>
          <p:nvPr/>
        </p:nvSpPr>
        <p:spPr>
          <a:xfrm rot="16200000">
            <a:off x="4198997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DE39AD3A-BD19-47F6-9DA5-799B1FCF2881}"/>
              </a:ext>
            </a:extLst>
          </p:cNvPr>
          <p:cNvSpPr/>
          <p:nvPr/>
        </p:nvSpPr>
        <p:spPr>
          <a:xfrm rot="16200000">
            <a:off x="5302757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1D892B40-BABB-4E3D-85F2-2B2DD99B1DC4}"/>
              </a:ext>
            </a:extLst>
          </p:cNvPr>
          <p:cNvSpPr/>
          <p:nvPr/>
        </p:nvSpPr>
        <p:spPr>
          <a:xfrm rot="16200000">
            <a:off x="6435073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00D582B-FD4B-40EB-8D20-543093E2A10B}"/>
              </a:ext>
            </a:extLst>
          </p:cNvPr>
          <p:cNvSpPr/>
          <p:nvPr/>
        </p:nvSpPr>
        <p:spPr>
          <a:xfrm>
            <a:off x="273000" y="322692"/>
            <a:ext cx="9360000" cy="1827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7DACA6-AFBA-4ED2-834D-FF5C73549EF9}"/>
              </a:ext>
            </a:extLst>
          </p:cNvPr>
          <p:cNvSpPr txBox="1"/>
          <p:nvPr/>
        </p:nvSpPr>
        <p:spPr>
          <a:xfrm>
            <a:off x="1436483" y="1359066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5C5E509-5201-460F-8508-EEAECCAE03FA}"/>
              </a:ext>
            </a:extLst>
          </p:cNvPr>
          <p:cNvSpPr txBox="1"/>
          <p:nvPr/>
        </p:nvSpPr>
        <p:spPr>
          <a:xfrm>
            <a:off x="8989946" y="6075579"/>
            <a:ext cx="643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F2900E0-5BA0-4499-96AF-6E758ABF933E}"/>
              </a:ext>
            </a:extLst>
          </p:cNvPr>
          <p:cNvSpPr/>
          <p:nvPr/>
        </p:nvSpPr>
        <p:spPr>
          <a:xfrm>
            <a:off x="273000" y="6481201"/>
            <a:ext cx="9360000" cy="182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43767D-171C-458B-B5C0-C28843CB2A2B}"/>
              </a:ext>
            </a:extLst>
          </p:cNvPr>
          <p:cNvSpPr txBox="1"/>
          <p:nvPr/>
        </p:nvSpPr>
        <p:spPr>
          <a:xfrm>
            <a:off x="1490892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2720C8E-7193-449F-8F60-E740783C7A56}"/>
              </a:ext>
            </a:extLst>
          </p:cNvPr>
          <p:cNvSpPr/>
          <p:nvPr/>
        </p:nvSpPr>
        <p:spPr>
          <a:xfrm>
            <a:off x="1400483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C6DFC03-95A4-4616-9905-3E7412D840F8}"/>
              </a:ext>
            </a:extLst>
          </p:cNvPr>
          <p:cNvSpPr/>
          <p:nvPr/>
        </p:nvSpPr>
        <p:spPr>
          <a:xfrm rot="16200000">
            <a:off x="1953401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0A4B44E-D174-4EDD-968F-8867FB7AC722}"/>
              </a:ext>
            </a:extLst>
          </p:cNvPr>
          <p:cNvSpPr txBox="1"/>
          <p:nvPr/>
        </p:nvSpPr>
        <p:spPr>
          <a:xfrm>
            <a:off x="2613690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46ECB1C-29E2-4660-8435-1553A60E44CD}"/>
              </a:ext>
            </a:extLst>
          </p:cNvPr>
          <p:cNvSpPr/>
          <p:nvPr/>
        </p:nvSpPr>
        <p:spPr>
          <a:xfrm>
            <a:off x="2523281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5368F9E-6800-4AF1-B6F7-CBFD6C21BF14}"/>
              </a:ext>
            </a:extLst>
          </p:cNvPr>
          <p:cNvSpPr txBox="1"/>
          <p:nvPr/>
        </p:nvSpPr>
        <p:spPr>
          <a:xfrm>
            <a:off x="3736488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B0EBE86-127E-4AF0-9AC5-AF58E06F7467}"/>
              </a:ext>
            </a:extLst>
          </p:cNvPr>
          <p:cNvSpPr/>
          <p:nvPr/>
        </p:nvSpPr>
        <p:spPr>
          <a:xfrm>
            <a:off x="3646079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75D356D-27AE-4A86-B5F1-8683A13E8A3C}"/>
              </a:ext>
            </a:extLst>
          </p:cNvPr>
          <p:cNvSpPr txBox="1"/>
          <p:nvPr/>
        </p:nvSpPr>
        <p:spPr>
          <a:xfrm>
            <a:off x="4859286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CB84778-D4A5-48B1-A0FE-65B6FA3168F3}"/>
              </a:ext>
            </a:extLst>
          </p:cNvPr>
          <p:cNvSpPr/>
          <p:nvPr/>
        </p:nvSpPr>
        <p:spPr>
          <a:xfrm>
            <a:off x="4768877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726988A-0F0B-49B2-8064-41DD73BCAB9E}"/>
              </a:ext>
            </a:extLst>
          </p:cNvPr>
          <p:cNvSpPr txBox="1"/>
          <p:nvPr/>
        </p:nvSpPr>
        <p:spPr>
          <a:xfrm>
            <a:off x="5982083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BC82945-608D-472E-A66F-956F49159AE0}"/>
              </a:ext>
            </a:extLst>
          </p:cNvPr>
          <p:cNvSpPr/>
          <p:nvPr/>
        </p:nvSpPr>
        <p:spPr>
          <a:xfrm>
            <a:off x="5891675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E1DB8F3-6872-479B-92E1-48A59BC5FECD}"/>
              </a:ext>
            </a:extLst>
          </p:cNvPr>
          <p:cNvSpPr/>
          <p:nvPr/>
        </p:nvSpPr>
        <p:spPr>
          <a:xfrm>
            <a:off x="260724" y="598900"/>
            <a:ext cx="972000" cy="54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9159DC5-9508-45DE-86F7-A28C36B0ADDE}"/>
              </a:ext>
            </a:extLst>
          </p:cNvPr>
          <p:cNvSpPr txBox="1"/>
          <p:nvPr/>
        </p:nvSpPr>
        <p:spPr>
          <a:xfrm>
            <a:off x="361683" y="576513"/>
            <a:ext cx="77008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♯</a:t>
            </a:r>
            <a:r>
              <a:rPr lang="en-US" altLang="ja-JP" sz="3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1ACEFC5-B956-4655-814D-48726F89421A}"/>
              </a:ext>
            </a:extLst>
          </p:cNvPr>
          <p:cNvCxnSpPr>
            <a:cxnSpLocks/>
          </p:cNvCxnSpPr>
          <p:nvPr/>
        </p:nvCxnSpPr>
        <p:spPr>
          <a:xfrm>
            <a:off x="270323" y="266763"/>
            <a:ext cx="936000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21F0BCD5-0079-4D2E-92F8-A436267DD770}"/>
              </a:ext>
            </a:extLst>
          </p:cNvPr>
          <p:cNvCxnSpPr>
            <a:cxnSpLocks/>
          </p:cNvCxnSpPr>
          <p:nvPr/>
        </p:nvCxnSpPr>
        <p:spPr>
          <a:xfrm>
            <a:off x="270323" y="6663931"/>
            <a:ext cx="936000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EF767A5-721C-407B-A63B-4158FA75A87F}"/>
              </a:ext>
            </a:extLst>
          </p:cNvPr>
          <p:cNvSpPr/>
          <p:nvPr/>
        </p:nvSpPr>
        <p:spPr>
          <a:xfrm rot="16200000">
            <a:off x="3057161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718873F7-1B81-41B5-AB5A-E930BC6B141C}"/>
              </a:ext>
            </a:extLst>
          </p:cNvPr>
          <p:cNvSpPr/>
          <p:nvPr/>
        </p:nvSpPr>
        <p:spPr>
          <a:xfrm rot="16200000">
            <a:off x="4198997" y="627732"/>
            <a:ext cx="72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DE39AD3A-BD19-47F6-9DA5-799B1FCF2881}"/>
              </a:ext>
            </a:extLst>
          </p:cNvPr>
          <p:cNvSpPr/>
          <p:nvPr/>
        </p:nvSpPr>
        <p:spPr>
          <a:xfrm rot="16200000">
            <a:off x="5302757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1D892B40-BABB-4E3D-85F2-2B2DD99B1DC4}"/>
              </a:ext>
            </a:extLst>
          </p:cNvPr>
          <p:cNvSpPr/>
          <p:nvPr/>
        </p:nvSpPr>
        <p:spPr>
          <a:xfrm rot="16200000">
            <a:off x="6435073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390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00D582B-FD4B-40EB-8D20-543093E2A10B}"/>
              </a:ext>
            </a:extLst>
          </p:cNvPr>
          <p:cNvSpPr/>
          <p:nvPr/>
        </p:nvSpPr>
        <p:spPr>
          <a:xfrm>
            <a:off x="273000" y="322692"/>
            <a:ext cx="9360000" cy="1827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7DACA6-AFBA-4ED2-834D-FF5C73549EF9}"/>
              </a:ext>
            </a:extLst>
          </p:cNvPr>
          <p:cNvSpPr txBox="1"/>
          <p:nvPr/>
        </p:nvSpPr>
        <p:spPr>
          <a:xfrm>
            <a:off x="1436483" y="1359066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5C5E509-5201-460F-8508-EEAECCAE03FA}"/>
              </a:ext>
            </a:extLst>
          </p:cNvPr>
          <p:cNvSpPr txBox="1"/>
          <p:nvPr/>
        </p:nvSpPr>
        <p:spPr>
          <a:xfrm>
            <a:off x="8989946" y="6075579"/>
            <a:ext cx="643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F2900E0-5BA0-4499-96AF-6E758ABF933E}"/>
              </a:ext>
            </a:extLst>
          </p:cNvPr>
          <p:cNvSpPr/>
          <p:nvPr/>
        </p:nvSpPr>
        <p:spPr>
          <a:xfrm>
            <a:off x="273000" y="6481201"/>
            <a:ext cx="9360000" cy="182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43767D-171C-458B-B5C0-C28843CB2A2B}"/>
              </a:ext>
            </a:extLst>
          </p:cNvPr>
          <p:cNvSpPr txBox="1"/>
          <p:nvPr/>
        </p:nvSpPr>
        <p:spPr>
          <a:xfrm>
            <a:off x="1490892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2720C8E-7193-449F-8F60-E740783C7A56}"/>
              </a:ext>
            </a:extLst>
          </p:cNvPr>
          <p:cNvSpPr/>
          <p:nvPr/>
        </p:nvSpPr>
        <p:spPr>
          <a:xfrm>
            <a:off x="1400483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C6DFC03-95A4-4616-9905-3E7412D840F8}"/>
              </a:ext>
            </a:extLst>
          </p:cNvPr>
          <p:cNvSpPr/>
          <p:nvPr/>
        </p:nvSpPr>
        <p:spPr>
          <a:xfrm rot="16200000">
            <a:off x="1953401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0A4B44E-D174-4EDD-968F-8867FB7AC722}"/>
              </a:ext>
            </a:extLst>
          </p:cNvPr>
          <p:cNvSpPr txBox="1"/>
          <p:nvPr/>
        </p:nvSpPr>
        <p:spPr>
          <a:xfrm>
            <a:off x="2613690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46ECB1C-29E2-4660-8435-1553A60E44CD}"/>
              </a:ext>
            </a:extLst>
          </p:cNvPr>
          <p:cNvSpPr/>
          <p:nvPr/>
        </p:nvSpPr>
        <p:spPr>
          <a:xfrm>
            <a:off x="2523281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5368F9E-6800-4AF1-B6F7-CBFD6C21BF14}"/>
              </a:ext>
            </a:extLst>
          </p:cNvPr>
          <p:cNvSpPr txBox="1"/>
          <p:nvPr/>
        </p:nvSpPr>
        <p:spPr>
          <a:xfrm>
            <a:off x="3736488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B0EBE86-127E-4AF0-9AC5-AF58E06F7467}"/>
              </a:ext>
            </a:extLst>
          </p:cNvPr>
          <p:cNvSpPr/>
          <p:nvPr/>
        </p:nvSpPr>
        <p:spPr>
          <a:xfrm>
            <a:off x="3646079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75D356D-27AE-4A86-B5F1-8683A13E8A3C}"/>
              </a:ext>
            </a:extLst>
          </p:cNvPr>
          <p:cNvSpPr txBox="1"/>
          <p:nvPr/>
        </p:nvSpPr>
        <p:spPr>
          <a:xfrm>
            <a:off x="4859286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CB84778-D4A5-48B1-A0FE-65B6FA3168F3}"/>
              </a:ext>
            </a:extLst>
          </p:cNvPr>
          <p:cNvSpPr/>
          <p:nvPr/>
        </p:nvSpPr>
        <p:spPr>
          <a:xfrm>
            <a:off x="4768877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726988A-0F0B-49B2-8064-41DD73BCAB9E}"/>
              </a:ext>
            </a:extLst>
          </p:cNvPr>
          <p:cNvSpPr txBox="1"/>
          <p:nvPr/>
        </p:nvSpPr>
        <p:spPr>
          <a:xfrm>
            <a:off x="5982083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BC82945-608D-472E-A66F-956F49159AE0}"/>
              </a:ext>
            </a:extLst>
          </p:cNvPr>
          <p:cNvSpPr/>
          <p:nvPr/>
        </p:nvSpPr>
        <p:spPr>
          <a:xfrm>
            <a:off x="5891675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E1DB8F3-6872-479B-92E1-48A59BC5FECD}"/>
              </a:ext>
            </a:extLst>
          </p:cNvPr>
          <p:cNvSpPr/>
          <p:nvPr/>
        </p:nvSpPr>
        <p:spPr>
          <a:xfrm>
            <a:off x="260724" y="598900"/>
            <a:ext cx="972000" cy="54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9159DC5-9508-45DE-86F7-A28C36B0ADDE}"/>
              </a:ext>
            </a:extLst>
          </p:cNvPr>
          <p:cNvSpPr txBox="1"/>
          <p:nvPr/>
        </p:nvSpPr>
        <p:spPr>
          <a:xfrm>
            <a:off x="361683" y="576513"/>
            <a:ext cx="77008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♯</a:t>
            </a:r>
            <a:r>
              <a:rPr lang="en-US" altLang="ja-JP" sz="3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1ACEFC5-B956-4655-814D-48726F89421A}"/>
              </a:ext>
            </a:extLst>
          </p:cNvPr>
          <p:cNvCxnSpPr>
            <a:cxnSpLocks/>
          </p:cNvCxnSpPr>
          <p:nvPr/>
        </p:nvCxnSpPr>
        <p:spPr>
          <a:xfrm>
            <a:off x="270323" y="266763"/>
            <a:ext cx="936000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21F0BCD5-0079-4D2E-92F8-A436267DD770}"/>
              </a:ext>
            </a:extLst>
          </p:cNvPr>
          <p:cNvCxnSpPr>
            <a:cxnSpLocks/>
          </p:cNvCxnSpPr>
          <p:nvPr/>
        </p:nvCxnSpPr>
        <p:spPr>
          <a:xfrm>
            <a:off x="270323" y="6663931"/>
            <a:ext cx="936000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EF767A5-721C-407B-A63B-4158FA75A87F}"/>
              </a:ext>
            </a:extLst>
          </p:cNvPr>
          <p:cNvSpPr/>
          <p:nvPr/>
        </p:nvSpPr>
        <p:spPr>
          <a:xfrm rot="16200000">
            <a:off x="3057161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718873F7-1B81-41B5-AB5A-E930BC6B141C}"/>
              </a:ext>
            </a:extLst>
          </p:cNvPr>
          <p:cNvSpPr/>
          <p:nvPr/>
        </p:nvSpPr>
        <p:spPr>
          <a:xfrm rot="16200000">
            <a:off x="4198997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DE39AD3A-BD19-47F6-9DA5-799B1FCF2881}"/>
              </a:ext>
            </a:extLst>
          </p:cNvPr>
          <p:cNvSpPr/>
          <p:nvPr/>
        </p:nvSpPr>
        <p:spPr>
          <a:xfrm rot="16200000">
            <a:off x="5302757" y="627732"/>
            <a:ext cx="72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1D892B40-BABB-4E3D-85F2-2B2DD99B1DC4}"/>
              </a:ext>
            </a:extLst>
          </p:cNvPr>
          <p:cNvSpPr/>
          <p:nvPr/>
        </p:nvSpPr>
        <p:spPr>
          <a:xfrm rot="16200000">
            <a:off x="6435073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223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00D582B-FD4B-40EB-8D20-543093E2A10B}"/>
              </a:ext>
            </a:extLst>
          </p:cNvPr>
          <p:cNvSpPr/>
          <p:nvPr/>
        </p:nvSpPr>
        <p:spPr>
          <a:xfrm>
            <a:off x="273000" y="322692"/>
            <a:ext cx="9360000" cy="1827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7DACA6-AFBA-4ED2-834D-FF5C73549EF9}"/>
              </a:ext>
            </a:extLst>
          </p:cNvPr>
          <p:cNvSpPr txBox="1"/>
          <p:nvPr/>
        </p:nvSpPr>
        <p:spPr>
          <a:xfrm>
            <a:off x="1436483" y="1359066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5C5E509-5201-460F-8508-EEAECCAE03FA}"/>
              </a:ext>
            </a:extLst>
          </p:cNvPr>
          <p:cNvSpPr txBox="1"/>
          <p:nvPr/>
        </p:nvSpPr>
        <p:spPr>
          <a:xfrm>
            <a:off x="8989946" y="6075579"/>
            <a:ext cx="643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F2900E0-5BA0-4499-96AF-6E758ABF933E}"/>
              </a:ext>
            </a:extLst>
          </p:cNvPr>
          <p:cNvSpPr/>
          <p:nvPr/>
        </p:nvSpPr>
        <p:spPr>
          <a:xfrm>
            <a:off x="273000" y="6481201"/>
            <a:ext cx="9360000" cy="182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43767D-171C-458B-B5C0-C28843CB2A2B}"/>
              </a:ext>
            </a:extLst>
          </p:cNvPr>
          <p:cNvSpPr txBox="1"/>
          <p:nvPr/>
        </p:nvSpPr>
        <p:spPr>
          <a:xfrm>
            <a:off x="1490892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2720C8E-7193-449F-8F60-E740783C7A56}"/>
              </a:ext>
            </a:extLst>
          </p:cNvPr>
          <p:cNvSpPr/>
          <p:nvPr/>
        </p:nvSpPr>
        <p:spPr>
          <a:xfrm>
            <a:off x="1400483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C6DFC03-95A4-4616-9905-3E7412D840F8}"/>
              </a:ext>
            </a:extLst>
          </p:cNvPr>
          <p:cNvSpPr/>
          <p:nvPr/>
        </p:nvSpPr>
        <p:spPr>
          <a:xfrm rot="16200000">
            <a:off x="1953401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0A4B44E-D174-4EDD-968F-8867FB7AC722}"/>
              </a:ext>
            </a:extLst>
          </p:cNvPr>
          <p:cNvSpPr txBox="1"/>
          <p:nvPr/>
        </p:nvSpPr>
        <p:spPr>
          <a:xfrm>
            <a:off x="2613690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46ECB1C-29E2-4660-8435-1553A60E44CD}"/>
              </a:ext>
            </a:extLst>
          </p:cNvPr>
          <p:cNvSpPr/>
          <p:nvPr/>
        </p:nvSpPr>
        <p:spPr>
          <a:xfrm>
            <a:off x="2523281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5368F9E-6800-4AF1-B6F7-CBFD6C21BF14}"/>
              </a:ext>
            </a:extLst>
          </p:cNvPr>
          <p:cNvSpPr txBox="1"/>
          <p:nvPr/>
        </p:nvSpPr>
        <p:spPr>
          <a:xfrm>
            <a:off x="3736488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B0EBE86-127E-4AF0-9AC5-AF58E06F7467}"/>
              </a:ext>
            </a:extLst>
          </p:cNvPr>
          <p:cNvSpPr/>
          <p:nvPr/>
        </p:nvSpPr>
        <p:spPr>
          <a:xfrm>
            <a:off x="3646079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75D356D-27AE-4A86-B5F1-8683A13E8A3C}"/>
              </a:ext>
            </a:extLst>
          </p:cNvPr>
          <p:cNvSpPr txBox="1"/>
          <p:nvPr/>
        </p:nvSpPr>
        <p:spPr>
          <a:xfrm>
            <a:off x="4859286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CB84778-D4A5-48B1-A0FE-65B6FA3168F3}"/>
              </a:ext>
            </a:extLst>
          </p:cNvPr>
          <p:cNvSpPr/>
          <p:nvPr/>
        </p:nvSpPr>
        <p:spPr>
          <a:xfrm>
            <a:off x="4768877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726988A-0F0B-49B2-8064-41DD73BCAB9E}"/>
              </a:ext>
            </a:extLst>
          </p:cNvPr>
          <p:cNvSpPr txBox="1"/>
          <p:nvPr/>
        </p:nvSpPr>
        <p:spPr>
          <a:xfrm>
            <a:off x="5982083" y="730401"/>
            <a:ext cx="9779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b="1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b="1" spc="-1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BC82945-608D-472E-A66F-956F49159AE0}"/>
              </a:ext>
            </a:extLst>
          </p:cNvPr>
          <p:cNvSpPr/>
          <p:nvPr/>
        </p:nvSpPr>
        <p:spPr>
          <a:xfrm>
            <a:off x="5891675" y="634900"/>
            <a:ext cx="36000" cy="46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E1DB8F3-6872-479B-92E1-48A59BC5FECD}"/>
              </a:ext>
            </a:extLst>
          </p:cNvPr>
          <p:cNvSpPr/>
          <p:nvPr/>
        </p:nvSpPr>
        <p:spPr>
          <a:xfrm>
            <a:off x="260724" y="598900"/>
            <a:ext cx="972000" cy="54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9159DC5-9508-45DE-86F7-A28C36B0ADDE}"/>
              </a:ext>
            </a:extLst>
          </p:cNvPr>
          <p:cNvSpPr txBox="1"/>
          <p:nvPr/>
        </p:nvSpPr>
        <p:spPr>
          <a:xfrm>
            <a:off x="361683" y="576513"/>
            <a:ext cx="77008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♯</a:t>
            </a:r>
            <a:r>
              <a:rPr lang="en-US" altLang="ja-JP" sz="32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1ACEFC5-B956-4655-814D-48726F89421A}"/>
              </a:ext>
            </a:extLst>
          </p:cNvPr>
          <p:cNvCxnSpPr>
            <a:cxnSpLocks/>
          </p:cNvCxnSpPr>
          <p:nvPr/>
        </p:nvCxnSpPr>
        <p:spPr>
          <a:xfrm>
            <a:off x="270323" y="266763"/>
            <a:ext cx="936000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21F0BCD5-0079-4D2E-92F8-A436267DD770}"/>
              </a:ext>
            </a:extLst>
          </p:cNvPr>
          <p:cNvCxnSpPr>
            <a:cxnSpLocks/>
          </p:cNvCxnSpPr>
          <p:nvPr/>
        </p:nvCxnSpPr>
        <p:spPr>
          <a:xfrm>
            <a:off x="270323" y="6663931"/>
            <a:ext cx="936000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EF767A5-721C-407B-A63B-4158FA75A87F}"/>
              </a:ext>
            </a:extLst>
          </p:cNvPr>
          <p:cNvSpPr/>
          <p:nvPr/>
        </p:nvSpPr>
        <p:spPr>
          <a:xfrm rot="16200000">
            <a:off x="3057161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718873F7-1B81-41B5-AB5A-E930BC6B141C}"/>
              </a:ext>
            </a:extLst>
          </p:cNvPr>
          <p:cNvSpPr/>
          <p:nvPr/>
        </p:nvSpPr>
        <p:spPr>
          <a:xfrm rot="16200000">
            <a:off x="4198997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DE39AD3A-BD19-47F6-9DA5-799B1FCF2881}"/>
              </a:ext>
            </a:extLst>
          </p:cNvPr>
          <p:cNvSpPr/>
          <p:nvPr/>
        </p:nvSpPr>
        <p:spPr>
          <a:xfrm rot="16200000">
            <a:off x="5302757" y="627732"/>
            <a:ext cx="72000" cy="90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1D892B40-BABB-4E3D-85F2-2B2DD99B1DC4}"/>
              </a:ext>
            </a:extLst>
          </p:cNvPr>
          <p:cNvSpPr/>
          <p:nvPr/>
        </p:nvSpPr>
        <p:spPr>
          <a:xfrm rot="16200000">
            <a:off x="6435073" y="627732"/>
            <a:ext cx="72000" cy="900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383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</TotalTime>
  <Words>190</Words>
  <Application>Microsoft Office PowerPoint</Application>
  <PresentationFormat>A4 210 x 297 mm</PresentationFormat>
  <Paragraphs>40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36</cp:revision>
  <dcterms:created xsi:type="dcterms:W3CDTF">2017-11-09T07:26:57Z</dcterms:created>
  <dcterms:modified xsi:type="dcterms:W3CDTF">2018-03-05T10:41:27Z</dcterms:modified>
</cp:coreProperties>
</file>