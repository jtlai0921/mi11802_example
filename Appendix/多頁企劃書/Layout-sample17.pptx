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  <p:sldId id="260" r:id="rId5"/>
    <p:sldId id="261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00D582B-FD4B-40EB-8D20-543093E2A10B}"/>
              </a:ext>
            </a:extLst>
          </p:cNvPr>
          <p:cNvSpPr/>
          <p:nvPr/>
        </p:nvSpPr>
        <p:spPr>
          <a:xfrm>
            <a:off x="273000" y="189000"/>
            <a:ext cx="9360000" cy="108224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A289870-DD05-4308-80DE-4CB547CCD772}"/>
              </a:ext>
            </a:extLst>
          </p:cNvPr>
          <p:cNvSpPr/>
          <p:nvPr/>
        </p:nvSpPr>
        <p:spPr>
          <a:xfrm>
            <a:off x="363765" y="730120"/>
            <a:ext cx="2226695" cy="39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43767D-171C-458B-B5C0-C28843CB2A2B}"/>
              </a:ext>
            </a:extLst>
          </p:cNvPr>
          <p:cNvSpPr txBox="1"/>
          <p:nvPr/>
        </p:nvSpPr>
        <p:spPr>
          <a:xfrm>
            <a:off x="915771" y="789621"/>
            <a:ext cx="111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929CDA-9912-4BB0-AF07-99C6B857D527}"/>
              </a:ext>
            </a:extLst>
          </p:cNvPr>
          <p:cNvSpPr/>
          <p:nvPr/>
        </p:nvSpPr>
        <p:spPr>
          <a:xfrm>
            <a:off x="363766" y="301457"/>
            <a:ext cx="1113347" cy="396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EEF058-43A1-45F4-BE81-A8A1716DECB7}"/>
              </a:ext>
            </a:extLst>
          </p:cNvPr>
          <p:cNvSpPr/>
          <p:nvPr/>
        </p:nvSpPr>
        <p:spPr>
          <a:xfrm>
            <a:off x="1475558" y="301457"/>
            <a:ext cx="1113347" cy="396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A95D6D-88AC-4C0E-9502-960D435B1DAA}"/>
              </a:ext>
            </a:extLst>
          </p:cNvPr>
          <p:cNvSpPr txBox="1"/>
          <p:nvPr/>
        </p:nvSpPr>
        <p:spPr>
          <a:xfrm>
            <a:off x="677134" y="388397"/>
            <a:ext cx="477273" cy="224042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ja-JP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A0C986A-7CD1-4151-9D5A-AB50BB16DC94}"/>
              </a:ext>
            </a:extLst>
          </p:cNvPr>
          <p:cNvSpPr txBox="1"/>
          <p:nvPr/>
        </p:nvSpPr>
        <p:spPr>
          <a:xfrm>
            <a:off x="1566589" y="360958"/>
            <a:ext cx="931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57A0A17-AD68-4FD2-A272-62F1023166C8}"/>
              </a:ext>
            </a:extLst>
          </p:cNvPr>
          <p:cNvSpPr/>
          <p:nvPr/>
        </p:nvSpPr>
        <p:spPr>
          <a:xfrm>
            <a:off x="2726305" y="301457"/>
            <a:ext cx="6815930" cy="82466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7DACA6-AFBA-4ED2-834D-FF5C73549EF9}"/>
              </a:ext>
            </a:extLst>
          </p:cNvPr>
          <p:cNvSpPr txBox="1"/>
          <p:nvPr/>
        </p:nvSpPr>
        <p:spPr>
          <a:xfrm>
            <a:off x="2823250" y="45217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8989946" y="6311553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00D582B-FD4B-40EB-8D20-543093E2A10B}"/>
              </a:ext>
            </a:extLst>
          </p:cNvPr>
          <p:cNvSpPr/>
          <p:nvPr/>
        </p:nvSpPr>
        <p:spPr>
          <a:xfrm>
            <a:off x="273000" y="189000"/>
            <a:ext cx="9360000" cy="108224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A289870-DD05-4308-80DE-4CB547CCD772}"/>
              </a:ext>
            </a:extLst>
          </p:cNvPr>
          <p:cNvSpPr/>
          <p:nvPr/>
        </p:nvSpPr>
        <p:spPr>
          <a:xfrm>
            <a:off x="363765" y="730120"/>
            <a:ext cx="2226695" cy="39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43767D-171C-458B-B5C0-C28843CB2A2B}"/>
              </a:ext>
            </a:extLst>
          </p:cNvPr>
          <p:cNvSpPr txBox="1"/>
          <p:nvPr/>
        </p:nvSpPr>
        <p:spPr>
          <a:xfrm>
            <a:off x="915771" y="789621"/>
            <a:ext cx="111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929CDA-9912-4BB0-AF07-99C6B857D527}"/>
              </a:ext>
            </a:extLst>
          </p:cNvPr>
          <p:cNvSpPr/>
          <p:nvPr/>
        </p:nvSpPr>
        <p:spPr>
          <a:xfrm>
            <a:off x="363766" y="301457"/>
            <a:ext cx="1113347" cy="396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EEF058-43A1-45F4-BE81-A8A1716DECB7}"/>
              </a:ext>
            </a:extLst>
          </p:cNvPr>
          <p:cNvSpPr/>
          <p:nvPr/>
        </p:nvSpPr>
        <p:spPr>
          <a:xfrm>
            <a:off x="1475558" y="301457"/>
            <a:ext cx="1113347" cy="396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A95D6D-88AC-4C0E-9502-960D435B1DAA}"/>
              </a:ext>
            </a:extLst>
          </p:cNvPr>
          <p:cNvSpPr txBox="1"/>
          <p:nvPr/>
        </p:nvSpPr>
        <p:spPr>
          <a:xfrm>
            <a:off x="677134" y="388397"/>
            <a:ext cx="477273" cy="224042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ja-JP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A0C986A-7CD1-4151-9D5A-AB50BB16DC94}"/>
              </a:ext>
            </a:extLst>
          </p:cNvPr>
          <p:cNvSpPr txBox="1"/>
          <p:nvPr/>
        </p:nvSpPr>
        <p:spPr>
          <a:xfrm>
            <a:off x="1566589" y="360958"/>
            <a:ext cx="931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57A0A17-AD68-4FD2-A272-62F1023166C8}"/>
              </a:ext>
            </a:extLst>
          </p:cNvPr>
          <p:cNvSpPr/>
          <p:nvPr/>
        </p:nvSpPr>
        <p:spPr>
          <a:xfrm>
            <a:off x="2726305" y="301457"/>
            <a:ext cx="6815930" cy="82466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7DACA6-AFBA-4ED2-834D-FF5C73549EF9}"/>
              </a:ext>
            </a:extLst>
          </p:cNvPr>
          <p:cNvSpPr txBox="1"/>
          <p:nvPr/>
        </p:nvSpPr>
        <p:spPr>
          <a:xfrm>
            <a:off x="2823250" y="45217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8989946" y="6311553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729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00D582B-FD4B-40EB-8D20-543093E2A10B}"/>
              </a:ext>
            </a:extLst>
          </p:cNvPr>
          <p:cNvSpPr/>
          <p:nvPr/>
        </p:nvSpPr>
        <p:spPr>
          <a:xfrm>
            <a:off x="273000" y="189000"/>
            <a:ext cx="9360000" cy="108224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A289870-DD05-4308-80DE-4CB547CCD772}"/>
              </a:ext>
            </a:extLst>
          </p:cNvPr>
          <p:cNvSpPr/>
          <p:nvPr/>
        </p:nvSpPr>
        <p:spPr>
          <a:xfrm>
            <a:off x="363765" y="730120"/>
            <a:ext cx="2226695" cy="39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43767D-171C-458B-B5C0-C28843CB2A2B}"/>
              </a:ext>
            </a:extLst>
          </p:cNvPr>
          <p:cNvSpPr txBox="1"/>
          <p:nvPr/>
        </p:nvSpPr>
        <p:spPr>
          <a:xfrm>
            <a:off x="915771" y="789621"/>
            <a:ext cx="111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929CDA-9912-4BB0-AF07-99C6B857D527}"/>
              </a:ext>
            </a:extLst>
          </p:cNvPr>
          <p:cNvSpPr/>
          <p:nvPr/>
        </p:nvSpPr>
        <p:spPr>
          <a:xfrm>
            <a:off x="363766" y="301457"/>
            <a:ext cx="1113347" cy="396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EEF058-43A1-45F4-BE81-A8A1716DECB7}"/>
              </a:ext>
            </a:extLst>
          </p:cNvPr>
          <p:cNvSpPr/>
          <p:nvPr/>
        </p:nvSpPr>
        <p:spPr>
          <a:xfrm>
            <a:off x="1475558" y="301457"/>
            <a:ext cx="1113347" cy="396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A95D6D-88AC-4C0E-9502-960D435B1DAA}"/>
              </a:ext>
            </a:extLst>
          </p:cNvPr>
          <p:cNvSpPr txBox="1"/>
          <p:nvPr/>
        </p:nvSpPr>
        <p:spPr>
          <a:xfrm>
            <a:off x="677134" y="388397"/>
            <a:ext cx="477273" cy="224042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ja-JP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A0C986A-7CD1-4151-9D5A-AB50BB16DC94}"/>
              </a:ext>
            </a:extLst>
          </p:cNvPr>
          <p:cNvSpPr txBox="1"/>
          <p:nvPr/>
        </p:nvSpPr>
        <p:spPr>
          <a:xfrm>
            <a:off x="1566589" y="360958"/>
            <a:ext cx="931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57A0A17-AD68-4FD2-A272-62F1023166C8}"/>
              </a:ext>
            </a:extLst>
          </p:cNvPr>
          <p:cNvSpPr/>
          <p:nvPr/>
        </p:nvSpPr>
        <p:spPr>
          <a:xfrm>
            <a:off x="2726305" y="301457"/>
            <a:ext cx="6815930" cy="82466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7DACA6-AFBA-4ED2-834D-FF5C73549EF9}"/>
              </a:ext>
            </a:extLst>
          </p:cNvPr>
          <p:cNvSpPr txBox="1"/>
          <p:nvPr/>
        </p:nvSpPr>
        <p:spPr>
          <a:xfrm>
            <a:off x="2823250" y="45217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8989946" y="6311553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21074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00D582B-FD4B-40EB-8D20-543093E2A10B}"/>
              </a:ext>
            </a:extLst>
          </p:cNvPr>
          <p:cNvSpPr/>
          <p:nvPr/>
        </p:nvSpPr>
        <p:spPr>
          <a:xfrm>
            <a:off x="273000" y="189000"/>
            <a:ext cx="9360000" cy="108224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A289870-DD05-4308-80DE-4CB547CCD772}"/>
              </a:ext>
            </a:extLst>
          </p:cNvPr>
          <p:cNvSpPr/>
          <p:nvPr/>
        </p:nvSpPr>
        <p:spPr>
          <a:xfrm>
            <a:off x="363765" y="730120"/>
            <a:ext cx="2226695" cy="39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43767D-171C-458B-B5C0-C28843CB2A2B}"/>
              </a:ext>
            </a:extLst>
          </p:cNvPr>
          <p:cNvSpPr txBox="1"/>
          <p:nvPr/>
        </p:nvSpPr>
        <p:spPr>
          <a:xfrm>
            <a:off x="915771" y="789621"/>
            <a:ext cx="111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929CDA-9912-4BB0-AF07-99C6B857D527}"/>
              </a:ext>
            </a:extLst>
          </p:cNvPr>
          <p:cNvSpPr/>
          <p:nvPr/>
        </p:nvSpPr>
        <p:spPr>
          <a:xfrm>
            <a:off x="363766" y="301457"/>
            <a:ext cx="1113347" cy="396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EEF058-43A1-45F4-BE81-A8A1716DECB7}"/>
              </a:ext>
            </a:extLst>
          </p:cNvPr>
          <p:cNvSpPr/>
          <p:nvPr/>
        </p:nvSpPr>
        <p:spPr>
          <a:xfrm>
            <a:off x="1475558" y="301457"/>
            <a:ext cx="1113347" cy="396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A95D6D-88AC-4C0E-9502-960D435B1DAA}"/>
              </a:ext>
            </a:extLst>
          </p:cNvPr>
          <p:cNvSpPr txBox="1"/>
          <p:nvPr/>
        </p:nvSpPr>
        <p:spPr>
          <a:xfrm>
            <a:off x="677134" y="388397"/>
            <a:ext cx="477273" cy="224042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ja-JP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A0C986A-7CD1-4151-9D5A-AB50BB16DC94}"/>
              </a:ext>
            </a:extLst>
          </p:cNvPr>
          <p:cNvSpPr txBox="1"/>
          <p:nvPr/>
        </p:nvSpPr>
        <p:spPr>
          <a:xfrm>
            <a:off x="1566589" y="360958"/>
            <a:ext cx="931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57A0A17-AD68-4FD2-A272-62F1023166C8}"/>
              </a:ext>
            </a:extLst>
          </p:cNvPr>
          <p:cNvSpPr/>
          <p:nvPr/>
        </p:nvSpPr>
        <p:spPr>
          <a:xfrm>
            <a:off x="2726305" y="301457"/>
            <a:ext cx="6815930" cy="82466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7DACA6-AFBA-4ED2-834D-FF5C73549EF9}"/>
              </a:ext>
            </a:extLst>
          </p:cNvPr>
          <p:cNvSpPr txBox="1"/>
          <p:nvPr/>
        </p:nvSpPr>
        <p:spPr>
          <a:xfrm>
            <a:off x="2823250" y="45217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8989946" y="6311553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73365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00D582B-FD4B-40EB-8D20-543093E2A10B}"/>
              </a:ext>
            </a:extLst>
          </p:cNvPr>
          <p:cNvSpPr/>
          <p:nvPr/>
        </p:nvSpPr>
        <p:spPr>
          <a:xfrm>
            <a:off x="273000" y="189000"/>
            <a:ext cx="9360000" cy="108224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A289870-DD05-4308-80DE-4CB547CCD772}"/>
              </a:ext>
            </a:extLst>
          </p:cNvPr>
          <p:cNvSpPr/>
          <p:nvPr/>
        </p:nvSpPr>
        <p:spPr>
          <a:xfrm>
            <a:off x="363765" y="730120"/>
            <a:ext cx="2226695" cy="39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43767D-171C-458B-B5C0-C28843CB2A2B}"/>
              </a:ext>
            </a:extLst>
          </p:cNvPr>
          <p:cNvSpPr txBox="1"/>
          <p:nvPr/>
        </p:nvSpPr>
        <p:spPr>
          <a:xfrm>
            <a:off x="915771" y="789621"/>
            <a:ext cx="111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929CDA-9912-4BB0-AF07-99C6B857D527}"/>
              </a:ext>
            </a:extLst>
          </p:cNvPr>
          <p:cNvSpPr/>
          <p:nvPr/>
        </p:nvSpPr>
        <p:spPr>
          <a:xfrm>
            <a:off x="363766" y="301457"/>
            <a:ext cx="1113347" cy="396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EEF058-43A1-45F4-BE81-A8A1716DECB7}"/>
              </a:ext>
            </a:extLst>
          </p:cNvPr>
          <p:cNvSpPr/>
          <p:nvPr/>
        </p:nvSpPr>
        <p:spPr>
          <a:xfrm>
            <a:off x="1475558" y="301457"/>
            <a:ext cx="1113347" cy="396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A95D6D-88AC-4C0E-9502-960D435B1DAA}"/>
              </a:ext>
            </a:extLst>
          </p:cNvPr>
          <p:cNvSpPr txBox="1"/>
          <p:nvPr/>
        </p:nvSpPr>
        <p:spPr>
          <a:xfrm>
            <a:off x="677134" y="388397"/>
            <a:ext cx="477273" cy="224042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ja-JP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A0C986A-7CD1-4151-9D5A-AB50BB16DC94}"/>
              </a:ext>
            </a:extLst>
          </p:cNvPr>
          <p:cNvSpPr txBox="1"/>
          <p:nvPr/>
        </p:nvSpPr>
        <p:spPr>
          <a:xfrm>
            <a:off x="1566589" y="360958"/>
            <a:ext cx="931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57A0A17-AD68-4FD2-A272-62F1023166C8}"/>
              </a:ext>
            </a:extLst>
          </p:cNvPr>
          <p:cNvSpPr/>
          <p:nvPr/>
        </p:nvSpPr>
        <p:spPr>
          <a:xfrm>
            <a:off x="2726305" y="301457"/>
            <a:ext cx="6815930" cy="82466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7DACA6-AFBA-4ED2-834D-FF5C73549EF9}"/>
              </a:ext>
            </a:extLst>
          </p:cNvPr>
          <p:cNvSpPr txBox="1"/>
          <p:nvPr/>
        </p:nvSpPr>
        <p:spPr>
          <a:xfrm>
            <a:off x="2823250" y="452178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8989946" y="6311553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6573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</TotalTime>
  <Words>110</Words>
  <Application>Microsoft Office PowerPoint</Application>
  <PresentationFormat>A4 210 x 297 mm</PresentationFormat>
  <Paragraphs>25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32</cp:revision>
  <dcterms:created xsi:type="dcterms:W3CDTF">2017-11-09T07:26:57Z</dcterms:created>
  <dcterms:modified xsi:type="dcterms:W3CDTF">2018-03-05T07:50:06Z</dcterms:modified>
</cp:coreProperties>
</file>