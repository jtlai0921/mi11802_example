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フレーム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fram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フレーム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フレーム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フレーム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540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フレーム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fram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フレーム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フレーム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フレーム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9259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フレーム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フレーム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fram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フレーム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フレーム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5087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フレーム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フレーム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フレーム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fram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フレーム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555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フレーム 24">
            <a:extLst>
              <a:ext uri="{FF2B5EF4-FFF2-40B4-BE49-F238E27FC236}">
                <a16:creationId xmlns:a16="http://schemas.microsoft.com/office/drawing/2014/main" id="{9A1A5C2F-F470-4701-A3BE-CA26FE65E75F}"/>
              </a:ext>
            </a:extLst>
          </p:cNvPr>
          <p:cNvSpPr/>
          <p:nvPr/>
        </p:nvSpPr>
        <p:spPr>
          <a:xfrm>
            <a:off x="489000" y="42573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フレーム 17">
            <a:extLst>
              <a:ext uri="{FF2B5EF4-FFF2-40B4-BE49-F238E27FC236}">
                <a16:creationId xmlns:a16="http://schemas.microsoft.com/office/drawing/2014/main" id="{5A1250A5-2F7D-46D7-9E3B-9E612EC446B8}"/>
              </a:ext>
            </a:extLst>
          </p:cNvPr>
          <p:cNvSpPr/>
          <p:nvPr/>
        </p:nvSpPr>
        <p:spPr>
          <a:xfrm>
            <a:off x="489000" y="142934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フレーム 18">
            <a:extLst>
              <a:ext uri="{FF2B5EF4-FFF2-40B4-BE49-F238E27FC236}">
                <a16:creationId xmlns:a16="http://schemas.microsoft.com/office/drawing/2014/main" id="{69DB5556-2A59-45FE-943E-B557ED7E0EE1}"/>
              </a:ext>
            </a:extLst>
          </p:cNvPr>
          <p:cNvSpPr/>
          <p:nvPr/>
        </p:nvSpPr>
        <p:spPr>
          <a:xfrm>
            <a:off x="489000" y="243295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フレーム 19">
            <a:extLst>
              <a:ext uri="{FF2B5EF4-FFF2-40B4-BE49-F238E27FC236}">
                <a16:creationId xmlns:a16="http://schemas.microsoft.com/office/drawing/2014/main" id="{FE916681-7C25-42AE-A7D0-36380AD4D67D}"/>
              </a:ext>
            </a:extLst>
          </p:cNvPr>
          <p:cNvSpPr/>
          <p:nvPr/>
        </p:nvSpPr>
        <p:spPr>
          <a:xfrm>
            <a:off x="489000" y="3436564"/>
            <a:ext cx="900000" cy="900000"/>
          </a:xfrm>
          <a:prstGeom prst="fram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ja-JP" altLang="en-US"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フレーム 20">
            <a:extLst>
              <a:ext uri="{FF2B5EF4-FFF2-40B4-BE49-F238E27FC236}">
                <a16:creationId xmlns:a16="http://schemas.microsoft.com/office/drawing/2014/main" id="{BE4E0168-ABE7-480E-8623-C296F2D6BAA9}"/>
              </a:ext>
            </a:extLst>
          </p:cNvPr>
          <p:cNvSpPr/>
          <p:nvPr/>
        </p:nvSpPr>
        <p:spPr>
          <a:xfrm>
            <a:off x="489000" y="4440174"/>
            <a:ext cx="900000" cy="900000"/>
          </a:xfrm>
          <a:prstGeom prst="frame">
            <a:avLst/>
          </a:prstGeom>
          <a:solidFill>
            <a:schemeClr val="accent1">
              <a:lumMod val="7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ja-JP" altLang="en-US" sz="44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801486" y="6119380"/>
            <a:ext cx="415999" cy="312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351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80</Words>
  <Application>Microsoft Office PowerPoint</Application>
  <PresentationFormat>A4 210 x 297 mm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37</cp:revision>
  <dcterms:created xsi:type="dcterms:W3CDTF">2017-11-09T07:26:57Z</dcterms:created>
  <dcterms:modified xsi:type="dcterms:W3CDTF">2018-03-05T05:18:13Z</dcterms:modified>
</cp:coreProperties>
</file>