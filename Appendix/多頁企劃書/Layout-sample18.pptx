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0" r:id="rId5"/>
    <p:sldId id="261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4631473" y="6311553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A8C7731-B452-486A-9537-B4508D84D01E}"/>
              </a:ext>
            </a:extLst>
          </p:cNvPr>
          <p:cNvSpPr/>
          <p:nvPr/>
        </p:nvSpPr>
        <p:spPr>
          <a:xfrm>
            <a:off x="8193000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E4113E5-FC9D-4BEA-9570-F45536450476}"/>
              </a:ext>
            </a:extLst>
          </p:cNvPr>
          <p:cNvSpPr/>
          <p:nvPr/>
        </p:nvSpPr>
        <p:spPr>
          <a:xfrm>
            <a:off x="6752999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58A6717-7BDD-470C-82B4-4033D754F3DA}"/>
              </a:ext>
            </a:extLst>
          </p:cNvPr>
          <p:cNvSpPr/>
          <p:nvPr/>
        </p:nvSpPr>
        <p:spPr>
          <a:xfrm>
            <a:off x="5316347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9041F20-E7EF-4ED2-9247-031DF4243F9D}"/>
              </a:ext>
            </a:extLst>
          </p:cNvPr>
          <p:cNvSpPr/>
          <p:nvPr/>
        </p:nvSpPr>
        <p:spPr>
          <a:xfrm>
            <a:off x="3878021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480A805-9466-4F4B-AFE8-1D45C75E436F}"/>
              </a:ext>
            </a:extLst>
          </p:cNvPr>
          <p:cNvSpPr/>
          <p:nvPr/>
        </p:nvSpPr>
        <p:spPr>
          <a:xfrm>
            <a:off x="2439694" y="189000"/>
            <a:ext cx="144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2BDD8E4-C746-4DC9-9135-D698CC8F6270}"/>
              </a:ext>
            </a:extLst>
          </p:cNvPr>
          <p:cNvSpPr/>
          <p:nvPr/>
        </p:nvSpPr>
        <p:spPr>
          <a:xfrm>
            <a:off x="278087" y="189000"/>
            <a:ext cx="2161606" cy="720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470565E-5780-4957-B9F4-9EF7D4F87199}"/>
              </a:ext>
            </a:extLst>
          </p:cNvPr>
          <p:cNvSpPr txBox="1"/>
          <p:nvPr/>
        </p:nvSpPr>
        <p:spPr>
          <a:xfrm>
            <a:off x="2439693" y="1115112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8B2DBE1-F7F7-405F-BD42-9CF145D68286}"/>
              </a:ext>
            </a:extLst>
          </p:cNvPr>
          <p:cNvSpPr txBox="1"/>
          <p:nvPr/>
        </p:nvSpPr>
        <p:spPr>
          <a:xfrm>
            <a:off x="2550348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94A6B407-B8A3-45AC-B309-C24F47469FC8}"/>
              </a:ext>
            </a:extLst>
          </p:cNvPr>
          <p:cNvSpPr/>
          <p:nvPr/>
        </p:nvSpPr>
        <p:spPr>
          <a:xfrm rot="5400000">
            <a:off x="2339530" y="476169"/>
            <a:ext cx="307634" cy="14552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8AEE2ED-5907-4BE5-ACCC-ADFDDAF3AC65}"/>
              </a:ext>
            </a:extLst>
          </p:cNvPr>
          <p:cNvSpPr txBox="1"/>
          <p:nvPr/>
        </p:nvSpPr>
        <p:spPr>
          <a:xfrm>
            <a:off x="642238" y="164210"/>
            <a:ext cx="1433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FBF4262-300C-4D85-A708-D9B0BD6807B7}"/>
              </a:ext>
            </a:extLst>
          </p:cNvPr>
          <p:cNvSpPr txBox="1"/>
          <p:nvPr/>
        </p:nvSpPr>
        <p:spPr>
          <a:xfrm>
            <a:off x="3997393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6F8F41C-32D6-4DAF-9FFD-44C6563FEBD3}"/>
              </a:ext>
            </a:extLst>
          </p:cNvPr>
          <p:cNvSpPr txBox="1"/>
          <p:nvPr/>
        </p:nvSpPr>
        <p:spPr>
          <a:xfrm>
            <a:off x="5428676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5F8CB01-5636-4C29-8A17-126EF737C395}"/>
              </a:ext>
            </a:extLst>
          </p:cNvPr>
          <p:cNvSpPr txBox="1"/>
          <p:nvPr/>
        </p:nvSpPr>
        <p:spPr>
          <a:xfrm>
            <a:off x="6884788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5432CFD-B702-42F7-8F35-90239BDE8D0D}"/>
              </a:ext>
            </a:extLst>
          </p:cNvPr>
          <p:cNvSpPr txBox="1"/>
          <p:nvPr/>
        </p:nvSpPr>
        <p:spPr>
          <a:xfrm>
            <a:off x="8316066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084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4631473" y="6311553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A8C7731-B452-486A-9537-B4508D84D01E}"/>
              </a:ext>
            </a:extLst>
          </p:cNvPr>
          <p:cNvSpPr/>
          <p:nvPr/>
        </p:nvSpPr>
        <p:spPr>
          <a:xfrm>
            <a:off x="8193000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E4113E5-FC9D-4BEA-9570-F45536450476}"/>
              </a:ext>
            </a:extLst>
          </p:cNvPr>
          <p:cNvSpPr/>
          <p:nvPr/>
        </p:nvSpPr>
        <p:spPr>
          <a:xfrm>
            <a:off x="6752999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58A6717-7BDD-470C-82B4-4033D754F3DA}"/>
              </a:ext>
            </a:extLst>
          </p:cNvPr>
          <p:cNvSpPr/>
          <p:nvPr/>
        </p:nvSpPr>
        <p:spPr>
          <a:xfrm>
            <a:off x="5316347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9041F20-E7EF-4ED2-9247-031DF4243F9D}"/>
              </a:ext>
            </a:extLst>
          </p:cNvPr>
          <p:cNvSpPr/>
          <p:nvPr/>
        </p:nvSpPr>
        <p:spPr>
          <a:xfrm>
            <a:off x="3878021" y="189000"/>
            <a:ext cx="144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480A805-9466-4F4B-AFE8-1D45C75E436F}"/>
              </a:ext>
            </a:extLst>
          </p:cNvPr>
          <p:cNvSpPr/>
          <p:nvPr/>
        </p:nvSpPr>
        <p:spPr>
          <a:xfrm>
            <a:off x="2439694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2BDD8E4-C746-4DC9-9135-D698CC8F6270}"/>
              </a:ext>
            </a:extLst>
          </p:cNvPr>
          <p:cNvSpPr/>
          <p:nvPr/>
        </p:nvSpPr>
        <p:spPr>
          <a:xfrm>
            <a:off x="278087" y="189000"/>
            <a:ext cx="2161606" cy="720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470565E-5780-4957-B9F4-9EF7D4F87199}"/>
              </a:ext>
            </a:extLst>
          </p:cNvPr>
          <p:cNvSpPr txBox="1"/>
          <p:nvPr/>
        </p:nvSpPr>
        <p:spPr>
          <a:xfrm>
            <a:off x="2439693" y="1115112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8B2DBE1-F7F7-405F-BD42-9CF145D68286}"/>
              </a:ext>
            </a:extLst>
          </p:cNvPr>
          <p:cNvSpPr txBox="1"/>
          <p:nvPr/>
        </p:nvSpPr>
        <p:spPr>
          <a:xfrm>
            <a:off x="2550348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94A6B407-B8A3-45AC-B309-C24F47469FC8}"/>
              </a:ext>
            </a:extLst>
          </p:cNvPr>
          <p:cNvSpPr/>
          <p:nvPr/>
        </p:nvSpPr>
        <p:spPr>
          <a:xfrm rot="5400000">
            <a:off x="2339530" y="476169"/>
            <a:ext cx="307634" cy="14552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8AEE2ED-5907-4BE5-ACCC-ADFDDAF3AC65}"/>
              </a:ext>
            </a:extLst>
          </p:cNvPr>
          <p:cNvSpPr txBox="1"/>
          <p:nvPr/>
        </p:nvSpPr>
        <p:spPr>
          <a:xfrm>
            <a:off x="642238" y="164210"/>
            <a:ext cx="1433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FBF4262-300C-4D85-A708-D9B0BD6807B7}"/>
              </a:ext>
            </a:extLst>
          </p:cNvPr>
          <p:cNvSpPr txBox="1"/>
          <p:nvPr/>
        </p:nvSpPr>
        <p:spPr>
          <a:xfrm>
            <a:off x="3997393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>
                <a:solidFill>
                  <a:schemeClr val="accent1">
                    <a:lumMod val="75000"/>
                  </a:schemeClr>
                </a:solidFill>
              </a:rPr>
              <a:t>○○○○○</a:t>
            </a:r>
            <a:endParaRPr lang="en-US" altLang="ja-JP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6F8F41C-32D6-4DAF-9FFD-44C6563FEBD3}"/>
              </a:ext>
            </a:extLst>
          </p:cNvPr>
          <p:cNvSpPr txBox="1"/>
          <p:nvPr/>
        </p:nvSpPr>
        <p:spPr>
          <a:xfrm>
            <a:off x="5428676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5F8CB01-5636-4C29-8A17-126EF737C395}"/>
              </a:ext>
            </a:extLst>
          </p:cNvPr>
          <p:cNvSpPr txBox="1"/>
          <p:nvPr/>
        </p:nvSpPr>
        <p:spPr>
          <a:xfrm>
            <a:off x="6884788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5432CFD-B702-42F7-8F35-90239BDE8D0D}"/>
              </a:ext>
            </a:extLst>
          </p:cNvPr>
          <p:cNvSpPr txBox="1"/>
          <p:nvPr/>
        </p:nvSpPr>
        <p:spPr>
          <a:xfrm>
            <a:off x="8316066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4631473" y="6311553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A8C7731-B452-486A-9537-B4508D84D01E}"/>
              </a:ext>
            </a:extLst>
          </p:cNvPr>
          <p:cNvSpPr/>
          <p:nvPr/>
        </p:nvSpPr>
        <p:spPr>
          <a:xfrm>
            <a:off x="8193000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E4113E5-FC9D-4BEA-9570-F45536450476}"/>
              </a:ext>
            </a:extLst>
          </p:cNvPr>
          <p:cNvSpPr/>
          <p:nvPr/>
        </p:nvSpPr>
        <p:spPr>
          <a:xfrm>
            <a:off x="6752999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58A6717-7BDD-470C-82B4-4033D754F3DA}"/>
              </a:ext>
            </a:extLst>
          </p:cNvPr>
          <p:cNvSpPr/>
          <p:nvPr/>
        </p:nvSpPr>
        <p:spPr>
          <a:xfrm>
            <a:off x="5316347" y="189000"/>
            <a:ext cx="144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9041F20-E7EF-4ED2-9247-031DF4243F9D}"/>
              </a:ext>
            </a:extLst>
          </p:cNvPr>
          <p:cNvSpPr/>
          <p:nvPr/>
        </p:nvSpPr>
        <p:spPr>
          <a:xfrm>
            <a:off x="3878021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480A805-9466-4F4B-AFE8-1D45C75E436F}"/>
              </a:ext>
            </a:extLst>
          </p:cNvPr>
          <p:cNvSpPr/>
          <p:nvPr/>
        </p:nvSpPr>
        <p:spPr>
          <a:xfrm>
            <a:off x="2439694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2BDD8E4-C746-4DC9-9135-D698CC8F6270}"/>
              </a:ext>
            </a:extLst>
          </p:cNvPr>
          <p:cNvSpPr/>
          <p:nvPr/>
        </p:nvSpPr>
        <p:spPr>
          <a:xfrm>
            <a:off x="278087" y="189000"/>
            <a:ext cx="2161606" cy="720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470565E-5780-4957-B9F4-9EF7D4F87199}"/>
              </a:ext>
            </a:extLst>
          </p:cNvPr>
          <p:cNvSpPr txBox="1"/>
          <p:nvPr/>
        </p:nvSpPr>
        <p:spPr>
          <a:xfrm>
            <a:off x="2439693" y="1115112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8B2DBE1-F7F7-405F-BD42-9CF145D68286}"/>
              </a:ext>
            </a:extLst>
          </p:cNvPr>
          <p:cNvSpPr txBox="1"/>
          <p:nvPr/>
        </p:nvSpPr>
        <p:spPr>
          <a:xfrm>
            <a:off x="2550348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94A6B407-B8A3-45AC-B309-C24F47469FC8}"/>
              </a:ext>
            </a:extLst>
          </p:cNvPr>
          <p:cNvSpPr/>
          <p:nvPr/>
        </p:nvSpPr>
        <p:spPr>
          <a:xfrm rot="5400000">
            <a:off x="2339530" y="476169"/>
            <a:ext cx="307634" cy="14552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8AEE2ED-5907-4BE5-ACCC-ADFDDAF3AC65}"/>
              </a:ext>
            </a:extLst>
          </p:cNvPr>
          <p:cNvSpPr txBox="1"/>
          <p:nvPr/>
        </p:nvSpPr>
        <p:spPr>
          <a:xfrm>
            <a:off x="642238" y="164210"/>
            <a:ext cx="1433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FBF4262-300C-4D85-A708-D9B0BD6807B7}"/>
              </a:ext>
            </a:extLst>
          </p:cNvPr>
          <p:cNvSpPr txBox="1"/>
          <p:nvPr/>
        </p:nvSpPr>
        <p:spPr>
          <a:xfrm>
            <a:off x="3997393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6F8F41C-32D6-4DAF-9FFD-44C6563FEBD3}"/>
              </a:ext>
            </a:extLst>
          </p:cNvPr>
          <p:cNvSpPr txBox="1"/>
          <p:nvPr/>
        </p:nvSpPr>
        <p:spPr>
          <a:xfrm>
            <a:off x="5428676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>
                <a:solidFill>
                  <a:schemeClr val="accent1">
                    <a:lumMod val="75000"/>
                  </a:schemeClr>
                </a:solidFill>
              </a:rPr>
              <a:t>○○○○○</a:t>
            </a:r>
            <a:endParaRPr lang="en-US" altLang="ja-JP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5F8CB01-5636-4C29-8A17-126EF737C395}"/>
              </a:ext>
            </a:extLst>
          </p:cNvPr>
          <p:cNvSpPr txBox="1"/>
          <p:nvPr/>
        </p:nvSpPr>
        <p:spPr>
          <a:xfrm>
            <a:off x="6884788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5432CFD-B702-42F7-8F35-90239BDE8D0D}"/>
              </a:ext>
            </a:extLst>
          </p:cNvPr>
          <p:cNvSpPr txBox="1"/>
          <p:nvPr/>
        </p:nvSpPr>
        <p:spPr>
          <a:xfrm>
            <a:off x="8316066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860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4631473" y="6311553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A8C7731-B452-486A-9537-B4508D84D01E}"/>
              </a:ext>
            </a:extLst>
          </p:cNvPr>
          <p:cNvSpPr/>
          <p:nvPr/>
        </p:nvSpPr>
        <p:spPr>
          <a:xfrm>
            <a:off x="8193000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E4113E5-FC9D-4BEA-9570-F45536450476}"/>
              </a:ext>
            </a:extLst>
          </p:cNvPr>
          <p:cNvSpPr/>
          <p:nvPr/>
        </p:nvSpPr>
        <p:spPr>
          <a:xfrm>
            <a:off x="6752999" y="189000"/>
            <a:ext cx="144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58A6717-7BDD-470C-82B4-4033D754F3DA}"/>
              </a:ext>
            </a:extLst>
          </p:cNvPr>
          <p:cNvSpPr/>
          <p:nvPr/>
        </p:nvSpPr>
        <p:spPr>
          <a:xfrm>
            <a:off x="5316347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9041F20-E7EF-4ED2-9247-031DF4243F9D}"/>
              </a:ext>
            </a:extLst>
          </p:cNvPr>
          <p:cNvSpPr/>
          <p:nvPr/>
        </p:nvSpPr>
        <p:spPr>
          <a:xfrm>
            <a:off x="3878021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480A805-9466-4F4B-AFE8-1D45C75E436F}"/>
              </a:ext>
            </a:extLst>
          </p:cNvPr>
          <p:cNvSpPr/>
          <p:nvPr/>
        </p:nvSpPr>
        <p:spPr>
          <a:xfrm>
            <a:off x="2439694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2BDD8E4-C746-4DC9-9135-D698CC8F6270}"/>
              </a:ext>
            </a:extLst>
          </p:cNvPr>
          <p:cNvSpPr/>
          <p:nvPr/>
        </p:nvSpPr>
        <p:spPr>
          <a:xfrm>
            <a:off x="278087" y="189000"/>
            <a:ext cx="2161606" cy="720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470565E-5780-4957-B9F4-9EF7D4F87199}"/>
              </a:ext>
            </a:extLst>
          </p:cNvPr>
          <p:cNvSpPr txBox="1"/>
          <p:nvPr/>
        </p:nvSpPr>
        <p:spPr>
          <a:xfrm>
            <a:off x="2439693" y="1115112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8B2DBE1-F7F7-405F-BD42-9CF145D68286}"/>
              </a:ext>
            </a:extLst>
          </p:cNvPr>
          <p:cNvSpPr txBox="1"/>
          <p:nvPr/>
        </p:nvSpPr>
        <p:spPr>
          <a:xfrm>
            <a:off x="2550348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94A6B407-B8A3-45AC-B309-C24F47469FC8}"/>
              </a:ext>
            </a:extLst>
          </p:cNvPr>
          <p:cNvSpPr/>
          <p:nvPr/>
        </p:nvSpPr>
        <p:spPr>
          <a:xfrm rot="5400000">
            <a:off x="2339530" y="476169"/>
            <a:ext cx="307634" cy="14552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8AEE2ED-5907-4BE5-ACCC-ADFDDAF3AC65}"/>
              </a:ext>
            </a:extLst>
          </p:cNvPr>
          <p:cNvSpPr txBox="1"/>
          <p:nvPr/>
        </p:nvSpPr>
        <p:spPr>
          <a:xfrm>
            <a:off x="642238" y="164210"/>
            <a:ext cx="1433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FBF4262-300C-4D85-A708-D9B0BD6807B7}"/>
              </a:ext>
            </a:extLst>
          </p:cNvPr>
          <p:cNvSpPr txBox="1"/>
          <p:nvPr/>
        </p:nvSpPr>
        <p:spPr>
          <a:xfrm>
            <a:off x="3997393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6F8F41C-32D6-4DAF-9FFD-44C6563FEBD3}"/>
              </a:ext>
            </a:extLst>
          </p:cNvPr>
          <p:cNvSpPr txBox="1"/>
          <p:nvPr/>
        </p:nvSpPr>
        <p:spPr>
          <a:xfrm>
            <a:off x="5428676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5F8CB01-5636-4C29-8A17-126EF737C395}"/>
              </a:ext>
            </a:extLst>
          </p:cNvPr>
          <p:cNvSpPr txBox="1"/>
          <p:nvPr/>
        </p:nvSpPr>
        <p:spPr>
          <a:xfrm>
            <a:off x="6884788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5432CFD-B702-42F7-8F35-90239BDE8D0D}"/>
              </a:ext>
            </a:extLst>
          </p:cNvPr>
          <p:cNvSpPr txBox="1"/>
          <p:nvPr/>
        </p:nvSpPr>
        <p:spPr>
          <a:xfrm>
            <a:off x="8316066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880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4631473" y="6311553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A8C7731-B452-486A-9537-B4508D84D01E}"/>
              </a:ext>
            </a:extLst>
          </p:cNvPr>
          <p:cNvSpPr/>
          <p:nvPr/>
        </p:nvSpPr>
        <p:spPr>
          <a:xfrm>
            <a:off x="8193000" y="189000"/>
            <a:ext cx="144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E4113E5-FC9D-4BEA-9570-F45536450476}"/>
              </a:ext>
            </a:extLst>
          </p:cNvPr>
          <p:cNvSpPr/>
          <p:nvPr/>
        </p:nvSpPr>
        <p:spPr>
          <a:xfrm>
            <a:off x="6752999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58A6717-7BDD-470C-82B4-4033D754F3DA}"/>
              </a:ext>
            </a:extLst>
          </p:cNvPr>
          <p:cNvSpPr/>
          <p:nvPr/>
        </p:nvSpPr>
        <p:spPr>
          <a:xfrm>
            <a:off x="5316347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9041F20-E7EF-4ED2-9247-031DF4243F9D}"/>
              </a:ext>
            </a:extLst>
          </p:cNvPr>
          <p:cNvSpPr/>
          <p:nvPr/>
        </p:nvSpPr>
        <p:spPr>
          <a:xfrm>
            <a:off x="3878021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480A805-9466-4F4B-AFE8-1D45C75E436F}"/>
              </a:ext>
            </a:extLst>
          </p:cNvPr>
          <p:cNvSpPr/>
          <p:nvPr/>
        </p:nvSpPr>
        <p:spPr>
          <a:xfrm>
            <a:off x="2439694" y="189000"/>
            <a:ext cx="1440000" cy="72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2BDD8E4-C746-4DC9-9135-D698CC8F6270}"/>
              </a:ext>
            </a:extLst>
          </p:cNvPr>
          <p:cNvSpPr/>
          <p:nvPr/>
        </p:nvSpPr>
        <p:spPr>
          <a:xfrm>
            <a:off x="278087" y="189000"/>
            <a:ext cx="2161606" cy="720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470565E-5780-4957-B9F4-9EF7D4F87199}"/>
              </a:ext>
            </a:extLst>
          </p:cNvPr>
          <p:cNvSpPr txBox="1"/>
          <p:nvPr/>
        </p:nvSpPr>
        <p:spPr>
          <a:xfrm>
            <a:off x="2439693" y="1115112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8B2DBE1-F7F7-405F-BD42-9CF145D68286}"/>
              </a:ext>
            </a:extLst>
          </p:cNvPr>
          <p:cNvSpPr txBox="1"/>
          <p:nvPr/>
        </p:nvSpPr>
        <p:spPr>
          <a:xfrm>
            <a:off x="2550348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94A6B407-B8A3-45AC-B309-C24F47469FC8}"/>
              </a:ext>
            </a:extLst>
          </p:cNvPr>
          <p:cNvSpPr/>
          <p:nvPr/>
        </p:nvSpPr>
        <p:spPr>
          <a:xfrm rot="5400000">
            <a:off x="2339530" y="476169"/>
            <a:ext cx="307634" cy="14552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8AEE2ED-5907-4BE5-ACCC-ADFDDAF3AC65}"/>
              </a:ext>
            </a:extLst>
          </p:cNvPr>
          <p:cNvSpPr txBox="1"/>
          <p:nvPr/>
        </p:nvSpPr>
        <p:spPr>
          <a:xfrm>
            <a:off x="642238" y="164210"/>
            <a:ext cx="1433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FBF4262-300C-4D85-A708-D9B0BD6807B7}"/>
              </a:ext>
            </a:extLst>
          </p:cNvPr>
          <p:cNvSpPr txBox="1"/>
          <p:nvPr/>
        </p:nvSpPr>
        <p:spPr>
          <a:xfrm>
            <a:off x="3997393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6F8F41C-32D6-4DAF-9FFD-44C6563FEBD3}"/>
              </a:ext>
            </a:extLst>
          </p:cNvPr>
          <p:cNvSpPr txBox="1"/>
          <p:nvPr/>
        </p:nvSpPr>
        <p:spPr>
          <a:xfrm>
            <a:off x="5428676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5F8CB01-5636-4C29-8A17-126EF737C395}"/>
              </a:ext>
            </a:extLst>
          </p:cNvPr>
          <p:cNvSpPr txBox="1"/>
          <p:nvPr/>
        </p:nvSpPr>
        <p:spPr>
          <a:xfrm>
            <a:off x="6884788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5432CFD-B702-42F7-8F35-90239BDE8D0D}"/>
              </a:ext>
            </a:extLst>
          </p:cNvPr>
          <p:cNvSpPr txBox="1"/>
          <p:nvPr/>
        </p:nvSpPr>
        <p:spPr>
          <a:xfrm>
            <a:off x="8316066" y="395112"/>
            <a:ext cx="1201256" cy="31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216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185</Words>
  <Application>Microsoft Office PowerPoint</Application>
  <PresentationFormat>A4 210 x 297 mm</PresentationFormat>
  <Paragraphs>40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32</cp:revision>
  <dcterms:created xsi:type="dcterms:W3CDTF">2017-11-09T07:26:57Z</dcterms:created>
  <dcterms:modified xsi:type="dcterms:W3CDTF">2018-03-05T07:47:03Z</dcterms:modified>
</cp:coreProperties>
</file>