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1" r:id="rId4"/>
    <p:sldId id="265" r:id="rId5"/>
    <p:sldId id="264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1605000" y="62393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12D3C-060E-47D4-9770-56E22D6BD10B}"/>
              </a:ext>
            </a:extLst>
          </p:cNvPr>
          <p:cNvCxnSpPr>
            <a:cxnSpLocks/>
          </p:cNvCxnSpPr>
          <p:nvPr/>
        </p:nvCxnSpPr>
        <p:spPr>
          <a:xfrm>
            <a:off x="602940" y="62393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602940" y="733548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10DD6B-57CB-458C-BC63-05E1E977E3F6}"/>
              </a:ext>
            </a:extLst>
          </p:cNvPr>
          <p:cNvCxnSpPr>
            <a:cxnSpLocks/>
          </p:cNvCxnSpPr>
          <p:nvPr/>
        </p:nvCxnSpPr>
        <p:spPr>
          <a:xfrm>
            <a:off x="602940" y="666516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D668805-CD6C-4B73-8A41-93038E6EAC70}"/>
              </a:ext>
            </a:extLst>
          </p:cNvPr>
          <p:cNvCxnSpPr>
            <a:cxnSpLocks/>
          </p:cNvCxnSpPr>
          <p:nvPr/>
        </p:nvCxnSpPr>
        <p:spPr>
          <a:xfrm>
            <a:off x="602940" y="1918046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703860" y="2091762"/>
            <a:ext cx="400110" cy="13372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2B01DA-03E5-4BCC-8D34-32D700017289}"/>
              </a:ext>
            </a:extLst>
          </p:cNvPr>
          <p:cNvCxnSpPr>
            <a:cxnSpLocks/>
          </p:cNvCxnSpPr>
          <p:nvPr/>
        </p:nvCxnSpPr>
        <p:spPr>
          <a:xfrm>
            <a:off x="1605000" y="666516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11788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1605000" y="62393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12D3C-060E-47D4-9770-56E22D6BD10B}"/>
              </a:ext>
            </a:extLst>
          </p:cNvPr>
          <p:cNvCxnSpPr>
            <a:cxnSpLocks/>
          </p:cNvCxnSpPr>
          <p:nvPr/>
        </p:nvCxnSpPr>
        <p:spPr>
          <a:xfrm>
            <a:off x="602940" y="62393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602940" y="733548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10DD6B-57CB-458C-BC63-05E1E977E3F6}"/>
              </a:ext>
            </a:extLst>
          </p:cNvPr>
          <p:cNvCxnSpPr>
            <a:cxnSpLocks/>
          </p:cNvCxnSpPr>
          <p:nvPr/>
        </p:nvCxnSpPr>
        <p:spPr>
          <a:xfrm>
            <a:off x="602940" y="666516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D668805-CD6C-4B73-8A41-93038E6EAC70}"/>
              </a:ext>
            </a:extLst>
          </p:cNvPr>
          <p:cNvCxnSpPr>
            <a:cxnSpLocks/>
          </p:cNvCxnSpPr>
          <p:nvPr/>
        </p:nvCxnSpPr>
        <p:spPr>
          <a:xfrm>
            <a:off x="602940" y="1918046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703860" y="2091762"/>
            <a:ext cx="400110" cy="13372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2B01DA-03E5-4BCC-8D34-32D700017289}"/>
              </a:ext>
            </a:extLst>
          </p:cNvPr>
          <p:cNvCxnSpPr>
            <a:cxnSpLocks/>
          </p:cNvCxnSpPr>
          <p:nvPr/>
        </p:nvCxnSpPr>
        <p:spPr>
          <a:xfrm>
            <a:off x="1605000" y="666516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7269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1605000" y="62393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12D3C-060E-47D4-9770-56E22D6BD10B}"/>
              </a:ext>
            </a:extLst>
          </p:cNvPr>
          <p:cNvCxnSpPr>
            <a:cxnSpLocks/>
          </p:cNvCxnSpPr>
          <p:nvPr/>
        </p:nvCxnSpPr>
        <p:spPr>
          <a:xfrm>
            <a:off x="602940" y="62393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602940" y="733548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10DD6B-57CB-458C-BC63-05E1E977E3F6}"/>
              </a:ext>
            </a:extLst>
          </p:cNvPr>
          <p:cNvCxnSpPr>
            <a:cxnSpLocks/>
          </p:cNvCxnSpPr>
          <p:nvPr/>
        </p:nvCxnSpPr>
        <p:spPr>
          <a:xfrm>
            <a:off x="602940" y="666516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D668805-CD6C-4B73-8A41-93038E6EAC70}"/>
              </a:ext>
            </a:extLst>
          </p:cNvPr>
          <p:cNvCxnSpPr>
            <a:cxnSpLocks/>
          </p:cNvCxnSpPr>
          <p:nvPr/>
        </p:nvCxnSpPr>
        <p:spPr>
          <a:xfrm>
            <a:off x="602940" y="1918046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703860" y="2091762"/>
            <a:ext cx="400110" cy="13372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2B01DA-03E5-4BCC-8D34-32D700017289}"/>
              </a:ext>
            </a:extLst>
          </p:cNvPr>
          <p:cNvCxnSpPr>
            <a:cxnSpLocks/>
          </p:cNvCxnSpPr>
          <p:nvPr/>
        </p:nvCxnSpPr>
        <p:spPr>
          <a:xfrm>
            <a:off x="1605000" y="666516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7901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1605000" y="62393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12D3C-060E-47D4-9770-56E22D6BD10B}"/>
              </a:ext>
            </a:extLst>
          </p:cNvPr>
          <p:cNvCxnSpPr>
            <a:cxnSpLocks/>
          </p:cNvCxnSpPr>
          <p:nvPr/>
        </p:nvCxnSpPr>
        <p:spPr>
          <a:xfrm>
            <a:off x="602940" y="62393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602940" y="733548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10DD6B-57CB-458C-BC63-05E1E977E3F6}"/>
              </a:ext>
            </a:extLst>
          </p:cNvPr>
          <p:cNvCxnSpPr>
            <a:cxnSpLocks/>
          </p:cNvCxnSpPr>
          <p:nvPr/>
        </p:nvCxnSpPr>
        <p:spPr>
          <a:xfrm>
            <a:off x="602940" y="666516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D668805-CD6C-4B73-8A41-93038E6EAC70}"/>
              </a:ext>
            </a:extLst>
          </p:cNvPr>
          <p:cNvCxnSpPr>
            <a:cxnSpLocks/>
          </p:cNvCxnSpPr>
          <p:nvPr/>
        </p:nvCxnSpPr>
        <p:spPr>
          <a:xfrm>
            <a:off x="602940" y="1918046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703860" y="2091762"/>
            <a:ext cx="400110" cy="13372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2B01DA-03E5-4BCC-8D34-32D700017289}"/>
              </a:ext>
            </a:extLst>
          </p:cNvPr>
          <p:cNvCxnSpPr>
            <a:cxnSpLocks/>
          </p:cNvCxnSpPr>
          <p:nvPr/>
        </p:nvCxnSpPr>
        <p:spPr>
          <a:xfrm>
            <a:off x="1605000" y="666516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3785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1605000" y="62393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12D3C-060E-47D4-9770-56E22D6BD10B}"/>
              </a:ext>
            </a:extLst>
          </p:cNvPr>
          <p:cNvCxnSpPr>
            <a:cxnSpLocks/>
          </p:cNvCxnSpPr>
          <p:nvPr/>
        </p:nvCxnSpPr>
        <p:spPr>
          <a:xfrm>
            <a:off x="602940" y="62393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602940" y="733548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10DD6B-57CB-458C-BC63-05E1E977E3F6}"/>
              </a:ext>
            </a:extLst>
          </p:cNvPr>
          <p:cNvCxnSpPr>
            <a:cxnSpLocks/>
          </p:cNvCxnSpPr>
          <p:nvPr/>
        </p:nvCxnSpPr>
        <p:spPr>
          <a:xfrm>
            <a:off x="602940" y="6665164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D668805-CD6C-4B73-8A41-93038E6EAC70}"/>
              </a:ext>
            </a:extLst>
          </p:cNvPr>
          <p:cNvCxnSpPr>
            <a:cxnSpLocks/>
          </p:cNvCxnSpPr>
          <p:nvPr/>
        </p:nvCxnSpPr>
        <p:spPr>
          <a:xfrm>
            <a:off x="602940" y="1918046"/>
            <a:ext cx="10020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703860" y="2091762"/>
            <a:ext cx="400110" cy="13372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2B01DA-03E5-4BCC-8D34-32D700017289}"/>
              </a:ext>
            </a:extLst>
          </p:cNvPr>
          <p:cNvCxnSpPr>
            <a:cxnSpLocks/>
          </p:cNvCxnSpPr>
          <p:nvPr/>
        </p:nvCxnSpPr>
        <p:spPr>
          <a:xfrm>
            <a:off x="1605000" y="6665164"/>
            <a:ext cx="7612485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2875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40</cp:revision>
  <dcterms:created xsi:type="dcterms:W3CDTF">2017-11-09T07:26:57Z</dcterms:created>
  <dcterms:modified xsi:type="dcterms:W3CDTF">2018-03-05T04:10:14Z</dcterms:modified>
</cp:coreProperties>
</file>