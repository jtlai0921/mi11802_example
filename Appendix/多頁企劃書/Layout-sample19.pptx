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57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L 字 1">
            <a:extLst>
              <a:ext uri="{FF2B5EF4-FFF2-40B4-BE49-F238E27FC236}">
                <a16:creationId xmlns:a16="http://schemas.microsoft.com/office/drawing/2014/main" id="{A7DD3EB8-16AF-43C6-B970-AD0400CF1957}"/>
              </a:ext>
            </a:extLst>
          </p:cNvPr>
          <p:cNvSpPr/>
          <p:nvPr/>
        </p:nvSpPr>
        <p:spPr>
          <a:xfrm flipV="1">
            <a:off x="273000" y="189000"/>
            <a:ext cx="9360000" cy="1080000"/>
          </a:xfrm>
          <a:prstGeom prst="corner">
            <a:avLst>
              <a:gd name="adj1" fmla="val 50000"/>
              <a:gd name="adj2" fmla="val 112817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10FF1B6-6F97-45B8-B676-0F77F5D65AF5}"/>
              </a:ext>
            </a:extLst>
          </p:cNvPr>
          <p:cNvSpPr/>
          <p:nvPr/>
        </p:nvSpPr>
        <p:spPr>
          <a:xfrm>
            <a:off x="1497986" y="729021"/>
            <a:ext cx="1342104" cy="546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61AB86-1D05-4390-ABB3-52F34524E32F}"/>
              </a:ext>
            </a:extLst>
          </p:cNvPr>
          <p:cNvSpPr txBox="1"/>
          <p:nvPr/>
        </p:nvSpPr>
        <p:spPr>
          <a:xfrm>
            <a:off x="1548083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24C50DF-F4A5-49D4-A348-820126D2AD04}"/>
              </a:ext>
            </a:extLst>
          </p:cNvPr>
          <p:cNvSpPr/>
          <p:nvPr/>
        </p:nvSpPr>
        <p:spPr>
          <a:xfrm>
            <a:off x="2840089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4893DB-EE0F-4DF5-BC44-FCA3BF19253D}"/>
              </a:ext>
            </a:extLst>
          </p:cNvPr>
          <p:cNvSpPr txBox="1"/>
          <p:nvPr/>
        </p:nvSpPr>
        <p:spPr>
          <a:xfrm>
            <a:off x="2890186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69901C-8260-417D-AE2B-EE7A7FC4C692}"/>
              </a:ext>
            </a:extLst>
          </p:cNvPr>
          <p:cNvSpPr/>
          <p:nvPr/>
        </p:nvSpPr>
        <p:spPr>
          <a:xfrm>
            <a:off x="4182191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E47E77E-45EE-4394-BECF-B62E9B350476}"/>
              </a:ext>
            </a:extLst>
          </p:cNvPr>
          <p:cNvSpPr txBox="1"/>
          <p:nvPr/>
        </p:nvSpPr>
        <p:spPr>
          <a:xfrm>
            <a:off x="4232288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0130C6-629C-4CA7-961E-7E3DEA388EF9}"/>
              </a:ext>
            </a:extLst>
          </p:cNvPr>
          <p:cNvSpPr/>
          <p:nvPr/>
        </p:nvSpPr>
        <p:spPr>
          <a:xfrm>
            <a:off x="5524292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3357C6-7B6B-4071-9168-FF9A8A0A8F97}"/>
              </a:ext>
            </a:extLst>
          </p:cNvPr>
          <p:cNvSpPr txBox="1"/>
          <p:nvPr/>
        </p:nvSpPr>
        <p:spPr>
          <a:xfrm>
            <a:off x="5574389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DCAB72B-B6B5-45E1-8850-A0A0E9D48E15}"/>
              </a:ext>
            </a:extLst>
          </p:cNvPr>
          <p:cNvSpPr/>
          <p:nvPr/>
        </p:nvSpPr>
        <p:spPr>
          <a:xfrm>
            <a:off x="6866391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31CE21-BA4E-4E44-9B56-A855FBCAA24D}"/>
              </a:ext>
            </a:extLst>
          </p:cNvPr>
          <p:cNvSpPr txBox="1"/>
          <p:nvPr/>
        </p:nvSpPr>
        <p:spPr>
          <a:xfrm>
            <a:off x="6916488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CDFE332-A605-4A24-A35F-DEC373892BCA}"/>
              </a:ext>
            </a:extLst>
          </p:cNvPr>
          <p:cNvSpPr txBox="1"/>
          <p:nvPr/>
        </p:nvSpPr>
        <p:spPr>
          <a:xfrm>
            <a:off x="1497986" y="326994"/>
            <a:ext cx="2684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92502B-6E40-49ED-9139-24A839AA0A2F}"/>
              </a:ext>
            </a:extLst>
          </p:cNvPr>
          <p:cNvSpPr txBox="1"/>
          <p:nvPr/>
        </p:nvSpPr>
        <p:spPr>
          <a:xfrm>
            <a:off x="469439" y="344279"/>
            <a:ext cx="815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テキスト ボックス 16">
            <a:extLst>
              <a:ext uri="{FF2B5EF4-FFF2-40B4-BE49-F238E27FC236}">
                <a16:creationId xmlns:a16="http://schemas.microsoft.com/office/drawing/2014/main" id="{57FC66FE-C170-419D-8074-6BDA60E71168}"/>
              </a:ext>
            </a:extLst>
          </p:cNvPr>
          <p:cNvSpPr txBox="1"/>
          <p:nvPr/>
        </p:nvSpPr>
        <p:spPr>
          <a:xfrm>
            <a:off x="8845731" y="6202848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463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L 字 1">
            <a:extLst>
              <a:ext uri="{FF2B5EF4-FFF2-40B4-BE49-F238E27FC236}">
                <a16:creationId xmlns:a16="http://schemas.microsoft.com/office/drawing/2014/main" id="{A7DD3EB8-16AF-43C6-B970-AD0400CF1957}"/>
              </a:ext>
            </a:extLst>
          </p:cNvPr>
          <p:cNvSpPr/>
          <p:nvPr/>
        </p:nvSpPr>
        <p:spPr>
          <a:xfrm flipV="1">
            <a:off x="273000" y="189000"/>
            <a:ext cx="9360000" cy="1080000"/>
          </a:xfrm>
          <a:prstGeom prst="corner">
            <a:avLst>
              <a:gd name="adj1" fmla="val 50000"/>
              <a:gd name="adj2" fmla="val 112817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10FF1B6-6F97-45B8-B676-0F77F5D65AF5}"/>
              </a:ext>
            </a:extLst>
          </p:cNvPr>
          <p:cNvSpPr/>
          <p:nvPr/>
        </p:nvSpPr>
        <p:spPr>
          <a:xfrm>
            <a:off x="1497986" y="729021"/>
            <a:ext cx="1342104" cy="546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61AB86-1D05-4390-ABB3-52F34524E32F}"/>
              </a:ext>
            </a:extLst>
          </p:cNvPr>
          <p:cNvSpPr txBox="1"/>
          <p:nvPr/>
        </p:nvSpPr>
        <p:spPr>
          <a:xfrm>
            <a:off x="1548083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24C50DF-F4A5-49D4-A348-820126D2AD04}"/>
              </a:ext>
            </a:extLst>
          </p:cNvPr>
          <p:cNvSpPr/>
          <p:nvPr/>
        </p:nvSpPr>
        <p:spPr>
          <a:xfrm>
            <a:off x="2840089" y="729021"/>
            <a:ext cx="1342104" cy="546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4893DB-EE0F-4DF5-BC44-FCA3BF19253D}"/>
              </a:ext>
            </a:extLst>
          </p:cNvPr>
          <p:cNvSpPr txBox="1"/>
          <p:nvPr/>
        </p:nvSpPr>
        <p:spPr>
          <a:xfrm>
            <a:off x="2890186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69901C-8260-417D-AE2B-EE7A7FC4C692}"/>
              </a:ext>
            </a:extLst>
          </p:cNvPr>
          <p:cNvSpPr/>
          <p:nvPr/>
        </p:nvSpPr>
        <p:spPr>
          <a:xfrm>
            <a:off x="4182191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E47E77E-45EE-4394-BECF-B62E9B350476}"/>
              </a:ext>
            </a:extLst>
          </p:cNvPr>
          <p:cNvSpPr txBox="1"/>
          <p:nvPr/>
        </p:nvSpPr>
        <p:spPr>
          <a:xfrm>
            <a:off x="4232288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0130C6-629C-4CA7-961E-7E3DEA388EF9}"/>
              </a:ext>
            </a:extLst>
          </p:cNvPr>
          <p:cNvSpPr/>
          <p:nvPr/>
        </p:nvSpPr>
        <p:spPr>
          <a:xfrm>
            <a:off x="5524292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3357C6-7B6B-4071-9168-FF9A8A0A8F97}"/>
              </a:ext>
            </a:extLst>
          </p:cNvPr>
          <p:cNvSpPr txBox="1"/>
          <p:nvPr/>
        </p:nvSpPr>
        <p:spPr>
          <a:xfrm>
            <a:off x="5574389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DCAB72B-B6B5-45E1-8850-A0A0E9D48E15}"/>
              </a:ext>
            </a:extLst>
          </p:cNvPr>
          <p:cNvSpPr/>
          <p:nvPr/>
        </p:nvSpPr>
        <p:spPr>
          <a:xfrm>
            <a:off x="6866391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31CE21-BA4E-4E44-9B56-A855FBCAA24D}"/>
              </a:ext>
            </a:extLst>
          </p:cNvPr>
          <p:cNvSpPr txBox="1"/>
          <p:nvPr/>
        </p:nvSpPr>
        <p:spPr>
          <a:xfrm>
            <a:off x="6916488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CDFE332-A605-4A24-A35F-DEC373892BCA}"/>
              </a:ext>
            </a:extLst>
          </p:cNvPr>
          <p:cNvSpPr txBox="1"/>
          <p:nvPr/>
        </p:nvSpPr>
        <p:spPr>
          <a:xfrm>
            <a:off x="1497986" y="326994"/>
            <a:ext cx="2684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92502B-6E40-49ED-9139-24A839AA0A2F}"/>
              </a:ext>
            </a:extLst>
          </p:cNvPr>
          <p:cNvSpPr txBox="1"/>
          <p:nvPr/>
        </p:nvSpPr>
        <p:spPr>
          <a:xfrm>
            <a:off x="469439" y="344279"/>
            <a:ext cx="815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" name="テキスト ボックス 16">
            <a:extLst>
              <a:ext uri="{FF2B5EF4-FFF2-40B4-BE49-F238E27FC236}">
                <a16:creationId xmlns:a16="http://schemas.microsoft.com/office/drawing/2014/main" id="{57FC66FE-C170-419D-8074-6BDA60E71168}"/>
              </a:ext>
            </a:extLst>
          </p:cNvPr>
          <p:cNvSpPr txBox="1"/>
          <p:nvPr/>
        </p:nvSpPr>
        <p:spPr>
          <a:xfrm>
            <a:off x="8845731" y="6202848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4146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L 字 1">
            <a:extLst>
              <a:ext uri="{FF2B5EF4-FFF2-40B4-BE49-F238E27FC236}">
                <a16:creationId xmlns:a16="http://schemas.microsoft.com/office/drawing/2014/main" id="{A7DD3EB8-16AF-43C6-B970-AD0400CF1957}"/>
              </a:ext>
            </a:extLst>
          </p:cNvPr>
          <p:cNvSpPr/>
          <p:nvPr/>
        </p:nvSpPr>
        <p:spPr>
          <a:xfrm flipV="1">
            <a:off x="273000" y="189000"/>
            <a:ext cx="9360000" cy="1080000"/>
          </a:xfrm>
          <a:prstGeom prst="corner">
            <a:avLst>
              <a:gd name="adj1" fmla="val 50000"/>
              <a:gd name="adj2" fmla="val 112817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10FF1B6-6F97-45B8-B676-0F77F5D65AF5}"/>
              </a:ext>
            </a:extLst>
          </p:cNvPr>
          <p:cNvSpPr/>
          <p:nvPr/>
        </p:nvSpPr>
        <p:spPr>
          <a:xfrm>
            <a:off x="1497986" y="729021"/>
            <a:ext cx="1342104" cy="546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61AB86-1D05-4390-ABB3-52F34524E32F}"/>
              </a:ext>
            </a:extLst>
          </p:cNvPr>
          <p:cNvSpPr txBox="1"/>
          <p:nvPr/>
        </p:nvSpPr>
        <p:spPr>
          <a:xfrm>
            <a:off x="1548083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24C50DF-F4A5-49D4-A348-820126D2AD04}"/>
              </a:ext>
            </a:extLst>
          </p:cNvPr>
          <p:cNvSpPr/>
          <p:nvPr/>
        </p:nvSpPr>
        <p:spPr>
          <a:xfrm>
            <a:off x="2840089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4893DB-EE0F-4DF5-BC44-FCA3BF19253D}"/>
              </a:ext>
            </a:extLst>
          </p:cNvPr>
          <p:cNvSpPr txBox="1"/>
          <p:nvPr/>
        </p:nvSpPr>
        <p:spPr>
          <a:xfrm>
            <a:off x="2890186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69901C-8260-417D-AE2B-EE7A7FC4C692}"/>
              </a:ext>
            </a:extLst>
          </p:cNvPr>
          <p:cNvSpPr/>
          <p:nvPr/>
        </p:nvSpPr>
        <p:spPr>
          <a:xfrm>
            <a:off x="4182191" y="729021"/>
            <a:ext cx="1342104" cy="546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E47E77E-45EE-4394-BECF-B62E9B350476}"/>
              </a:ext>
            </a:extLst>
          </p:cNvPr>
          <p:cNvSpPr txBox="1"/>
          <p:nvPr/>
        </p:nvSpPr>
        <p:spPr>
          <a:xfrm>
            <a:off x="4232288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0130C6-629C-4CA7-961E-7E3DEA388EF9}"/>
              </a:ext>
            </a:extLst>
          </p:cNvPr>
          <p:cNvSpPr/>
          <p:nvPr/>
        </p:nvSpPr>
        <p:spPr>
          <a:xfrm>
            <a:off x="5524292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3357C6-7B6B-4071-9168-FF9A8A0A8F97}"/>
              </a:ext>
            </a:extLst>
          </p:cNvPr>
          <p:cNvSpPr txBox="1"/>
          <p:nvPr/>
        </p:nvSpPr>
        <p:spPr>
          <a:xfrm>
            <a:off x="5574389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DCAB72B-B6B5-45E1-8850-A0A0E9D48E15}"/>
              </a:ext>
            </a:extLst>
          </p:cNvPr>
          <p:cNvSpPr/>
          <p:nvPr/>
        </p:nvSpPr>
        <p:spPr>
          <a:xfrm>
            <a:off x="6866391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31CE21-BA4E-4E44-9B56-A855FBCAA24D}"/>
              </a:ext>
            </a:extLst>
          </p:cNvPr>
          <p:cNvSpPr txBox="1"/>
          <p:nvPr/>
        </p:nvSpPr>
        <p:spPr>
          <a:xfrm>
            <a:off x="6916488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CDFE332-A605-4A24-A35F-DEC373892BCA}"/>
              </a:ext>
            </a:extLst>
          </p:cNvPr>
          <p:cNvSpPr txBox="1"/>
          <p:nvPr/>
        </p:nvSpPr>
        <p:spPr>
          <a:xfrm>
            <a:off x="1497986" y="326994"/>
            <a:ext cx="2684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92502B-6E40-49ED-9139-24A839AA0A2F}"/>
              </a:ext>
            </a:extLst>
          </p:cNvPr>
          <p:cNvSpPr txBox="1"/>
          <p:nvPr/>
        </p:nvSpPr>
        <p:spPr>
          <a:xfrm>
            <a:off x="469439" y="344279"/>
            <a:ext cx="815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0" name="テキスト ボックス 16">
            <a:extLst>
              <a:ext uri="{FF2B5EF4-FFF2-40B4-BE49-F238E27FC236}">
                <a16:creationId xmlns:a16="http://schemas.microsoft.com/office/drawing/2014/main" id="{57FC66FE-C170-419D-8074-6BDA60E71168}"/>
              </a:ext>
            </a:extLst>
          </p:cNvPr>
          <p:cNvSpPr txBox="1"/>
          <p:nvPr/>
        </p:nvSpPr>
        <p:spPr>
          <a:xfrm>
            <a:off x="8845731" y="6202848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176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L 字 1">
            <a:extLst>
              <a:ext uri="{FF2B5EF4-FFF2-40B4-BE49-F238E27FC236}">
                <a16:creationId xmlns:a16="http://schemas.microsoft.com/office/drawing/2014/main" id="{A7DD3EB8-16AF-43C6-B970-AD0400CF1957}"/>
              </a:ext>
            </a:extLst>
          </p:cNvPr>
          <p:cNvSpPr/>
          <p:nvPr/>
        </p:nvSpPr>
        <p:spPr>
          <a:xfrm flipV="1">
            <a:off x="273000" y="189000"/>
            <a:ext cx="9360000" cy="1080000"/>
          </a:xfrm>
          <a:prstGeom prst="corner">
            <a:avLst>
              <a:gd name="adj1" fmla="val 50000"/>
              <a:gd name="adj2" fmla="val 112817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10FF1B6-6F97-45B8-B676-0F77F5D65AF5}"/>
              </a:ext>
            </a:extLst>
          </p:cNvPr>
          <p:cNvSpPr/>
          <p:nvPr/>
        </p:nvSpPr>
        <p:spPr>
          <a:xfrm>
            <a:off x="1497986" y="729021"/>
            <a:ext cx="1342104" cy="546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61AB86-1D05-4390-ABB3-52F34524E32F}"/>
              </a:ext>
            </a:extLst>
          </p:cNvPr>
          <p:cNvSpPr txBox="1"/>
          <p:nvPr/>
        </p:nvSpPr>
        <p:spPr>
          <a:xfrm>
            <a:off x="1548083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24C50DF-F4A5-49D4-A348-820126D2AD04}"/>
              </a:ext>
            </a:extLst>
          </p:cNvPr>
          <p:cNvSpPr/>
          <p:nvPr/>
        </p:nvSpPr>
        <p:spPr>
          <a:xfrm>
            <a:off x="2840089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4893DB-EE0F-4DF5-BC44-FCA3BF19253D}"/>
              </a:ext>
            </a:extLst>
          </p:cNvPr>
          <p:cNvSpPr txBox="1"/>
          <p:nvPr/>
        </p:nvSpPr>
        <p:spPr>
          <a:xfrm>
            <a:off x="2890186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69901C-8260-417D-AE2B-EE7A7FC4C692}"/>
              </a:ext>
            </a:extLst>
          </p:cNvPr>
          <p:cNvSpPr/>
          <p:nvPr/>
        </p:nvSpPr>
        <p:spPr>
          <a:xfrm>
            <a:off x="4182191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E47E77E-45EE-4394-BECF-B62E9B350476}"/>
              </a:ext>
            </a:extLst>
          </p:cNvPr>
          <p:cNvSpPr txBox="1"/>
          <p:nvPr/>
        </p:nvSpPr>
        <p:spPr>
          <a:xfrm>
            <a:off x="4232288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0130C6-629C-4CA7-961E-7E3DEA388EF9}"/>
              </a:ext>
            </a:extLst>
          </p:cNvPr>
          <p:cNvSpPr/>
          <p:nvPr/>
        </p:nvSpPr>
        <p:spPr>
          <a:xfrm>
            <a:off x="5524292" y="729021"/>
            <a:ext cx="1342104" cy="546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3357C6-7B6B-4071-9168-FF9A8A0A8F97}"/>
              </a:ext>
            </a:extLst>
          </p:cNvPr>
          <p:cNvSpPr txBox="1"/>
          <p:nvPr/>
        </p:nvSpPr>
        <p:spPr>
          <a:xfrm>
            <a:off x="5574389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DCAB72B-B6B5-45E1-8850-A0A0E9D48E15}"/>
              </a:ext>
            </a:extLst>
          </p:cNvPr>
          <p:cNvSpPr/>
          <p:nvPr/>
        </p:nvSpPr>
        <p:spPr>
          <a:xfrm>
            <a:off x="6866391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31CE21-BA4E-4E44-9B56-A855FBCAA24D}"/>
              </a:ext>
            </a:extLst>
          </p:cNvPr>
          <p:cNvSpPr txBox="1"/>
          <p:nvPr/>
        </p:nvSpPr>
        <p:spPr>
          <a:xfrm>
            <a:off x="6916488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CDFE332-A605-4A24-A35F-DEC373892BCA}"/>
              </a:ext>
            </a:extLst>
          </p:cNvPr>
          <p:cNvSpPr txBox="1"/>
          <p:nvPr/>
        </p:nvSpPr>
        <p:spPr>
          <a:xfrm>
            <a:off x="1497986" y="326994"/>
            <a:ext cx="2684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92502B-6E40-49ED-9139-24A839AA0A2F}"/>
              </a:ext>
            </a:extLst>
          </p:cNvPr>
          <p:cNvSpPr txBox="1"/>
          <p:nvPr/>
        </p:nvSpPr>
        <p:spPr>
          <a:xfrm>
            <a:off x="469439" y="344279"/>
            <a:ext cx="815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テキスト ボックス 16">
            <a:extLst>
              <a:ext uri="{FF2B5EF4-FFF2-40B4-BE49-F238E27FC236}">
                <a16:creationId xmlns:a16="http://schemas.microsoft.com/office/drawing/2014/main" id="{57FC66FE-C170-419D-8074-6BDA60E71168}"/>
              </a:ext>
            </a:extLst>
          </p:cNvPr>
          <p:cNvSpPr txBox="1"/>
          <p:nvPr/>
        </p:nvSpPr>
        <p:spPr>
          <a:xfrm>
            <a:off x="8845731" y="6202848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L 字 1">
            <a:extLst>
              <a:ext uri="{FF2B5EF4-FFF2-40B4-BE49-F238E27FC236}">
                <a16:creationId xmlns:a16="http://schemas.microsoft.com/office/drawing/2014/main" id="{A7DD3EB8-16AF-43C6-B970-AD0400CF1957}"/>
              </a:ext>
            </a:extLst>
          </p:cNvPr>
          <p:cNvSpPr/>
          <p:nvPr/>
        </p:nvSpPr>
        <p:spPr>
          <a:xfrm flipV="1">
            <a:off x="273000" y="189000"/>
            <a:ext cx="9360000" cy="1080000"/>
          </a:xfrm>
          <a:prstGeom prst="corner">
            <a:avLst>
              <a:gd name="adj1" fmla="val 50000"/>
              <a:gd name="adj2" fmla="val 112817"/>
            </a:avLst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10FF1B6-6F97-45B8-B676-0F77F5D65AF5}"/>
              </a:ext>
            </a:extLst>
          </p:cNvPr>
          <p:cNvSpPr/>
          <p:nvPr/>
        </p:nvSpPr>
        <p:spPr>
          <a:xfrm>
            <a:off x="1497986" y="729021"/>
            <a:ext cx="1342104" cy="546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61AB86-1D05-4390-ABB3-52F34524E32F}"/>
              </a:ext>
            </a:extLst>
          </p:cNvPr>
          <p:cNvSpPr txBox="1"/>
          <p:nvPr/>
        </p:nvSpPr>
        <p:spPr>
          <a:xfrm>
            <a:off x="1548083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24C50DF-F4A5-49D4-A348-820126D2AD04}"/>
              </a:ext>
            </a:extLst>
          </p:cNvPr>
          <p:cNvSpPr/>
          <p:nvPr/>
        </p:nvSpPr>
        <p:spPr>
          <a:xfrm>
            <a:off x="2840089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4893DB-EE0F-4DF5-BC44-FCA3BF19253D}"/>
              </a:ext>
            </a:extLst>
          </p:cNvPr>
          <p:cNvSpPr txBox="1"/>
          <p:nvPr/>
        </p:nvSpPr>
        <p:spPr>
          <a:xfrm>
            <a:off x="2890186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69901C-8260-417D-AE2B-EE7A7FC4C692}"/>
              </a:ext>
            </a:extLst>
          </p:cNvPr>
          <p:cNvSpPr/>
          <p:nvPr/>
        </p:nvSpPr>
        <p:spPr>
          <a:xfrm>
            <a:off x="4182191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E47E77E-45EE-4394-BECF-B62E9B350476}"/>
              </a:ext>
            </a:extLst>
          </p:cNvPr>
          <p:cNvSpPr txBox="1"/>
          <p:nvPr/>
        </p:nvSpPr>
        <p:spPr>
          <a:xfrm>
            <a:off x="4232288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0130C6-629C-4CA7-961E-7E3DEA388EF9}"/>
              </a:ext>
            </a:extLst>
          </p:cNvPr>
          <p:cNvSpPr/>
          <p:nvPr/>
        </p:nvSpPr>
        <p:spPr>
          <a:xfrm>
            <a:off x="5524292" y="729021"/>
            <a:ext cx="1342104" cy="546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3357C6-7B6B-4071-9168-FF9A8A0A8F97}"/>
              </a:ext>
            </a:extLst>
          </p:cNvPr>
          <p:cNvSpPr txBox="1"/>
          <p:nvPr/>
        </p:nvSpPr>
        <p:spPr>
          <a:xfrm>
            <a:off x="5574389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DCAB72B-B6B5-45E1-8850-A0A0E9D48E15}"/>
              </a:ext>
            </a:extLst>
          </p:cNvPr>
          <p:cNvSpPr/>
          <p:nvPr/>
        </p:nvSpPr>
        <p:spPr>
          <a:xfrm>
            <a:off x="6866391" y="729021"/>
            <a:ext cx="1342104" cy="546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31CE21-BA4E-4E44-9B56-A855FBCAA24D}"/>
              </a:ext>
            </a:extLst>
          </p:cNvPr>
          <p:cNvSpPr txBox="1"/>
          <p:nvPr/>
        </p:nvSpPr>
        <p:spPr>
          <a:xfrm>
            <a:off x="6916488" y="848297"/>
            <a:ext cx="124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CDFE332-A605-4A24-A35F-DEC373892BCA}"/>
              </a:ext>
            </a:extLst>
          </p:cNvPr>
          <p:cNvSpPr txBox="1"/>
          <p:nvPr/>
        </p:nvSpPr>
        <p:spPr>
          <a:xfrm>
            <a:off x="1497986" y="326994"/>
            <a:ext cx="2684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92502B-6E40-49ED-9139-24A839AA0A2F}"/>
              </a:ext>
            </a:extLst>
          </p:cNvPr>
          <p:cNvSpPr txBox="1"/>
          <p:nvPr/>
        </p:nvSpPr>
        <p:spPr>
          <a:xfrm>
            <a:off x="469439" y="344279"/>
            <a:ext cx="815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0" name="テキスト ボックス 16">
            <a:extLst>
              <a:ext uri="{FF2B5EF4-FFF2-40B4-BE49-F238E27FC236}">
                <a16:creationId xmlns:a16="http://schemas.microsoft.com/office/drawing/2014/main" id="{57FC66FE-C170-419D-8074-6BDA60E71168}"/>
              </a:ext>
            </a:extLst>
          </p:cNvPr>
          <p:cNvSpPr txBox="1"/>
          <p:nvPr/>
        </p:nvSpPr>
        <p:spPr>
          <a:xfrm>
            <a:off x="8845731" y="6202848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83478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</TotalTime>
  <Words>185</Words>
  <Application>Microsoft Office PowerPoint</Application>
  <PresentationFormat>A4 210 x 297 mm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28</cp:revision>
  <dcterms:created xsi:type="dcterms:W3CDTF">2017-11-09T07:26:57Z</dcterms:created>
  <dcterms:modified xsi:type="dcterms:W3CDTF">2018-03-05T08:52:18Z</dcterms:modified>
</cp:coreProperties>
</file>