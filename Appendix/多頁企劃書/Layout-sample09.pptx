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57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200006"/>
            <a:ext cx="1332000" cy="646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489000" y="425734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5A1250A5-2F7D-46D7-9E3B-9E612EC446B8}"/>
              </a:ext>
            </a:extLst>
          </p:cNvPr>
          <p:cNvSpPr/>
          <p:nvPr/>
        </p:nvSpPr>
        <p:spPr>
          <a:xfrm>
            <a:off x="489000" y="142934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69DB5556-2A59-45FE-943E-B557ED7E0EE1}"/>
              </a:ext>
            </a:extLst>
          </p:cNvPr>
          <p:cNvSpPr/>
          <p:nvPr/>
        </p:nvSpPr>
        <p:spPr>
          <a:xfrm>
            <a:off x="489000" y="243295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E916681-7C25-42AE-A7D0-36380AD4D67D}"/>
              </a:ext>
            </a:extLst>
          </p:cNvPr>
          <p:cNvSpPr/>
          <p:nvPr/>
        </p:nvSpPr>
        <p:spPr>
          <a:xfrm>
            <a:off x="489000" y="343656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BE4E0168-ABE7-480E-8623-C296F2D6BAA9}"/>
              </a:ext>
            </a:extLst>
          </p:cNvPr>
          <p:cNvSpPr/>
          <p:nvPr/>
        </p:nvSpPr>
        <p:spPr>
          <a:xfrm>
            <a:off x="489000" y="444017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55405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200006"/>
            <a:ext cx="1332000" cy="646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489000" y="42573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5A1250A5-2F7D-46D7-9E3B-9E612EC446B8}"/>
              </a:ext>
            </a:extLst>
          </p:cNvPr>
          <p:cNvSpPr/>
          <p:nvPr/>
        </p:nvSpPr>
        <p:spPr>
          <a:xfrm>
            <a:off x="489000" y="1429344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69DB5556-2A59-45FE-943E-B557ED7E0EE1}"/>
              </a:ext>
            </a:extLst>
          </p:cNvPr>
          <p:cNvSpPr/>
          <p:nvPr/>
        </p:nvSpPr>
        <p:spPr>
          <a:xfrm>
            <a:off x="489000" y="243295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E916681-7C25-42AE-A7D0-36380AD4D67D}"/>
              </a:ext>
            </a:extLst>
          </p:cNvPr>
          <p:cNvSpPr/>
          <p:nvPr/>
        </p:nvSpPr>
        <p:spPr>
          <a:xfrm>
            <a:off x="489000" y="343656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BE4E0168-ABE7-480E-8623-C296F2D6BAA9}"/>
              </a:ext>
            </a:extLst>
          </p:cNvPr>
          <p:cNvSpPr/>
          <p:nvPr/>
        </p:nvSpPr>
        <p:spPr>
          <a:xfrm>
            <a:off x="489000" y="444017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6D7FDA58-5BE4-48E4-99A3-937DEF6839C9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9047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200006"/>
            <a:ext cx="1332000" cy="646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489000" y="42573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5A1250A5-2F7D-46D7-9E3B-9E612EC446B8}"/>
              </a:ext>
            </a:extLst>
          </p:cNvPr>
          <p:cNvSpPr/>
          <p:nvPr/>
        </p:nvSpPr>
        <p:spPr>
          <a:xfrm>
            <a:off x="489000" y="142934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69DB5556-2A59-45FE-943E-B557ED7E0EE1}"/>
              </a:ext>
            </a:extLst>
          </p:cNvPr>
          <p:cNvSpPr/>
          <p:nvPr/>
        </p:nvSpPr>
        <p:spPr>
          <a:xfrm>
            <a:off x="489000" y="2432954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E916681-7C25-42AE-A7D0-36380AD4D67D}"/>
              </a:ext>
            </a:extLst>
          </p:cNvPr>
          <p:cNvSpPr/>
          <p:nvPr/>
        </p:nvSpPr>
        <p:spPr>
          <a:xfrm>
            <a:off x="489000" y="343656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BE4E0168-ABE7-480E-8623-C296F2D6BAA9}"/>
              </a:ext>
            </a:extLst>
          </p:cNvPr>
          <p:cNvSpPr/>
          <p:nvPr/>
        </p:nvSpPr>
        <p:spPr>
          <a:xfrm>
            <a:off x="489000" y="444017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EA3F9443-5355-4042-8E98-0A8A3A0E72AD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32107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200006"/>
            <a:ext cx="1332000" cy="646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489000" y="42573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5A1250A5-2F7D-46D7-9E3B-9E612EC446B8}"/>
              </a:ext>
            </a:extLst>
          </p:cNvPr>
          <p:cNvSpPr/>
          <p:nvPr/>
        </p:nvSpPr>
        <p:spPr>
          <a:xfrm>
            <a:off x="489000" y="142934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69DB5556-2A59-45FE-943E-B557ED7E0EE1}"/>
              </a:ext>
            </a:extLst>
          </p:cNvPr>
          <p:cNvSpPr/>
          <p:nvPr/>
        </p:nvSpPr>
        <p:spPr>
          <a:xfrm>
            <a:off x="489000" y="243295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E916681-7C25-42AE-A7D0-36380AD4D67D}"/>
              </a:ext>
            </a:extLst>
          </p:cNvPr>
          <p:cNvSpPr/>
          <p:nvPr/>
        </p:nvSpPr>
        <p:spPr>
          <a:xfrm>
            <a:off x="489000" y="3436564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BE4E0168-ABE7-480E-8623-C296F2D6BAA9}"/>
              </a:ext>
            </a:extLst>
          </p:cNvPr>
          <p:cNvSpPr/>
          <p:nvPr/>
        </p:nvSpPr>
        <p:spPr>
          <a:xfrm>
            <a:off x="489000" y="444017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E98EBCDA-68C1-4F7A-BFEE-CE62F4C8E1C9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81710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200006"/>
            <a:ext cx="1332000" cy="646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489000" y="42573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5A1250A5-2F7D-46D7-9E3B-9E612EC446B8}"/>
              </a:ext>
            </a:extLst>
          </p:cNvPr>
          <p:cNvSpPr/>
          <p:nvPr/>
        </p:nvSpPr>
        <p:spPr>
          <a:xfrm>
            <a:off x="489000" y="142934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69DB5556-2A59-45FE-943E-B557ED7E0EE1}"/>
              </a:ext>
            </a:extLst>
          </p:cNvPr>
          <p:cNvSpPr/>
          <p:nvPr/>
        </p:nvSpPr>
        <p:spPr>
          <a:xfrm>
            <a:off x="489000" y="243295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E916681-7C25-42AE-A7D0-36380AD4D67D}"/>
              </a:ext>
            </a:extLst>
          </p:cNvPr>
          <p:cNvSpPr/>
          <p:nvPr/>
        </p:nvSpPr>
        <p:spPr>
          <a:xfrm>
            <a:off x="489000" y="343656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BE4E0168-ABE7-480E-8623-C296F2D6BAA9}"/>
              </a:ext>
            </a:extLst>
          </p:cNvPr>
          <p:cNvSpPr/>
          <p:nvPr/>
        </p:nvSpPr>
        <p:spPr>
          <a:xfrm>
            <a:off x="489000" y="4440174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AD9DDEAA-5816-4E5B-8DB9-23EFE58CDC35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</TotalTime>
  <Words>80</Words>
  <Application>Microsoft Office PowerPoint</Application>
  <PresentationFormat>A4 210 x 297 mm</PresentationFormat>
  <Paragraphs>35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35</cp:revision>
  <dcterms:created xsi:type="dcterms:W3CDTF">2017-11-09T07:26:57Z</dcterms:created>
  <dcterms:modified xsi:type="dcterms:W3CDTF">2018-03-05T05:16:36Z</dcterms:modified>
</cp:coreProperties>
</file>