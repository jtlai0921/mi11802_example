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0" r:id="rId3"/>
    <p:sldId id="262" r:id="rId4"/>
    <p:sldId id="263" r:id="rId5"/>
    <p:sldId id="264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A9B60C-717A-4E96-83B5-0DAD1BDF2578}"/>
              </a:ext>
            </a:extLst>
          </p:cNvPr>
          <p:cNvSpPr/>
          <p:nvPr/>
        </p:nvSpPr>
        <p:spPr>
          <a:xfrm>
            <a:off x="273000" y="1281049"/>
            <a:ext cx="1332000" cy="55769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1471960" y="189000"/>
            <a:ext cx="816104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0"/>
            <a:ext cx="1332000" cy="129373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509817" y="367903"/>
            <a:ext cx="858365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ja-JP" sz="4400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97220F8-F13E-4EEE-8815-3C9E54220506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9E825F5-A82A-4AD1-8427-034BF1F80E97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C2804F3-F494-4145-9CE4-5AD7DC6F7C70}"/>
              </a:ext>
            </a:extLst>
          </p:cNvPr>
          <p:cNvSpPr/>
          <p:nvPr/>
        </p:nvSpPr>
        <p:spPr>
          <a:xfrm>
            <a:off x="406038" y="1661640"/>
            <a:ext cx="1065922" cy="46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CD8C2B7-A127-42CF-972F-467B19F8A6D3}"/>
              </a:ext>
            </a:extLst>
          </p:cNvPr>
          <p:cNvSpPr txBox="1"/>
          <p:nvPr/>
        </p:nvSpPr>
        <p:spPr>
          <a:xfrm>
            <a:off x="273000" y="1741752"/>
            <a:ext cx="133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39162CC-69AD-4073-BC1F-4C15DAE4BB6B}"/>
              </a:ext>
            </a:extLst>
          </p:cNvPr>
          <p:cNvSpPr/>
          <p:nvPr/>
        </p:nvSpPr>
        <p:spPr>
          <a:xfrm>
            <a:off x="8965484" y="6180264"/>
            <a:ext cx="940515" cy="309739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ja-JP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505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A9B60C-717A-4E96-83B5-0DAD1BDF2578}"/>
              </a:ext>
            </a:extLst>
          </p:cNvPr>
          <p:cNvSpPr/>
          <p:nvPr/>
        </p:nvSpPr>
        <p:spPr>
          <a:xfrm>
            <a:off x="273000" y="1281049"/>
            <a:ext cx="1332000" cy="55769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1471960" y="189000"/>
            <a:ext cx="816104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0"/>
            <a:ext cx="1332000" cy="129373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509817" y="367903"/>
            <a:ext cx="858365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ja-JP" sz="4400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97220F8-F13E-4EEE-8815-3C9E54220506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9E825F5-A82A-4AD1-8427-034BF1F80E97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C2804F3-F494-4145-9CE4-5AD7DC6F7C70}"/>
              </a:ext>
            </a:extLst>
          </p:cNvPr>
          <p:cNvSpPr/>
          <p:nvPr/>
        </p:nvSpPr>
        <p:spPr>
          <a:xfrm>
            <a:off x="406038" y="1661640"/>
            <a:ext cx="1065922" cy="46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CD8C2B7-A127-42CF-972F-467B19F8A6D3}"/>
              </a:ext>
            </a:extLst>
          </p:cNvPr>
          <p:cNvSpPr txBox="1"/>
          <p:nvPr/>
        </p:nvSpPr>
        <p:spPr>
          <a:xfrm>
            <a:off x="273000" y="1741752"/>
            <a:ext cx="133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39162CC-69AD-4073-BC1F-4C15DAE4BB6B}"/>
              </a:ext>
            </a:extLst>
          </p:cNvPr>
          <p:cNvSpPr/>
          <p:nvPr/>
        </p:nvSpPr>
        <p:spPr>
          <a:xfrm>
            <a:off x="8965484" y="6180264"/>
            <a:ext cx="940515" cy="309739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ja-JP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351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A9B60C-717A-4E96-83B5-0DAD1BDF2578}"/>
              </a:ext>
            </a:extLst>
          </p:cNvPr>
          <p:cNvSpPr/>
          <p:nvPr/>
        </p:nvSpPr>
        <p:spPr>
          <a:xfrm>
            <a:off x="273000" y="1281049"/>
            <a:ext cx="1332000" cy="55769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1471960" y="189000"/>
            <a:ext cx="816104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0"/>
            <a:ext cx="1332000" cy="129373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509817" y="367903"/>
            <a:ext cx="858365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ja-JP" sz="4400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97220F8-F13E-4EEE-8815-3C9E54220506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9E825F5-A82A-4AD1-8427-034BF1F80E97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C2804F3-F494-4145-9CE4-5AD7DC6F7C70}"/>
              </a:ext>
            </a:extLst>
          </p:cNvPr>
          <p:cNvSpPr/>
          <p:nvPr/>
        </p:nvSpPr>
        <p:spPr>
          <a:xfrm>
            <a:off x="406038" y="1661640"/>
            <a:ext cx="1065922" cy="46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CD8C2B7-A127-42CF-972F-467B19F8A6D3}"/>
              </a:ext>
            </a:extLst>
          </p:cNvPr>
          <p:cNvSpPr txBox="1"/>
          <p:nvPr/>
        </p:nvSpPr>
        <p:spPr>
          <a:xfrm>
            <a:off x="273000" y="1741752"/>
            <a:ext cx="133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39162CC-69AD-4073-BC1F-4C15DAE4BB6B}"/>
              </a:ext>
            </a:extLst>
          </p:cNvPr>
          <p:cNvSpPr/>
          <p:nvPr/>
        </p:nvSpPr>
        <p:spPr>
          <a:xfrm>
            <a:off x="8965484" y="6180264"/>
            <a:ext cx="940515" cy="309739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kumimoji="1" lang="ja-JP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378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A9B60C-717A-4E96-83B5-0DAD1BDF2578}"/>
              </a:ext>
            </a:extLst>
          </p:cNvPr>
          <p:cNvSpPr/>
          <p:nvPr/>
        </p:nvSpPr>
        <p:spPr>
          <a:xfrm>
            <a:off x="273000" y="1281049"/>
            <a:ext cx="1332000" cy="55769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1471960" y="189000"/>
            <a:ext cx="816104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0"/>
            <a:ext cx="1332000" cy="129373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509817" y="367903"/>
            <a:ext cx="858365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ja-JP" sz="4400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97220F8-F13E-4EEE-8815-3C9E54220506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9E825F5-A82A-4AD1-8427-034BF1F80E97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C2804F3-F494-4145-9CE4-5AD7DC6F7C70}"/>
              </a:ext>
            </a:extLst>
          </p:cNvPr>
          <p:cNvSpPr/>
          <p:nvPr/>
        </p:nvSpPr>
        <p:spPr>
          <a:xfrm>
            <a:off x="406038" y="1661640"/>
            <a:ext cx="1065922" cy="46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CD8C2B7-A127-42CF-972F-467B19F8A6D3}"/>
              </a:ext>
            </a:extLst>
          </p:cNvPr>
          <p:cNvSpPr txBox="1"/>
          <p:nvPr/>
        </p:nvSpPr>
        <p:spPr>
          <a:xfrm>
            <a:off x="273000" y="1741752"/>
            <a:ext cx="133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39162CC-69AD-4073-BC1F-4C15DAE4BB6B}"/>
              </a:ext>
            </a:extLst>
          </p:cNvPr>
          <p:cNvSpPr/>
          <p:nvPr/>
        </p:nvSpPr>
        <p:spPr>
          <a:xfrm>
            <a:off x="8965484" y="6180264"/>
            <a:ext cx="940515" cy="309739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1" lang="ja-JP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657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A9B60C-717A-4E96-83B5-0DAD1BDF2578}"/>
              </a:ext>
            </a:extLst>
          </p:cNvPr>
          <p:cNvSpPr/>
          <p:nvPr/>
        </p:nvSpPr>
        <p:spPr>
          <a:xfrm>
            <a:off x="273000" y="1281049"/>
            <a:ext cx="1332000" cy="55769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1471960" y="189000"/>
            <a:ext cx="816104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0"/>
            <a:ext cx="1332000" cy="129373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509817" y="367903"/>
            <a:ext cx="858365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ja-JP" sz="4400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97220F8-F13E-4EEE-8815-3C9E54220506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9E825F5-A82A-4AD1-8427-034BF1F80E97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C2804F3-F494-4145-9CE4-5AD7DC6F7C70}"/>
              </a:ext>
            </a:extLst>
          </p:cNvPr>
          <p:cNvSpPr/>
          <p:nvPr/>
        </p:nvSpPr>
        <p:spPr>
          <a:xfrm>
            <a:off x="406038" y="1661640"/>
            <a:ext cx="1065922" cy="46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CD8C2B7-A127-42CF-972F-467B19F8A6D3}"/>
              </a:ext>
            </a:extLst>
          </p:cNvPr>
          <p:cNvSpPr txBox="1"/>
          <p:nvPr/>
        </p:nvSpPr>
        <p:spPr>
          <a:xfrm>
            <a:off x="273000" y="1741752"/>
            <a:ext cx="133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39162CC-69AD-4073-BC1F-4C15DAE4BB6B}"/>
              </a:ext>
            </a:extLst>
          </p:cNvPr>
          <p:cNvSpPr/>
          <p:nvPr/>
        </p:nvSpPr>
        <p:spPr>
          <a:xfrm>
            <a:off x="8965484" y="6180264"/>
            <a:ext cx="940515" cy="309739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kumimoji="1" lang="ja-JP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111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270</TotalTime>
  <Words>85</Words>
  <Application>Microsoft Office PowerPoint</Application>
  <PresentationFormat>A4 210 x 297 mm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45</cp:revision>
  <dcterms:created xsi:type="dcterms:W3CDTF">2017-11-09T07:26:57Z</dcterms:created>
  <dcterms:modified xsi:type="dcterms:W3CDTF">2018-03-05T04:07:12Z</dcterms:modified>
</cp:coreProperties>
</file>