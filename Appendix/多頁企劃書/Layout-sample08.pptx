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60" r:id="rId4"/>
    <p:sldId id="262" r:id="rId5"/>
    <p:sldId id="261" r:id="rId6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2720" y="189000"/>
            <a:ext cx="936028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5DE6F7F-BE9C-4649-80F3-98D5BDB3B868}"/>
              </a:ext>
            </a:extLst>
          </p:cNvPr>
          <p:cNvSpPr txBox="1"/>
          <p:nvPr/>
        </p:nvSpPr>
        <p:spPr>
          <a:xfrm>
            <a:off x="4628197" y="6207335"/>
            <a:ext cx="6496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spc="-15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24C0545-A4DF-4178-A98C-8703093E9EF5}"/>
              </a:ext>
            </a:extLst>
          </p:cNvPr>
          <p:cNvSpPr txBox="1"/>
          <p:nvPr/>
        </p:nvSpPr>
        <p:spPr>
          <a:xfrm>
            <a:off x="2718502" y="665390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B12E3D62-10B3-4BF1-B5C9-74356E7EEC40}"/>
              </a:ext>
            </a:extLst>
          </p:cNvPr>
          <p:cNvGrpSpPr/>
          <p:nvPr/>
        </p:nvGrpSpPr>
        <p:grpSpPr>
          <a:xfrm>
            <a:off x="245526" y="189000"/>
            <a:ext cx="2123744" cy="1476000"/>
            <a:chOff x="543128" y="2473229"/>
            <a:chExt cx="2123744" cy="1476000"/>
          </a:xfrm>
        </p:grpSpPr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8BD9B0A1-D48E-4239-AC56-B7212C17B2A2}"/>
                </a:ext>
              </a:extLst>
            </p:cNvPr>
            <p:cNvSpPr/>
            <p:nvPr/>
          </p:nvSpPr>
          <p:spPr>
            <a:xfrm>
              <a:off x="543128" y="2473229"/>
              <a:ext cx="2123744" cy="1476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フローチャート : 結合子 3">
              <a:extLst>
                <a:ext uri="{FF2B5EF4-FFF2-40B4-BE49-F238E27FC236}">
                  <a16:creationId xmlns:a16="http://schemas.microsoft.com/office/drawing/2014/main" id="{0F30639F-301D-43B1-B654-2C09BDE65723}"/>
                </a:ext>
              </a:extLst>
            </p:cNvPr>
            <p:cNvSpPr/>
            <p:nvPr/>
          </p:nvSpPr>
          <p:spPr>
            <a:xfrm>
              <a:off x="614896" y="2581253"/>
              <a:ext cx="108000" cy="108000"/>
            </a:xfrm>
            <a:prstGeom prst="flowChartConnector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フローチャート : 結合子 14">
              <a:extLst>
                <a:ext uri="{FF2B5EF4-FFF2-40B4-BE49-F238E27FC236}">
                  <a16:creationId xmlns:a16="http://schemas.microsoft.com/office/drawing/2014/main" id="{851C5AF9-4553-45CB-A590-601FAD6C93EB}"/>
                </a:ext>
              </a:extLst>
            </p:cNvPr>
            <p:cNvSpPr/>
            <p:nvPr/>
          </p:nvSpPr>
          <p:spPr>
            <a:xfrm>
              <a:off x="2487104" y="2581253"/>
              <a:ext cx="108000" cy="108000"/>
            </a:xfrm>
            <a:prstGeom prst="flowChartConnector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フローチャート : 結合子 18">
              <a:extLst>
                <a:ext uri="{FF2B5EF4-FFF2-40B4-BE49-F238E27FC236}">
                  <a16:creationId xmlns:a16="http://schemas.microsoft.com/office/drawing/2014/main" id="{1C9FBDA8-F17E-4588-87E6-3923DB45AD40}"/>
                </a:ext>
              </a:extLst>
            </p:cNvPr>
            <p:cNvSpPr/>
            <p:nvPr/>
          </p:nvSpPr>
          <p:spPr>
            <a:xfrm>
              <a:off x="614896" y="3715373"/>
              <a:ext cx="108000" cy="108000"/>
            </a:xfrm>
            <a:prstGeom prst="flowChartConnector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フローチャート : 結合子 19">
              <a:extLst>
                <a:ext uri="{FF2B5EF4-FFF2-40B4-BE49-F238E27FC236}">
                  <a16:creationId xmlns:a16="http://schemas.microsoft.com/office/drawing/2014/main" id="{34DF77D0-FDAE-4E5E-9A71-AC1633418A2B}"/>
                </a:ext>
              </a:extLst>
            </p:cNvPr>
            <p:cNvSpPr/>
            <p:nvPr/>
          </p:nvSpPr>
          <p:spPr>
            <a:xfrm>
              <a:off x="2487104" y="3715373"/>
              <a:ext cx="108000" cy="108000"/>
            </a:xfrm>
            <a:prstGeom prst="flowChartConnector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42ABA823-A986-4C49-8E61-BBE44093901D}"/>
                </a:ext>
              </a:extLst>
            </p:cNvPr>
            <p:cNvSpPr/>
            <p:nvPr/>
          </p:nvSpPr>
          <p:spPr>
            <a:xfrm>
              <a:off x="831000" y="3283601"/>
              <a:ext cx="1548000" cy="39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6CC4CE80-4451-40BB-932B-27E0DC5B8289}"/>
                </a:ext>
              </a:extLst>
            </p:cNvPr>
            <p:cNvSpPr txBox="1"/>
            <p:nvPr/>
          </p:nvSpPr>
          <p:spPr>
            <a:xfrm>
              <a:off x="919557" y="3285563"/>
              <a:ext cx="1370889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ja-JP" altLang="en-US" sz="2000" b="1" spc="-150" dirty="0">
                  <a:latin typeface="Arial" panose="020B0604020202020204" pitchFamily="34" charset="0"/>
                  <a:cs typeface="Arial" panose="020B0604020202020204" pitchFamily="34" charset="0"/>
                </a:rPr>
                <a:t>○○○○○</a:t>
              </a:r>
              <a:endParaRPr lang="en-US" altLang="ja-JP" sz="2000" b="1" spc="-1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38375637-0788-46A6-8EB6-6470F4080693}"/>
                </a:ext>
              </a:extLst>
            </p:cNvPr>
            <p:cNvSpPr/>
            <p:nvPr/>
          </p:nvSpPr>
          <p:spPr>
            <a:xfrm>
              <a:off x="831000" y="2743253"/>
              <a:ext cx="1547999" cy="39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40120D5E-8A94-4BD8-8F61-0B44258E9C86}"/>
                </a:ext>
              </a:extLst>
            </p:cNvPr>
            <p:cNvSpPr txBox="1"/>
            <p:nvPr/>
          </p:nvSpPr>
          <p:spPr>
            <a:xfrm>
              <a:off x="919554" y="2747605"/>
              <a:ext cx="1370892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000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ea typeface="HGPｺﾞｼｯｸE" pitchFamily="50" charset="-128"/>
                  <a:cs typeface="Arial" panose="020B0604020202020204" pitchFamily="34" charset="0"/>
                </a:rPr>
                <a:t># 01</a:t>
              </a:r>
              <a:endParaRPr lang="ja-JP" alt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HGPｺﾞｼｯｸE" pitchFamily="50" charset="-128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1565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2720" y="189000"/>
            <a:ext cx="936028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5DE6F7F-BE9C-4649-80F3-98D5BDB3B868}"/>
              </a:ext>
            </a:extLst>
          </p:cNvPr>
          <p:cNvSpPr txBox="1"/>
          <p:nvPr/>
        </p:nvSpPr>
        <p:spPr>
          <a:xfrm>
            <a:off x="4628197" y="6207335"/>
            <a:ext cx="6496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spc="-15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24C0545-A4DF-4178-A98C-8703093E9EF5}"/>
              </a:ext>
            </a:extLst>
          </p:cNvPr>
          <p:cNvSpPr txBox="1"/>
          <p:nvPr/>
        </p:nvSpPr>
        <p:spPr>
          <a:xfrm>
            <a:off x="2718502" y="665390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B12E3D62-10B3-4BF1-B5C9-74356E7EEC40}"/>
              </a:ext>
            </a:extLst>
          </p:cNvPr>
          <p:cNvGrpSpPr/>
          <p:nvPr/>
        </p:nvGrpSpPr>
        <p:grpSpPr>
          <a:xfrm>
            <a:off x="245526" y="189000"/>
            <a:ext cx="2123744" cy="1476000"/>
            <a:chOff x="543128" y="2473229"/>
            <a:chExt cx="2123744" cy="1476000"/>
          </a:xfrm>
        </p:grpSpPr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8BD9B0A1-D48E-4239-AC56-B7212C17B2A2}"/>
                </a:ext>
              </a:extLst>
            </p:cNvPr>
            <p:cNvSpPr/>
            <p:nvPr/>
          </p:nvSpPr>
          <p:spPr>
            <a:xfrm>
              <a:off x="543128" y="2473229"/>
              <a:ext cx="2123744" cy="1476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フローチャート : 結合子 3">
              <a:extLst>
                <a:ext uri="{FF2B5EF4-FFF2-40B4-BE49-F238E27FC236}">
                  <a16:creationId xmlns:a16="http://schemas.microsoft.com/office/drawing/2014/main" id="{0F30639F-301D-43B1-B654-2C09BDE65723}"/>
                </a:ext>
              </a:extLst>
            </p:cNvPr>
            <p:cNvSpPr/>
            <p:nvPr/>
          </p:nvSpPr>
          <p:spPr>
            <a:xfrm>
              <a:off x="614896" y="2581253"/>
              <a:ext cx="108000" cy="108000"/>
            </a:xfrm>
            <a:prstGeom prst="flowChartConnector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フローチャート : 結合子 14">
              <a:extLst>
                <a:ext uri="{FF2B5EF4-FFF2-40B4-BE49-F238E27FC236}">
                  <a16:creationId xmlns:a16="http://schemas.microsoft.com/office/drawing/2014/main" id="{851C5AF9-4553-45CB-A590-601FAD6C93EB}"/>
                </a:ext>
              </a:extLst>
            </p:cNvPr>
            <p:cNvSpPr/>
            <p:nvPr/>
          </p:nvSpPr>
          <p:spPr>
            <a:xfrm>
              <a:off x="2487104" y="2581253"/>
              <a:ext cx="108000" cy="108000"/>
            </a:xfrm>
            <a:prstGeom prst="flowChartConnector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フローチャート : 結合子 18">
              <a:extLst>
                <a:ext uri="{FF2B5EF4-FFF2-40B4-BE49-F238E27FC236}">
                  <a16:creationId xmlns:a16="http://schemas.microsoft.com/office/drawing/2014/main" id="{1C9FBDA8-F17E-4588-87E6-3923DB45AD40}"/>
                </a:ext>
              </a:extLst>
            </p:cNvPr>
            <p:cNvSpPr/>
            <p:nvPr/>
          </p:nvSpPr>
          <p:spPr>
            <a:xfrm>
              <a:off x="614896" y="3715373"/>
              <a:ext cx="108000" cy="108000"/>
            </a:xfrm>
            <a:prstGeom prst="flowChartConnector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フローチャート : 結合子 19">
              <a:extLst>
                <a:ext uri="{FF2B5EF4-FFF2-40B4-BE49-F238E27FC236}">
                  <a16:creationId xmlns:a16="http://schemas.microsoft.com/office/drawing/2014/main" id="{34DF77D0-FDAE-4E5E-9A71-AC1633418A2B}"/>
                </a:ext>
              </a:extLst>
            </p:cNvPr>
            <p:cNvSpPr/>
            <p:nvPr/>
          </p:nvSpPr>
          <p:spPr>
            <a:xfrm>
              <a:off x="2487104" y="3715373"/>
              <a:ext cx="108000" cy="108000"/>
            </a:xfrm>
            <a:prstGeom prst="flowChartConnector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42ABA823-A986-4C49-8E61-BBE44093901D}"/>
                </a:ext>
              </a:extLst>
            </p:cNvPr>
            <p:cNvSpPr/>
            <p:nvPr/>
          </p:nvSpPr>
          <p:spPr>
            <a:xfrm>
              <a:off x="831000" y="3283601"/>
              <a:ext cx="1548000" cy="39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6CC4CE80-4451-40BB-932B-27E0DC5B8289}"/>
                </a:ext>
              </a:extLst>
            </p:cNvPr>
            <p:cNvSpPr txBox="1"/>
            <p:nvPr/>
          </p:nvSpPr>
          <p:spPr>
            <a:xfrm>
              <a:off x="919557" y="3285563"/>
              <a:ext cx="1370889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ja-JP" altLang="en-US" sz="2000" b="1" spc="-150" dirty="0">
                  <a:latin typeface="Arial" panose="020B0604020202020204" pitchFamily="34" charset="0"/>
                  <a:cs typeface="Arial" panose="020B0604020202020204" pitchFamily="34" charset="0"/>
                </a:rPr>
                <a:t>○○○○○</a:t>
              </a:r>
              <a:endParaRPr lang="en-US" altLang="ja-JP" sz="2000" b="1" spc="-1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38375637-0788-46A6-8EB6-6470F4080693}"/>
                </a:ext>
              </a:extLst>
            </p:cNvPr>
            <p:cNvSpPr/>
            <p:nvPr/>
          </p:nvSpPr>
          <p:spPr>
            <a:xfrm>
              <a:off x="831000" y="2743253"/>
              <a:ext cx="1547999" cy="39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40120D5E-8A94-4BD8-8F61-0B44258E9C86}"/>
                </a:ext>
              </a:extLst>
            </p:cNvPr>
            <p:cNvSpPr txBox="1"/>
            <p:nvPr/>
          </p:nvSpPr>
          <p:spPr>
            <a:xfrm>
              <a:off x="919554" y="2747605"/>
              <a:ext cx="1370892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000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ea typeface="HGPｺﾞｼｯｸE" pitchFamily="50" charset="-128"/>
                  <a:cs typeface="Arial" panose="020B0604020202020204" pitchFamily="34" charset="0"/>
                </a:rPr>
                <a:t># 02</a:t>
              </a:r>
              <a:endParaRPr lang="ja-JP" alt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HGPｺﾞｼｯｸE" pitchFamily="50" charset="-128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05217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2720" y="189000"/>
            <a:ext cx="936028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5DE6F7F-BE9C-4649-80F3-98D5BDB3B868}"/>
              </a:ext>
            </a:extLst>
          </p:cNvPr>
          <p:cNvSpPr txBox="1"/>
          <p:nvPr/>
        </p:nvSpPr>
        <p:spPr>
          <a:xfrm>
            <a:off x="4628197" y="6207335"/>
            <a:ext cx="6496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spc="-15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24C0545-A4DF-4178-A98C-8703093E9EF5}"/>
              </a:ext>
            </a:extLst>
          </p:cNvPr>
          <p:cNvSpPr txBox="1"/>
          <p:nvPr/>
        </p:nvSpPr>
        <p:spPr>
          <a:xfrm>
            <a:off x="2718502" y="665390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B12E3D62-10B3-4BF1-B5C9-74356E7EEC40}"/>
              </a:ext>
            </a:extLst>
          </p:cNvPr>
          <p:cNvGrpSpPr/>
          <p:nvPr/>
        </p:nvGrpSpPr>
        <p:grpSpPr>
          <a:xfrm>
            <a:off x="245526" y="189000"/>
            <a:ext cx="2123744" cy="1476000"/>
            <a:chOff x="543128" y="2473229"/>
            <a:chExt cx="2123744" cy="1476000"/>
          </a:xfrm>
        </p:grpSpPr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8BD9B0A1-D48E-4239-AC56-B7212C17B2A2}"/>
                </a:ext>
              </a:extLst>
            </p:cNvPr>
            <p:cNvSpPr/>
            <p:nvPr/>
          </p:nvSpPr>
          <p:spPr>
            <a:xfrm>
              <a:off x="543128" y="2473229"/>
              <a:ext cx="2123744" cy="1476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フローチャート : 結合子 3">
              <a:extLst>
                <a:ext uri="{FF2B5EF4-FFF2-40B4-BE49-F238E27FC236}">
                  <a16:creationId xmlns:a16="http://schemas.microsoft.com/office/drawing/2014/main" id="{0F30639F-301D-43B1-B654-2C09BDE65723}"/>
                </a:ext>
              </a:extLst>
            </p:cNvPr>
            <p:cNvSpPr/>
            <p:nvPr/>
          </p:nvSpPr>
          <p:spPr>
            <a:xfrm>
              <a:off x="614896" y="2581253"/>
              <a:ext cx="108000" cy="108000"/>
            </a:xfrm>
            <a:prstGeom prst="flowChartConnector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フローチャート : 結合子 14">
              <a:extLst>
                <a:ext uri="{FF2B5EF4-FFF2-40B4-BE49-F238E27FC236}">
                  <a16:creationId xmlns:a16="http://schemas.microsoft.com/office/drawing/2014/main" id="{851C5AF9-4553-45CB-A590-601FAD6C93EB}"/>
                </a:ext>
              </a:extLst>
            </p:cNvPr>
            <p:cNvSpPr/>
            <p:nvPr/>
          </p:nvSpPr>
          <p:spPr>
            <a:xfrm>
              <a:off x="2487104" y="2581253"/>
              <a:ext cx="108000" cy="108000"/>
            </a:xfrm>
            <a:prstGeom prst="flowChartConnector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フローチャート : 結合子 18">
              <a:extLst>
                <a:ext uri="{FF2B5EF4-FFF2-40B4-BE49-F238E27FC236}">
                  <a16:creationId xmlns:a16="http://schemas.microsoft.com/office/drawing/2014/main" id="{1C9FBDA8-F17E-4588-87E6-3923DB45AD40}"/>
                </a:ext>
              </a:extLst>
            </p:cNvPr>
            <p:cNvSpPr/>
            <p:nvPr/>
          </p:nvSpPr>
          <p:spPr>
            <a:xfrm>
              <a:off x="614896" y="3715373"/>
              <a:ext cx="108000" cy="108000"/>
            </a:xfrm>
            <a:prstGeom prst="flowChartConnector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フローチャート : 結合子 19">
              <a:extLst>
                <a:ext uri="{FF2B5EF4-FFF2-40B4-BE49-F238E27FC236}">
                  <a16:creationId xmlns:a16="http://schemas.microsoft.com/office/drawing/2014/main" id="{34DF77D0-FDAE-4E5E-9A71-AC1633418A2B}"/>
                </a:ext>
              </a:extLst>
            </p:cNvPr>
            <p:cNvSpPr/>
            <p:nvPr/>
          </p:nvSpPr>
          <p:spPr>
            <a:xfrm>
              <a:off x="2487104" y="3715373"/>
              <a:ext cx="108000" cy="108000"/>
            </a:xfrm>
            <a:prstGeom prst="flowChartConnector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42ABA823-A986-4C49-8E61-BBE44093901D}"/>
                </a:ext>
              </a:extLst>
            </p:cNvPr>
            <p:cNvSpPr/>
            <p:nvPr/>
          </p:nvSpPr>
          <p:spPr>
            <a:xfrm>
              <a:off x="831000" y="3283601"/>
              <a:ext cx="1548000" cy="39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6CC4CE80-4451-40BB-932B-27E0DC5B8289}"/>
                </a:ext>
              </a:extLst>
            </p:cNvPr>
            <p:cNvSpPr txBox="1"/>
            <p:nvPr/>
          </p:nvSpPr>
          <p:spPr>
            <a:xfrm>
              <a:off x="919557" y="3285563"/>
              <a:ext cx="1370889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ja-JP" altLang="en-US" sz="2000" b="1" spc="-150" dirty="0">
                  <a:latin typeface="Arial" panose="020B0604020202020204" pitchFamily="34" charset="0"/>
                  <a:cs typeface="Arial" panose="020B0604020202020204" pitchFamily="34" charset="0"/>
                </a:rPr>
                <a:t>○○○○○</a:t>
              </a:r>
              <a:endParaRPr lang="en-US" altLang="ja-JP" sz="2000" b="1" spc="-1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38375637-0788-46A6-8EB6-6470F4080693}"/>
                </a:ext>
              </a:extLst>
            </p:cNvPr>
            <p:cNvSpPr/>
            <p:nvPr/>
          </p:nvSpPr>
          <p:spPr>
            <a:xfrm>
              <a:off x="831000" y="2743253"/>
              <a:ext cx="1547999" cy="39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40120D5E-8A94-4BD8-8F61-0B44258E9C86}"/>
                </a:ext>
              </a:extLst>
            </p:cNvPr>
            <p:cNvSpPr txBox="1"/>
            <p:nvPr/>
          </p:nvSpPr>
          <p:spPr>
            <a:xfrm>
              <a:off x="919554" y="2747605"/>
              <a:ext cx="1370892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000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ea typeface="HGPｺﾞｼｯｸE" pitchFamily="50" charset="-128"/>
                  <a:cs typeface="Arial" panose="020B0604020202020204" pitchFamily="34" charset="0"/>
                </a:rPr>
                <a:t># 03</a:t>
              </a:r>
              <a:endParaRPr lang="ja-JP" alt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HGPｺﾞｼｯｸE" pitchFamily="50" charset="-128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61541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2720" y="189000"/>
            <a:ext cx="936028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5DE6F7F-BE9C-4649-80F3-98D5BDB3B868}"/>
              </a:ext>
            </a:extLst>
          </p:cNvPr>
          <p:cNvSpPr txBox="1"/>
          <p:nvPr/>
        </p:nvSpPr>
        <p:spPr>
          <a:xfrm>
            <a:off x="4628197" y="6207335"/>
            <a:ext cx="6496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spc="-15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24C0545-A4DF-4178-A98C-8703093E9EF5}"/>
              </a:ext>
            </a:extLst>
          </p:cNvPr>
          <p:cNvSpPr txBox="1"/>
          <p:nvPr/>
        </p:nvSpPr>
        <p:spPr>
          <a:xfrm>
            <a:off x="2718502" y="665390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B12E3D62-10B3-4BF1-B5C9-74356E7EEC40}"/>
              </a:ext>
            </a:extLst>
          </p:cNvPr>
          <p:cNvGrpSpPr/>
          <p:nvPr/>
        </p:nvGrpSpPr>
        <p:grpSpPr>
          <a:xfrm>
            <a:off x="245526" y="189000"/>
            <a:ext cx="2123744" cy="1476000"/>
            <a:chOff x="543128" y="2473229"/>
            <a:chExt cx="2123744" cy="1476000"/>
          </a:xfrm>
        </p:grpSpPr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8BD9B0A1-D48E-4239-AC56-B7212C17B2A2}"/>
                </a:ext>
              </a:extLst>
            </p:cNvPr>
            <p:cNvSpPr/>
            <p:nvPr/>
          </p:nvSpPr>
          <p:spPr>
            <a:xfrm>
              <a:off x="543128" y="2473229"/>
              <a:ext cx="2123744" cy="1476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フローチャート : 結合子 3">
              <a:extLst>
                <a:ext uri="{FF2B5EF4-FFF2-40B4-BE49-F238E27FC236}">
                  <a16:creationId xmlns:a16="http://schemas.microsoft.com/office/drawing/2014/main" id="{0F30639F-301D-43B1-B654-2C09BDE65723}"/>
                </a:ext>
              </a:extLst>
            </p:cNvPr>
            <p:cNvSpPr/>
            <p:nvPr/>
          </p:nvSpPr>
          <p:spPr>
            <a:xfrm>
              <a:off x="614896" y="2581253"/>
              <a:ext cx="108000" cy="108000"/>
            </a:xfrm>
            <a:prstGeom prst="flowChartConnector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フローチャート : 結合子 14">
              <a:extLst>
                <a:ext uri="{FF2B5EF4-FFF2-40B4-BE49-F238E27FC236}">
                  <a16:creationId xmlns:a16="http://schemas.microsoft.com/office/drawing/2014/main" id="{851C5AF9-4553-45CB-A590-601FAD6C93EB}"/>
                </a:ext>
              </a:extLst>
            </p:cNvPr>
            <p:cNvSpPr/>
            <p:nvPr/>
          </p:nvSpPr>
          <p:spPr>
            <a:xfrm>
              <a:off x="2487104" y="2581253"/>
              <a:ext cx="108000" cy="108000"/>
            </a:xfrm>
            <a:prstGeom prst="flowChartConnector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フローチャート : 結合子 18">
              <a:extLst>
                <a:ext uri="{FF2B5EF4-FFF2-40B4-BE49-F238E27FC236}">
                  <a16:creationId xmlns:a16="http://schemas.microsoft.com/office/drawing/2014/main" id="{1C9FBDA8-F17E-4588-87E6-3923DB45AD40}"/>
                </a:ext>
              </a:extLst>
            </p:cNvPr>
            <p:cNvSpPr/>
            <p:nvPr/>
          </p:nvSpPr>
          <p:spPr>
            <a:xfrm>
              <a:off x="614896" y="3715373"/>
              <a:ext cx="108000" cy="108000"/>
            </a:xfrm>
            <a:prstGeom prst="flowChartConnector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フローチャート : 結合子 19">
              <a:extLst>
                <a:ext uri="{FF2B5EF4-FFF2-40B4-BE49-F238E27FC236}">
                  <a16:creationId xmlns:a16="http://schemas.microsoft.com/office/drawing/2014/main" id="{34DF77D0-FDAE-4E5E-9A71-AC1633418A2B}"/>
                </a:ext>
              </a:extLst>
            </p:cNvPr>
            <p:cNvSpPr/>
            <p:nvPr/>
          </p:nvSpPr>
          <p:spPr>
            <a:xfrm>
              <a:off x="2487104" y="3715373"/>
              <a:ext cx="108000" cy="108000"/>
            </a:xfrm>
            <a:prstGeom prst="flowChartConnector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42ABA823-A986-4C49-8E61-BBE44093901D}"/>
                </a:ext>
              </a:extLst>
            </p:cNvPr>
            <p:cNvSpPr/>
            <p:nvPr/>
          </p:nvSpPr>
          <p:spPr>
            <a:xfrm>
              <a:off x="831000" y="3283601"/>
              <a:ext cx="1548000" cy="39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6CC4CE80-4451-40BB-932B-27E0DC5B8289}"/>
                </a:ext>
              </a:extLst>
            </p:cNvPr>
            <p:cNvSpPr txBox="1"/>
            <p:nvPr/>
          </p:nvSpPr>
          <p:spPr>
            <a:xfrm>
              <a:off x="919557" y="3285563"/>
              <a:ext cx="1370889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ja-JP" altLang="en-US" sz="2000" b="1" spc="-150" dirty="0">
                  <a:latin typeface="Arial" panose="020B0604020202020204" pitchFamily="34" charset="0"/>
                  <a:cs typeface="Arial" panose="020B0604020202020204" pitchFamily="34" charset="0"/>
                </a:rPr>
                <a:t>○○○○○</a:t>
              </a:r>
              <a:endParaRPr lang="en-US" altLang="ja-JP" sz="2000" b="1" spc="-1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38375637-0788-46A6-8EB6-6470F4080693}"/>
                </a:ext>
              </a:extLst>
            </p:cNvPr>
            <p:cNvSpPr/>
            <p:nvPr/>
          </p:nvSpPr>
          <p:spPr>
            <a:xfrm>
              <a:off x="831000" y="2743253"/>
              <a:ext cx="1547999" cy="39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40120D5E-8A94-4BD8-8F61-0B44258E9C86}"/>
                </a:ext>
              </a:extLst>
            </p:cNvPr>
            <p:cNvSpPr txBox="1"/>
            <p:nvPr/>
          </p:nvSpPr>
          <p:spPr>
            <a:xfrm>
              <a:off x="919554" y="2747605"/>
              <a:ext cx="1370892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000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ea typeface="HGPｺﾞｼｯｸE" pitchFamily="50" charset="-128"/>
                  <a:cs typeface="Arial" panose="020B0604020202020204" pitchFamily="34" charset="0"/>
                </a:rPr>
                <a:t># 04</a:t>
              </a:r>
              <a:endParaRPr lang="ja-JP" alt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HGPｺﾞｼｯｸE" pitchFamily="50" charset="-128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32729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2720" y="189000"/>
            <a:ext cx="936028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5DE6F7F-BE9C-4649-80F3-98D5BDB3B868}"/>
              </a:ext>
            </a:extLst>
          </p:cNvPr>
          <p:cNvSpPr txBox="1"/>
          <p:nvPr/>
        </p:nvSpPr>
        <p:spPr>
          <a:xfrm>
            <a:off x="4628197" y="6207335"/>
            <a:ext cx="6496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spc="-15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24C0545-A4DF-4178-A98C-8703093E9EF5}"/>
              </a:ext>
            </a:extLst>
          </p:cNvPr>
          <p:cNvSpPr txBox="1"/>
          <p:nvPr/>
        </p:nvSpPr>
        <p:spPr>
          <a:xfrm>
            <a:off x="2718502" y="665390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B12E3D62-10B3-4BF1-B5C9-74356E7EEC40}"/>
              </a:ext>
            </a:extLst>
          </p:cNvPr>
          <p:cNvGrpSpPr/>
          <p:nvPr/>
        </p:nvGrpSpPr>
        <p:grpSpPr>
          <a:xfrm>
            <a:off x="245526" y="189000"/>
            <a:ext cx="2123744" cy="1476000"/>
            <a:chOff x="543128" y="2473229"/>
            <a:chExt cx="2123744" cy="1476000"/>
          </a:xfrm>
        </p:grpSpPr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8BD9B0A1-D48E-4239-AC56-B7212C17B2A2}"/>
                </a:ext>
              </a:extLst>
            </p:cNvPr>
            <p:cNvSpPr/>
            <p:nvPr/>
          </p:nvSpPr>
          <p:spPr>
            <a:xfrm>
              <a:off x="543128" y="2473229"/>
              <a:ext cx="2123744" cy="1476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フローチャート : 結合子 3">
              <a:extLst>
                <a:ext uri="{FF2B5EF4-FFF2-40B4-BE49-F238E27FC236}">
                  <a16:creationId xmlns:a16="http://schemas.microsoft.com/office/drawing/2014/main" id="{0F30639F-301D-43B1-B654-2C09BDE65723}"/>
                </a:ext>
              </a:extLst>
            </p:cNvPr>
            <p:cNvSpPr/>
            <p:nvPr/>
          </p:nvSpPr>
          <p:spPr>
            <a:xfrm>
              <a:off x="614896" y="2581253"/>
              <a:ext cx="108000" cy="108000"/>
            </a:xfrm>
            <a:prstGeom prst="flowChartConnector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フローチャート : 結合子 14">
              <a:extLst>
                <a:ext uri="{FF2B5EF4-FFF2-40B4-BE49-F238E27FC236}">
                  <a16:creationId xmlns:a16="http://schemas.microsoft.com/office/drawing/2014/main" id="{851C5AF9-4553-45CB-A590-601FAD6C93EB}"/>
                </a:ext>
              </a:extLst>
            </p:cNvPr>
            <p:cNvSpPr/>
            <p:nvPr/>
          </p:nvSpPr>
          <p:spPr>
            <a:xfrm>
              <a:off x="2487104" y="2581253"/>
              <a:ext cx="108000" cy="108000"/>
            </a:xfrm>
            <a:prstGeom prst="flowChartConnector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フローチャート : 結合子 18">
              <a:extLst>
                <a:ext uri="{FF2B5EF4-FFF2-40B4-BE49-F238E27FC236}">
                  <a16:creationId xmlns:a16="http://schemas.microsoft.com/office/drawing/2014/main" id="{1C9FBDA8-F17E-4588-87E6-3923DB45AD40}"/>
                </a:ext>
              </a:extLst>
            </p:cNvPr>
            <p:cNvSpPr/>
            <p:nvPr/>
          </p:nvSpPr>
          <p:spPr>
            <a:xfrm>
              <a:off x="614896" y="3715373"/>
              <a:ext cx="108000" cy="108000"/>
            </a:xfrm>
            <a:prstGeom prst="flowChartConnector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フローチャート : 結合子 19">
              <a:extLst>
                <a:ext uri="{FF2B5EF4-FFF2-40B4-BE49-F238E27FC236}">
                  <a16:creationId xmlns:a16="http://schemas.microsoft.com/office/drawing/2014/main" id="{34DF77D0-FDAE-4E5E-9A71-AC1633418A2B}"/>
                </a:ext>
              </a:extLst>
            </p:cNvPr>
            <p:cNvSpPr/>
            <p:nvPr/>
          </p:nvSpPr>
          <p:spPr>
            <a:xfrm>
              <a:off x="2487104" y="3715373"/>
              <a:ext cx="108000" cy="108000"/>
            </a:xfrm>
            <a:prstGeom prst="flowChartConnector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42ABA823-A986-4C49-8E61-BBE44093901D}"/>
                </a:ext>
              </a:extLst>
            </p:cNvPr>
            <p:cNvSpPr/>
            <p:nvPr/>
          </p:nvSpPr>
          <p:spPr>
            <a:xfrm>
              <a:off x="831000" y="3283601"/>
              <a:ext cx="1548000" cy="39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6CC4CE80-4451-40BB-932B-27E0DC5B8289}"/>
                </a:ext>
              </a:extLst>
            </p:cNvPr>
            <p:cNvSpPr txBox="1"/>
            <p:nvPr/>
          </p:nvSpPr>
          <p:spPr>
            <a:xfrm>
              <a:off x="919557" y="3285563"/>
              <a:ext cx="1370889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ja-JP" altLang="en-US" sz="2000" b="1" spc="-150" dirty="0">
                  <a:latin typeface="Arial" panose="020B0604020202020204" pitchFamily="34" charset="0"/>
                  <a:cs typeface="Arial" panose="020B0604020202020204" pitchFamily="34" charset="0"/>
                </a:rPr>
                <a:t>○○○○○</a:t>
              </a:r>
              <a:endParaRPr lang="en-US" altLang="ja-JP" sz="2000" b="1" spc="-1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38375637-0788-46A6-8EB6-6470F4080693}"/>
                </a:ext>
              </a:extLst>
            </p:cNvPr>
            <p:cNvSpPr/>
            <p:nvPr/>
          </p:nvSpPr>
          <p:spPr>
            <a:xfrm>
              <a:off x="831000" y="2743253"/>
              <a:ext cx="1547999" cy="39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40120D5E-8A94-4BD8-8F61-0B44258E9C86}"/>
                </a:ext>
              </a:extLst>
            </p:cNvPr>
            <p:cNvSpPr txBox="1"/>
            <p:nvPr/>
          </p:nvSpPr>
          <p:spPr>
            <a:xfrm>
              <a:off x="919554" y="2747605"/>
              <a:ext cx="1370892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000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ea typeface="HGPｺﾞｼｯｸE" pitchFamily="50" charset="-128"/>
                  <a:cs typeface="Arial" panose="020B0604020202020204" pitchFamily="34" charset="0"/>
                </a:rPr>
                <a:t># 05</a:t>
              </a:r>
              <a:endParaRPr lang="ja-JP" alt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HGPｺﾞｼｯｸE" pitchFamily="50" charset="-128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78427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217</TotalTime>
  <Words>90</Words>
  <Application>Microsoft Office PowerPoint</Application>
  <PresentationFormat>A4 210 x 297 mm</PresentationFormat>
  <Paragraphs>20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2" baseType="lpstr">
      <vt:lpstr>HGPｺﾞｼｯｸE</vt:lpstr>
      <vt:lpstr>游ゴシック</vt:lpstr>
      <vt:lpstr>游ゴシック Light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WATANABE-note</cp:lastModifiedBy>
  <cp:revision>30</cp:revision>
  <dcterms:created xsi:type="dcterms:W3CDTF">2017-11-09T07:26:57Z</dcterms:created>
  <dcterms:modified xsi:type="dcterms:W3CDTF">2018-03-05T05:10:09Z</dcterms:modified>
</cp:coreProperties>
</file>