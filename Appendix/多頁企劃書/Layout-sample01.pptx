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1" r:id="rId4"/>
    <p:sldId id="260" r:id="rId5"/>
    <p:sldId id="262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6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76600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2ADA85E-0AF8-493C-B653-7379E2AC38AF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802500" y="0"/>
            <a:ext cx="0" cy="6858000"/>
          </a:xfrm>
          <a:prstGeom prst="lin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ひし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244500" y="469616"/>
            <a:ext cx="1116000" cy="1116000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7CC252-0445-4CB8-8A14-F78E940CDBF9}"/>
              </a:ext>
            </a:extLst>
          </p:cNvPr>
          <p:cNvSpPr/>
          <p:nvPr/>
        </p:nvSpPr>
        <p:spPr>
          <a:xfrm>
            <a:off x="244500" y="5754266"/>
            <a:ext cx="1116000" cy="42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84802" y="5811603"/>
            <a:ext cx="143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09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76600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2ADA85E-0AF8-493C-B653-7379E2AC38AF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802500" y="0"/>
            <a:ext cx="0" cy="6858000"/>
          </a:xfrm>
          <a:prstGeom prst="lin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ひし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244500" y="469616"/>
            <a:ext cx="1116000" cy="1116000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7CC252-0445-4CB8-8A14-F78E940CDBF9}"/>
              </a:ext>
            </a:extLst>
          </p:cNvPr>
          <p:cNvSpPr/>
          <p:nvPr/>
        </p:nvSpPr>
        <p:spPr>
          <a:xfrm>
            <a:off x="244500" y="5754266"/>
            <a:ext cx="1116000" cy="42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84802" y="5811603"/>
            <a:ext cx="143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0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76600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2ADA85E-0AF8-493C-B653-7379E2AC38AF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802500" y="0"/>
            <a:ext cx="0" cy="6858000"/>
          </a:xfrm>
          <a:prstGeom prst="lin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ひし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244500" y="469616"/>
            <a:ext cx="1116000" cy="1116000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7CC252-0445-4CB8-8A14-F78E940CDBF9}"/>
              </a:ext>
            </a:extLst>
          </p:cNvPr>
          <p:cNvSpPr/>
          <p:nvPr/>
        </p:nvSpPr>
        <p:spPr>
          <a:xfrm>
            <a:off x="244500" y="5754266"/>
            <a:ext cx="1116000" cy="42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84802" y="5811603"/>
            <a:ext cx="143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17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76600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2ADA85E-0AF8-493C-B653-7379E2AC38AF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802500" y="0"/>
            <a:ext cx="0" cy="6858000"/>
          </a:xfrm>
          <a:prstGeom prst="lin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ひし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244500" y="469616"/>
            <a:ext cx="1116000" cy="1116000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7CC252-0445-4CB8-8A14-F78E940CDBF9}"/>
              </a:ext>
            </a:extLst>
          </p:cNvPr>
          <p:cNvSpPr/>
          <p:nvPr/>
        </p:nvSpPr>
        <p:spPr>
          <a:xfrm>
            <a:off x="244500" y="5754266"/>
            <a:ext cx="1116000" cy="42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84802" y="5811603"/>
            <a:ext cx="143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5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6858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766006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altLang="ja-JP" sz="1400" spc="-15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2ADA85E-0AF8-493C-B653-7379E2AC38AF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802500" y="0"/>
            <a:ext cx="0" cy="6858000"/>
          </a:xfrm>
          <a:prstGeom prst="lin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ひし形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244500" y="469616"/>
            <a:ext cx="1116000" cy="1116000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7CC252-0445-4CB8-8A14-F78E940CDBF9}"/>
              </a:ext>
            </a:extLst>
          </p:cNvPr>
          <p:cNvSpPr/>
          <p:nvPr/>
        </p:nvSpPr>
        <p:spPr>
          <a:xfrm>
            <a:off x="244500" y="5754266"/>
            <a:ext cx="1116000" cy="4224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76D0C3-D6C6-445F-8B49-B27F080FA034}"/>
              </a:ext>
            </a:extLst>
          </p:cNvPr>
          <p:cNvSpPr txBox="1"/>
          <p:nvPr/>
        </p:nvSpPr>
        <p:spPr>
          <a:xfrm>
            <a:off x="84802" y="5811603"/>
            <a:ext cx="143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3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</TotalTime>
  <Words>85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36</cp:revision>
  <dcterms:created xsi:type="dcterms:W3CDTF">2017-11-09T07:26:57Z</dcterms:created>
  <dcterms:modified xsi:type="dcterms:W3CDTF">2018-03-05T05:31:48Z</dcterms:modified>
</cp:coreProperties>
</file>