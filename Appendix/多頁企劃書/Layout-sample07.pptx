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1" r:id="rId3"/>
    <p:sldId id="262" r:id="rId4"/>
    <p:sldId id="263" r:id="rId5"/>
    <p:sldId id="260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7F73A1F3-8EDB-4A2E-A795-235134032297}"/>
              </a:ext>
            </a:extLst>
          </p:cNvPr>
          <p:cNvSpPr/>
          <p:nvPr/>
        </p:nvSpPr>
        <p:spPr>
          <a:xfrm flipH="1">
            <a:off x="272999" y="188999"/>
            <a:ext cx="9360002" cy="6480002"/>
          </a:xfrm>
          <a:prstGeom prst="snip1Rect">
            <a:avLst>
              <a:gd name="adj" fmla="val 24359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35549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72BD013-61ED-4085-844F-083173E1888A}"/>
              </a:ext>
            </a:extLst>
          </p:cNvPr>
          <p:cNvSpPr txBox="1"/>
          <p:nvPr/>
        </p:nvSpPr>
        <p:spPr>
          <a:xfrm>
            <a:off x="309849" y="281606"/>
            <a:ext cx="11139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AFBCC2-097D-4219-ACC3-864D18E88212}"/>
              </a:ext>
            </a:extLst>
          </p:cNvPr>
          <p:cNvSpPr/>
          <p:nvPr/>
        </p:nvSpPr>
        <p:spPr>
          <a:xfrm>
            <a:off x="272999" y="2111958"/>
            <a:ext cx="397911" cy="1717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271899" y="2502523"/>
            <a:ext cx="400110" cy="9361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04098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7F73A1F3-8EDB-4A2E-A795-235134032297}"/>
              </a:ext>
            </a:extLst>
          </p:cNvPr>
          <p:cNvSpPr/>
          <p:nvPr/>
        </p:nvSpPr>
        <p:spPr>
          <a:xfrm flipH="1">
            <a:off x="272999" y="188999"/>
            <a:ext cx="9360002" cy="6480002"/>
          </a:xfrm>
          <a:prstGeom prst="snip1Rect">
            <a:avLst>
              <a:gd name="adj" fmla="val 24359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35549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72BD013-61ED-4085-844F-083173E1888A}"/>
              </a:ext>
            </a:extLst>
          </p:cNvPr>
          <p:cNvSpPr txBox="1"/>
          <p:nvPr/>
        </p:nvSpPr>
        <p:spPr>
          <a:xfrm>
            <a:off x="309849" y="281606"/>
            <a:ext cx="11139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AFBCC2-097D-4219-ACC3-864D18E88212}"/>
              </a:ext>
            </a:extLst>
          </p:cNvPr>
          <p:cNvSpPr/>
          <p:nvPr/>
        </p:nvSpPr>
        <p:spPr>
          <a:xfrm>
            <a:off x="272999" y="2111958"/>
            <a:ext cx="397911" cy="1717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271899" y="2502523"/>
            <a:ext cx="400110" cy="9361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814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7F73A1F3-8EDB-4A2E-A795-235134032297}"/>
              </a:ext>
            </a:extLst>
          </p:cNvPr>
          <p:cNvSpPr/>
          <p:nvPr/>
        </p:nvSpPr>
        <p:spPr>
          <a:xfrm flipH="1">
            <a:off x="272999" y="188999"/>
            <a:ext cx="9360002" cy="6480002"/>
          </a:xfrm>
          <a:prstGeom prst="snip1Rect">
            <a:avLst>
              <a:gd name="adj" fmla="val 24359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35549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72BD013-61ED-4085-844F-083173E1888A}"/>
              </a:ext>
            </a:extLst>
          </p:cNvPr>
          <p:cNvSpPr txBox="1"/>
          <p:nvPr/>
        </p:nvSpPr>
        <p:spPr>
          <a:xfrm>
            <a:off x="309849" y="281606"/>
            <a:ext cx="11139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AFBCC2-097D-4219-ACC3-864D18E88212}"/>
              </a:ext>
            </a:extLst>
          </p:cNvPr>
          <p:cNvSpPr/>
          <p:nvPr/>
        </p:nvSpPr>
        <p:spPr>
          <a:xfrm>
            <a:off x="272999" y="2111958"/>
            <a:ext cx="397911" cy="1717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271899" y="2502523"/>
            <a:ext cx="400110" cy="9361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608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7F73A1F3-8EDB-4A2E-A795-235134032297}"/>
              </a:ext>
            </a:extLst>
          </p:cNvPr>
          <p:cNvSpPr/>
          <p:nvPr/>
        </p:nvSpPr>
        <p:spPr>
          <a:xfrm flipH="1">
            <a:off x="272999" y="188999"/>
            <a:ext cx="9360002" cy="6480002"/>
          </a:xfrm>
          <a:prstGeom prst="snip1Rect">
            <a:avLst>
              <a:gd name="adj" fmla="val 24359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35549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72BD013-61ED-4085-844F-083173E1888A}"/>
              </a:ext>
            </a:extLst>
          </p:cNvPr>
          <p:cNvSpPr txBox="1"/>
          <p:nvPr/>
        </p:nvSpPr>
        <p:spPr>
          <a:xfrm>
            <a:off x="309849" y="281606"/>
            <a:ext cx="11139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AFBCC2-097D-4219-ACC3-864D18E88212}"/>
              </a:ext>
            </a:extLst>
          </p:cNvPr>
          <p:cNvSpPr/>
          <p:nvPr/>
        </p:nvSpPr>
        <p:spPr>
          <a:xfrm>
            <a:off x="272999" y="2111958"/>
            <a:ext cx="397911" cy="1717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271899" y="2502523"/>
            <a:ext cx="400110" cy="9361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422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7F73A1F3-8EDB-4A2E-A795-235134032297}"/>
              </a:ext>
            </a:extLst>
          </p:cNvPr>
          <p:cNvSpPr/>
          <p:nvPr/>
        </p:nvSpPr>
        <p:spPr>
          <a:xfrm flipH="1">
            <a:off x="272999" y="188999"/>
            <a:ext cx="9360002" cy="6480002"/>
          </a:xfrm>
          <a:prstGeom prst="snip1Rect">
            <a:avLst>
              <a:gd name="adj" fmla="val 24359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35549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72BD013-61ED-4085-844F-083173E1888A}"/>
              </a:ext>
            </a:extLst>
          </p:cNvPr>
          <p:cNvSpPr txBox="1"/>
          <p:nvPr/>
        </p:nvSpPr>
        <p:spPr>
          <a:xfrm>
            <a:off x="309849" y="281606"/>
            <a:ext cx="11139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＃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AFBCC2-097D-4219-ACC3-864D18E88212}"/>
              </a:ext>
            </a:extLst>
          </p:cNvPr>
          <p:cNvSpPr/>
          <p:nvPr/>
        </p:nvSpPr>
        <p:spPr>
          <a:xfrm>
            <a:off x="272999" y="2111958"/>
            <a:ext cx="397911" cy="1717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271899" y="2502523"/>
            <a:ext cx="400110" cy="9361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662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90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39</cp:revision>
  <dcterms:created xsi:type="dcterms:W3CDTF">2017-11-09T07:26:57Z</dcterms:created>
  <dcterms:modified xsi:type="dcterms:W3CDTF">2018-03-05T06:05:54Z</dcterms:modified>
</cp:coreProperties>
</file>