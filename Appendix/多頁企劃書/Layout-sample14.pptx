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236EDC2-DF58-4A02-9C93-0A7C9CCA0A11}"/>
              </a:ext>
            </a:extLst>
          </p:cNvPr>
          <p:cNvSpPr/>
          <p:nvPr/>
        </p:nvSpPr>
        <p:spPr>
          <a:xfrm>
            <a:off x="0" y="1348321"/>
            <a:ext cx="1605000" cy="5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134910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0" y="289440"/>
            <a:ext cx="1605000" cy="769441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28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♯</a:t>
            </a:r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A464D4-2884-4A20-B307-15FFCD14A16D}"/>
              </a:ext>
            </a:extLst>
          </p:cNvPr>
          <p:cNvSpPr/>
          <p:nvPr/>
        </p:nvSpPr>
        <p:spPr>
          <a:xfrm>
            <a:off x="316500" y="1538101"/>
            <a:ext cx="972000" cy="503540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C2686-6286-4214-9A48-AF292E31F3C2}"/>
              </a:ext>
            </a:extLst>
          </p:cNvPr>
          <p:cNvSpPr txBox="1"/>
          <p:nvPr/>
        </p:nvSpPr>
        <p:spPr>
          <a:xfrm>
            <a:off x="164488" y="1635983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1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62DF246-4FE1-4E85-ACDE-C8801E4E4FCA}"/>
              </a:ext>
            </a:extLst>
          </p:cNvPr>
          <p:cNvSpPr/>
          <p:nvPr/>
        </p:nvSpPr>
        <p:spPr>
          <a:xfrm>
            <a:off x="316500" y="2107071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0C748F3-35EC-497B-A8E4-E13D9D7A379B}"/>
              </a:ext>
            </a:extLst>
          </p:cNvPr>
          <p:cNvSpPr txBox="1"/>
          <p:nvPr/>
        </p:nvSpPr>
        <p:spPr>
          <a:xfrm>
            <a:off x="164488" y="2204953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1400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400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51631FE-2C5B-4EC0-B8F4-8A11448A6004}"/>
              </a:ext>
            </a:extLst>
          </p:cNvPr>
          <p:cNvSpPr/>
          <p:nvPr/>
        </p:nvSpPr>
        <p:spPr>
          <a:xfrm>
            <a:off x="316500" y="2676042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E95888E-5F67-45FE-98FE-785E17FD4980}"/>
              </a:ext>
            </a:extLst>
          </p:cNvPr>
          <p:cNvSpPr txBox="1"/>
          <p:nvPr/>
        </p:nvSpPr>
        <p:spPr>
          <a:xfrm>
            <a:off x="164488" y="2773924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C2C8F6F-CB9F-4F71-B0C5-4FD9BD060211}"/>
              </a:ext>
            </a:extLst>
          </p:cNvPr>
          <p:cNvSpPr/>
          <p:nvPr/>
        </p:nvSpPr>
        <p:spPr>
          <a:xfrm>
            <a:off x="316500" y="3245012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4908864-5874-4F1E-AE61-8DE1B8BE44BC}"/>
              </a:ext>
            </a:extLst>
          </p:cNvPr>
          <p:cNvSpPr txBox="1"/>
          <p:nvPr/>
        </p:nvSpPr>
        <p:spPr>
          <a:xfrm>
            <a:off x="164488" y="3342894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0A0085D-60F6-4EA7-B949-0B23FBAC19B1}"/>
              </a:ext>
            </a:extLst>
          </p:cNvPr>
          <p:cNvSpPr/>
          <p:nvPr/>
        </p:nvSpPr>
        <p:spPr>
          <a:xfrm>
            <a:off x="316500" y="3813983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1C9BDC4-01E7-42F4-B697-F4E118A5F58A}"/>
              </a:ext>
            </a:extLst>
          </p:cNvPr>
          <p:cNvSpPr txBox="1"/>
          <p:nvPr/>
        </p:nvSpPr>
        <p:spPr>
          <a:xfrm>
            <a:off x="164488" y="3911865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C426255-D0C5-4E2B-A5A6-D2BC26EF4696}"/>
              </a:ext>
            </a:extLst>
          </p:cNvPr>
          <p:cNvSpPr txBox="1"/>
          <p:nvPr/>
        </p:nvSpPr>
        <p:spPr>
          <a:xfrm>
            <a:off x="2028636" y="41255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219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236EDC2-DF58-4A02-9C93-0A7C9CCA0A11}"/>
              </a:ext>
            </a:extLst>
          </p:cNvPr>
          <p:cNvSpPr/>
          <p:nvPr/>
        </p:nvSpPr>
        <p:spPr>
          <a:xfrm>
            <a:off x="0" y="1348321"/>
            <a:ext cx="1605000" cy="5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134910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28636" y="41255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0" y="289440"/>
            <a:ext cx="1605000" cy="769441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28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♯</a:t>
            </a:r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A464D4-2884-4A20-B307-15FFCD14A16D}"/>
              </a:ext>
            </a:extLst>
          </p:cNvPr>
          <p:cNvSpPr/>
          <p:nvPr/>
        </p:nvSpPr>
        <p:spPr>
          <a:xfrm>
            <a:off x="316500" y="1538101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C2686-6286-4214-9A48-AF292E31F3C2}"/>
              </a:ext>
            </a:extLst>
          </p:cNvPr>
          <p:cNvSpPr txBox="1"/>
          <p:nvPr/>
        </p:nvSpPr>
        <p:spPr>
          <a:xfrm>
            <a:off x="164488" y="1635983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62DF246-4FE1-4E85-ACDE-C8801E4E4FCA}"/>
              </a:ext>
            </a:extLst>
          </p:cNvPr>
          <p:cNvSpPr/>
          <p:nvPr/>
        </p:nvSpPr>
        <p:spPr>
          <a:xfrm>
            <a:off x="316500" y="2107071"/>
            <a:ext cx="972000" cy="503540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0C748F3-35EC-497B-A8E4-E13D9D7A379B}"/>
              </a:ext>
            </a:extLst>
          </p:cNvPr>
          <p:cNvSpPr txBox="1"/>
          <p:nvPr/>
        </p:nvSpPr>
        <p:spPr>
          <a:xfrm>
            <a:off x="164488" y="2204953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51631FE-2C5B-4EC0-B8F4-8A11448A6004}"/>
              </a:ext>
            </a:extLst>
          </p:cNvPr>
          <p:cNvSpPr/>
          <p:nvPr/>
        </p:nvSpPr>
        <p:spPr>
          <a:xfrm>
            <a:off x="316500" y="2676042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E95888E-5F67-45FE-98FE-785E17FD4980}"/>
              </a:ext>
            </a:extLst>
          </p:cNvPr>
          <p:cNvSpPr txBox="1"/>
          <p:nvPr/>
        </p:nvSpPr>
        <p:spPr>
          <a:xfrm>
            <a:off x="164488" y="2773924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C2C8F6F-CB9F-4F71-B0C5-4FD9BD060211}"/>
              </a:ext>
            </a:extLst>
          </p:cNvPr>
          <p:cNvSpPr/>
          <p:nvPr/>
        </p:nvSpPr>
        <p:spPr>
          <a:xfrm>
            <a:off x="316500" y="3245012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4908864-5874-4F1E-AE61-8DE1B8BE44BC}"/>
              </a:ext>
            </a:extLst>
          </p:cNvPr>
          <p:cNvSpPr txBox="1"/>
          <p:nvPr/>
        </p:nvSpPr>
        <p:spPr>
          <a:xfrm>
            <a:off x="164488" y="3342894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0A0085D-60F6-4EA7-B949-0B23FBAC19B1}"/>
              </a:ext>
            </a:extLst>
          </p:cNvPr>
          <p:cNvSpPr/>
          <p:nvPr/>
        </p:nvSpPr>
        <p:spPr>
          <a:xfrm>
            <a:off x="316500" y="3813983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1C9BDC4-01E7-42F4-B697-F4E118A5F58A}"/>
              </a:ext>
            </a:extLst>
          </p:cNvPr>
          <p:cNvSpPr txBox="1"/>
          <p:nvPr/>
        </p:nvSpPr>
        <p:spPr>
          <a:xfrm>
            <a:off x="164488" y="3911865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63151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236EDC2-DF58-4A02-9C93-0A7C9CCA0A11}"/>
              </a:ext>
            </a:extLst>
          </p:cNvPr>
          <p:cNvSpPr/>
          <p:nvPr/>
        </p:nvSpPr>
        <p:spPr>
          <a:xfrm>
            <a:off x="0" y="1348321"/>
            <a:ext cx="1605000" cy="5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134910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28636" y="41255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0" y="289440"/>
            <a:ext cx="1605000" cy="769441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28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♯</a:t>
            </a:r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A464D4-2884-4A20-B307-15FFCD14A16D}"/>
              </a:ext>
            </a:extLst>
          </p:cNvPr>
          <p:cNvSpPr/>
          <p:nvPr/>
        </p:nvSpPr>
        <p:spPr>
          <a:xfrm>
            <a:off x="316500" y="1538101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C2686-6286-4214-9A48-AF292E31F3C2}"/>
              </a:ext>
            </a:extLst>
          </p:cNvPr>
          <p:cNvSpPr txBox="1"/>
          <p:nvPr/>
        </p:nvSpPr>
        <p:spPr>
          <a:xfrm>
            <a:off x="164488" y="1635983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62DF246-4FE1-4E85-ACDE-C8801E4E4FCA}"/>
              </a:ext>
            </a:extLst>
          </p:cNvPr>
          <p:cNvSpPr/>
          <p:nvPr/>
        </p:nvSpPr>
        <p:spPr>
          <a:xfrm>
            <a:off x="316500" y="2107071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0C748F3-35EC-497B-A8E4-E13D9D7A379B}"/>
              </a:ext>
            </a:extLst>
          </p:cNvPr>
          <p:cNvSpPr txBox="1"/>
          <p:nvPr/>
        </p:nvSpPr>
        <p:spPr>
          <a:xfrm>
            <a:off x="164488" y="2204953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51631FE-2C5B-4EC0-B8F4-8A11448A6004}"/>
              </a:ext>
            </a:extLst>
          </p:cNvPr>
          <p:cNvSpPr/>
          <p:nvPr/>
        </p:nvSpPr>
        <p:spPr>
          <a:xfrm>
            <a:off x="316500" y="2676042"/>
            <a:ext cx="972000" cy="503540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E95888E-5F67-45FE-98FE-785E17FD4980}"/>
              </a:ext>
            </a:extLst>
          </p:cNvPr>
          <p:cNvSpPr txBox="1"/>
          <p:nvPr/>
        </p:nvSpPr>
        <p:spPr>
          <a:xfrm>
            <a:off x="164488" y="2773924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C2C8F6F-CB9F-4F71-B0C5-4FD9BD060211}"/>
              </a:ext>
            </a:extLst>
          </p:cNvPr>
          <p:cNvSpPr/>
          <p:nvPr/>
        </p:nvSpPr>
        <p:spPr>
          <a:xfrm>
            <a:off x="316500" y="3245012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4908864-5874-4F1E-AE61-8DE1B8BE44BC}"/>
              </a:ext>
            </a:extLst>
          </p:cNvPr>
          <p:cNvSpPr txBox="1"/>
          <p:nvPr/>
        </p:nvSpPr>
        <p:spPr>
          <a:xfrm>
            <a:off x="164488" y="3342894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0A0085D-60F6-4EA7-B949-0B23FBAC19B1}"/>
              </a:ext>
            </a:extLst>
          </p:cNvPr>
          <p:cNvSpPr/>
          <p:nvPr/>
        </p:nvSpPr>
        <p:spPr>
          <a:xfrm>
            <a:off x="316500" y="3813983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1C9BDC4-01E7-42F4-B697-F4E118A5F58A}"/>
              </a:ext>
            </a:extLst>
          </p:cNvPr>
          <p:cNvSpPr txBox="1"/>
          <p:nvPr/>
        </p:nvSpPr>
        <p:spPr>
          <a:xfrm>
            <a:off x="164488" y="3911865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09666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236EDC2-DF58-4A02-9C93-0A7C9CCA0A11}"/>
              </a:ext>
            </a:extLst>
          </p:cNvPr>
          <p:cNvSpPr/>
          <p:nvPr/>
        </p:nvSpPr>
        <p:spPr>
          <a:xfrm>
            <a:off x="0" y="1348321"/>
            <a:ext cx="1605000" cy="5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134910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28636" y="41255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0" y="289440"/>
            <a:ext cx="1605000" cy="769441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28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♯</a:t>
            </a:r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A464D4-2884-4A20-B307-15FFCD14A16D}"/>
              </a:ext>
            </a:extLst>
          </p:cNvPr>
          <p:cNvSpPr/>
          <p:nvPr/>
        </p:nvSpPr>
        <p:spPr>
          <a:xfrm>
            <a:off x="316500" y="1538101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C2686-6286-4214-9A48-AF292E31F3C2}"/>
              </a:ext>
            </a:extLst>
          </p:cNvPr>
          <p:cNvSpPr txBox="1"/>
          <p:nvPr/>
        </p:nvSpPr>
        <p:spPr>
          <a:xfrm>
            <a:off x="164488" y="1635983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62DF246-4FE1-4E85-ACDE-C8801E4E4FCA}"/>
              </a:ext>
            </a:extLst>
          </p:cNvPr>
          <p:cNvSpPr/>
          <p:nvPr/>
        </p:nvSpPr>
        <p:spPr>
          <a:xfrm>
            <a:off x="316500" y="2107071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0C748F3-35EC-497B-A8E4-E13D9D7A379B}"/>
              </a:ext>
            </a:extLst>
          </p:cNvPr>
          <p:cNvSpPr txBox="1"/>
          <p:nvPr/>
        </p:nvSpPr>
        <p:spPr>
          <a:xfrm>
            <a:off x="164488" y="2204953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51631FE-2C5B-4EC0-B8F4-8A11448A6004}"/>
              </a:ext>
            </a:extLst>
          </p:cNvPr>
          <p:cNvSpPr/>
          <p:nvPr/>
        </p:nvSpPr>
        <p:spPr>
          <a:xfrm>
            <a:off x="316500" y="2676042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E95888E-5F67-45FE-98FE-785E17FD4980}"/>
              </a:ext>
            </a:extLst>
          </p:cNvPr>
          <p:cNvSpPr txBox="1"/>
          <p:nvPr/>
        </p:nvSpPr>
        <p:spPr>
          <a:xfrm>
            <a:off x="164488" y="2773924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C2C8F6F-CB9F-4F71-B0C5-4FD9BD060211}"/>
              </a:ext>
            </a:extLst>
          </p:cNvPr>
          <p:cNvSpPr/>
          <p:nvPr/>
        </p:nvSpPr>
        <p:spPr>
          <a:xfrm>
            <a:off x="316500" y="3245012"/>
            <a:ext cx="972000" cy="503540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4908864-5874-4F1E-AE61-8DE1B8BE44BC}"/>
              </a:ext>
            </a:extLst>
          </p:cNvPr>
          <p:cNvSpPr txBox="1"/>
          <p:nvPr/>
        </p:nvSpPr>
        <p:spPr>
          <a:xfrm>
            <a:off x="164488" y="3342894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0A0085D-60F6-4EA7-B949-0B23FBAC19B1}"/>
              </a:ext>
            </a:extLst>
          </p:cNvPr>
          <p:cNvSpPr/>
          <p:nvPr/>
        </p:nvSpPr>
        <p:spPr>
          <a:xfrm>
            <a:off x="316500" y="3813983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1C9BDC4-01E7-42F4-B697-F4E118A5F58A}"/>
              </a:ext>
            </a:extLst>
          </p:cNvPr>
          <p:cNvSpPr txBox="1"/>
          <p:nvPr/>
        </p:nvSpPr>
        <p:spPr>
          <a:xfrm>
            <a:off x="164488" y="3911865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16060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236EDC2-DF58-4A02-9C93-0A7C9CCA0A11}"/>
              </a:ext>
            </a:extLst>
          </p:cNvPr>
          <p:cNvSpPr/>
          <p:nvPr/>
        </p:nvSpPr>
        <p:spPr>
          <a:xfrm>
            <a:off x="0" y="1348321"/>
            <a:ext cx="1605000" cy="550967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0" y="0"/>
            <a:ext cx="1605000" cy="134910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28636" y="412550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72B2E76-5574-413C-87B5-6633976D8313}"/>
              </a:ext>
            </a:extLst>
          </p:cNvPr>
          <p:cNvSpPr txBox="1"/>
          <p:nvPr/>
        </p:nvSpPr>
        <p:spPr>
          <a:xfrm>
            <a:off x="0" y="289440"/>
            <a:ext cx="1605000" cy="769441"/>
          </a:xfrm>
          <a:prstGeom prst="rect">
            <a:avLst/>
          </a:prstGeom>
          <a:noFill/>
          <a:ln w="19050">
            <a:noFill/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ja-JP" altLang="en-US" sz="28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♯</a:t>
            </a:r>
            <a:r>
              <a:rPr lang="en-US" altLang="ja-JP" sz="44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A464D4-2884-4A20-B307-15FFCD14A16D}"/>
              </a:ext>
            </a:extLst>
          </p:cNvPr>
          <p:cNvSpPr/>
          <p:nvPr/>
        </p:nvSpPr>
        <p:spPr>
          <a:xfrm>
            <a:off x="316500" y="1538101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C2686-6286-4214-9A48-AF292E31F3C2}"/>
              </a:ext>
            </a:extLst>
          </p:cNvPr>
          <p:cNvSpPr txBox="1"/>
          <p:nvPr/>
        </p:nvSpPr>
        <p:spPr>
          <a:xfrm>
            <a:off x="164488" y="1635983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62DF246-4FE1-4E85-ACDE-C8801E4E4FCA}"/>
              </a:ext>
            </a:extLst>
          </p:cNvPr>
          <p:cNvSpPr/>
          <p:nvPr/>
        </p:nvSpPr>
        <p:spPr>
          <a:xfrm>
            <a:off x="316500" y="2107071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0C748F3-35EC-497B-A8E4-E13D9D7A379B}"/>
              </a:ext>
            </a:extLst>
          </p:cNvPr>
          <p:cNvSpPr txBox="1"/>
          <p:nvPr/>
        </p:nvSpPr>
        <p:spPr>
          <a:xfrm>
            <a:off x="164488" y="2204953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51631FE-2C5B-4EC0-B8F4-8A11448A6004}"/>
              </a:ext>
            </a:extLst>
          </p:cNvPr>
          <p:cNvSpPr/>
          <p:nvPr/>
        </p:nvSpPr>
        <p:spPr>
          <a:xfrm>
            <a:off x="316500" y="2676042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E95888E-5F67-45FE-98FE-785E17FD4980}"/>
              </a:ext>
            </a:extLst>
          </p:cNvPr>
          <p:cNvSpPr txBox="1"/>
          <p:nvPr/>
        </p:nvSpPr>
        <p:spPr>
          <a:xfrm>
            <a:off x="164488" y="2773924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C2C8F6F-CB9F-4F71-B0C5-4FD9BD060211}"/>
              </a:ext>
            </a:extLst>
          </p:cNvPr>
          <p:cNvSpPr/>
          <p:nvPr/>
        </p:nvSpPr>
        <p:spPr>
          <a:xfrm>
            <a:off x="316500" y="3245012"/>
            <a:ext cx="972000" cy="5035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4908864-5874-4F1E-AE61-8DE1B8BE44BC}"/>
              </a:ext>
            </a:extLst>
          </p:cNvPr>
          <p:cNvSpPr txBox="1"/>
          <p:nvPr/>
        </p:nvSpPr>
        <p:spPr>
          <a:xfrm>
            <a:off x="164488" y="3342894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0A0085D-60F6-4EA7-B949-0B23FBAC19B1}"/>
              </a:ext>
            </a:extLst>
          </p:cNvPr>
          <p:cNvSpPr/>
          <p:nvPr/>
        </p:nvSpPr>
        <p:spPr>
          <a:xfrm>
            <a:off x="316500" y="3813983"/>
            <a:ext cx="972000" cy="503540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1C9BDC4-01E7-42F4-B697-F4E118A5F58A}"/>
              </a:ext>
            </a:extLst>
          </p:cNvPr>
          <p:cNvSpPr txBox="1"/>
          <p:nvPr/>
        </p:nvSpPr>
        <p:spPr>
          <a:xfrm>
            <a:off x="164488" y="3911865"/>
            <a:ext cx="1276024" cy="3077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algn="ctr">
              <a:defRPr sz="14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58624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</TotalTime>
  <Words>190</Words>
  <Application>Microsoft Office PowerPoint</Application>
  <PresentationFormat>A4 210 x 297 mm</PresentationFormat>
  <Paragraphs>40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43</cp:revision>
  <dcterms:created xsi:type="dcterms:W3CDTF">2017-11-09T07:26:57Z</dcterms:created>
  <dcterms:modified xsi:type="dcterms:W3CDTF">2018-03-05T01:39:18Z</dcterms:modified>
</cp:coreProperties>
</file>