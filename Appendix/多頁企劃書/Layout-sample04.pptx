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  <p:sldId id="261" r:id="rId5"/>
    <p:sldId id="260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29EF5F9-28D7-4A7E-96CE-631263FE1B58}"/>
              </a:ext>
            </a:extLst>
          </p:cNvPr>
          <p:cNvSpPr/>
          <p:nvPr/>
        </p:nvSpPr>
        <p:spPr>
          <a:xfrm>
            <a:off x="-117987" y="189000"/>
            <a:ext cx="1722987" cy="6479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86DD3F5-0432-4426-A0AE-D0E0DE13DC1F}"/>
              </a:ext>
            </a:extLst>
          </p:cNvPr>
          <p:cNvSpPr/>
          <p:nvPr/>
        </p:nvSpPr>
        <p:spPr>
          <a:xfrm>
            <a:off x="-235974" y="643848"/>
            <a:ext cx="1605000" cy="64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ローチャート: 論理積ゲート 9">
            <a:extLst>
              <a:ext uri="{FF2B5EF4-FFF2-40B4-BE49-F238E27FC236}">
                <a16:creationId xmlns:a16="http://schemas.microsoft.com/office/drawing/2014/main" id="{D52684F2-6933-48A0-8326-5E57CCCDCE7B}"/>
              </a:ext>
            </a:extLst>
          </p:cNvPr>
          <p:cNvSpPr/>
          <p:nvPr/>
        </p:nvSpPr>
        <p:spPr>
          <a:xfrm>
            <a:off x="1369026" y="643848"/>
            <a:ext cx="612648" cy="648000"/>
          </a:xfrm>
          <a:prstGeom prst="flowChartDelay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B0BAC733-FCEE-44DD-881D-EA23698F1528}"/>
              </a:ext>
            </a:extLst>
          </p:cNvPr>
          <p:cNvSpPr/>
          <p:nvPr/>
        </p:nvSpPr>
        <p:spPr>
          <a:xfrm>
            <a:off x="1369026" y="697848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ja-JP" altLang="en-US" sz="32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F0475CB-A80C-4608-9932-1E9AB7653B68}"/>
              </a:ext>
            </a:extLst>
          </p:cNvPr>
          <p:cNvSpPr txBox="1"/>
          <p:nvPr/>
        </p:nvSpPr>
        <p:spPr>
          <a:xfrm>
            <a:off x="54469" y="813960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DE6F7F-BE9C-4649-80F3-98D5BDB3B868}"/>
              </a:ext>
            </a:extLst>
          </p:cNvPr>
          <p:cNvSpPr txBox="1"/>
          <p:nvPr/>
        </p:nvSpPr>
        <p:spPr>
          <a:xfrm>
            <a:off x="54469" y="6044040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4C0545-A4DF-4178-A98C-8703093E9EF5}"/>
              </a:ext>
            </a:extLst>
          </p:cNvPr>
          <p:cNvSpPr txBox="1"/>
          <p:nvPr/>
        </p:nvSpPr>
        <p:spPr>
          <a:xfrm>
            <a:off x="2200205" y="706238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29EF5F9-28D7-4A7E-96CE-631263FE1B58}"/>
              </a:ext>
            </a:extLst>
          </p:cNvPr>
          <p:cNvSpPr/>
          <p:nvPr/>
        </p:nvSpPr>
        <p:spPr>
          <a:xfrm>
            <a:off x="-117987" y="189000"/>
            <a:ext cx="1722987" cy="64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86DD3F5-0432-4426-A0AE-D0E0DE13DC1F}"/>
              </a:ext>
            </a:extLst>
          </p:cNvPr>
          <p:cNvSpPr/>
          <p:nvPr/>
        </p:nvSpPr>
        <p:spPr>
          <a:xfrm>
            <a:off x="-235974" y="643848"/>
            <a:ext cx="1605000" cy="64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ローチャート: 論理積ゲート 9">
            <a:extLst>
              <a:ext uri="{FF2B5EF4-FFF2-40B4-BE49-F238E27FC236}">
                <a16:creationId xmlns:a16="http://schemas.microsoft.com/office/drawing/2014/main" id="{D52684F2-6933-48A0-8326-5E57CCCDCE7B}"/>
              </a:ext>
            </a:extLst>
          </p:cNvPr>
          <p:cNvSpPr/>
          <p:nvPr/>
        </p:nvSpPr>
        <p:spPr>
          <a:xfrm>
            <a:off x="1369026" y="643848"/>
            <a:ext cx="612648" cy="648000"/>
          </a:xfrm>
          <a:prstGeom prst="flowChartDelay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B0BAC733-FCEE-44DD-881D-EA23698F1528}"/>
              </a:ext>
            </a:extLst>
          </p:cNvPr>
          <p:cNvSpPr/>
          <p:nvPr/>
        </p:nvSpPr>
        <p:spPr>
          <a:xfrm>
            <a:off x="1369026" y="697848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ja-JP" altLang="en-US" sz="32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F0475CB-A80C-4608-9932-1E9AB7653B68}"/>
              </a:ext>
            </a:extLst>
          </p:cNvPr>
          <p:cNvSpPr txBox="1"/>
          <p:nvPr/>
        </p:nvSpPr>
        <p:spPr>
          <a:xfrm>
            <a:off x="54469" y="813960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DE6F7F-BE9C-4649-80F3-98D5BDB3B868}"/>
              </a:ext>
            </a:extLst>
          </p:cNvPr>
          <p:cNvSpPr txBox="1"/>
          <p:nvPr/>
        </p:nvSpPr>
        <p:spPr>
          <a:xfrm>
            <a:off x="54469" y="6044040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4C0545-A4DF-4178-A98C-8703093E9EF5}"/>
              </a:ext>
            </a:extLst>
          </p:cNvPr>
          <p:cNvSpPr txBox="1"/>
          <p:nvPr/>
        </p:nvSpPr>
        <p:spPr>
          <a:xfrm>
            <a:off x="2200205" y="706238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707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29EF5F9-28D7-4A7E-96CE-631263FE1B58}"/>
              </a:ext>
            </a:extLst>
          </p:cNvPr>
          <p:cNvSpPr/>
          <p:nvPr/>
        </p:nvSpPr>
        <p:spPr>
          <a:xfrm>
            <a:off x="-117987" y="189000"/>
            <a:ext cx="1722987" cy="64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86DD3F5-0432-4426-A0AE-D0E0DE13DC1F}"/>
              </a:ext>
            </a:extLst>
          </p:cNvPr>
          <p:cNvSpPr/>
          <p:nvPr/>
        </p:nvSpPr>
        <p:spPr>
          <a:xfrm>
            <a:off x="-235974" y="643848"/>
            <a:ext cx="1605000" cy="64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ローチャート: 論理積ゲート 9">
            <a:extLst>
              <a:ext uri="{FF2B5EF4-FFF2-40B4-BE49-F238E27FC236}">
                <a16:creationId xmlns:a16="http://schemas.microsoft.com/office/drawing/2014/main" id="{D52684F2-6933-48A0-8326-5E57CCCDCE7B}"/>
              </a:ext>
            </a:extLst>
          </p:cNvPr>
          <p:cNvSpPr/>
          <p:nvPr/>
        </p:nvSpPr>
        <p:spPr>
          <a:xfrm>
            <a:off x="1369026" y="643848"/>
            <a:ext cx="612648" cy="648000"/>
          </a:xfrm>
          <a:prstGeom prst="flowChartDelay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B0BAC733-FCEE-44DD-881D-EA23698F1528}"/>
              </a:ext>
            </a:extLst>
          </p:cNvPr>
          <p:cNvSpPr/>
          <p:nvPr/>
        </p:nvSpPr>
        <p:spPr>
          <a:xfrm>
            <a:off x="1369026" y="697848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kumimoji="1" lang="ja-JP" altLang="en-US" sz="32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F0475CB-A80C-4608-9932-1E9AB7653B68}"/>
              </a:ext>
            </a:extLst>
          </p:cNvPr>
          <p:cNvSpPr txBox="1"/>
          <p:nvPr/>
        </p:nvSpPr>
        <p:spPr>
          <a:xfrm>
            <a:off x="54469" y="813960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DE6F7F-BE9C-4649-80F3-98D5BDB3B868}"/>
              </a:ext>
            </a:extLst>
          </p:cNvPr>
          <p:cNvSpPr txBox="1"/>
          <p:nvPr/>
        </p:nvSpPr>
        <p:spPr>
          <a:xfrm>
            <a:off x="54469" y="6044040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4C0545-A4DF-4178-A98C-8703093E9EF5}"/>
              </a:ext>
            </a:extLst>
          </p:cNvPr>
          <p:cNvSpPr txBox="1"/>
          <p:nvPr/>
        </p:nvSpPr>
        <p:spPr>
          <a:xfrm>
            <a:off x="2200205" y="706238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993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29EF5F9-28D7-4A7E-96CE-631263FE1B58}"/>
              </a:ext>
            </a:extLst>
          </p:cNvPr>
          <p:cNvSpPr/>
          <p:nvPr/>
        </p:nvSpPr>
        <p:spPr>
          <a:xfrm>
            <a:off x="-117987" y="189000"/>
            <a:ext cx="1722987" cy="64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86DD3F5-0432-4426-A0AE-D0E0DE13DC1F}"/>
              </a:ext>
            </a:extLst>
          </p:cNvPr>
          <p:cNvSpPr/>
          <p:nvPr/>
        </p:nvSpPr>
        <p:spPr>
          <a:xfrm>
            <a:off x="-235974" y="643848"/>
            <a:ext cx="1605000" cy="64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ローチャート: 論理積ゲート 9">
            <a:extLst>
              <a:ext uri="{FF2B5EF4-FFF2-40B4-BE49-F238E27FC236}">
                <a16:creationId xmlns:a16="http://schemas.microsoft.com/office/drawing/2014/main" id="{D52684F2-6933-48A0-8326-5E57CCCDCE7B}"/>
              </a:ext>
            </a:extLst>
          </p:cNvPr>
          <p:cNvSpPr/>
          <p:nvPr/>
        </p:nvSpPr>
        <p:spPr>
          <a:xfrm>
            <a:off x="1369026" y="643848"/>
            <a:ext cx="612648" cy="648000"/>
          </a:xfrm>
          <a:prstGeom prst="flowChartDelay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B0BAC733-FCEE-44DD-881D-EA23698F1528}"/>
              </a:ext>
            </a:extLst>
          </p:cNvPr>
          <p:cNvSpPr/>
          <p:nvPr/>
        </p:nvSpPr>
        <p:spPr>
          <a:xfrm>
            <a:off x="1369026" y="697848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1" lang="ja-JP" altLang="en-US" sz="32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F0475CB-A80C-4608-9932-1E9AB7653B68}"/>
              </a:ext>
            </a:extLst>
          </p:cNvPr>
          <p:cNvSpPr txBox="1"/>
          <p:nvPr/>
        </p:nvSpPr>
        <p:spPr>
          <a:xfrm>
            <a:off x="54469" y="813960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DE6F7F-BE9C-4649-80F3-98D5BDB3B868}"/>
              </a:ext>
            </a:extLst>
          </p:cNvPr>
          <p:cNvSpPr txBox="1"/>
          <p:nvPr/>
        </p:nvSpPr>
        <p:spPr>
          <a:xfrm>
            <a:off x="54469" y="6044040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4C0545-A4DF-4178-A98C-8703093E9EF5}"/>
              </a:ext>
            </a:extLst>
          </p:cNvPr>
          <p:cNvSpPr txBox="1"/>
          <p:nvPr/>
        </p:nvSpPr>
        <p:spPr>
          <a:xfrm>
            <a:off x="2200205" y="706238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219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29EF5F9-28D7-4A7E-96CE-631263FE1B58}"/>
              </a:ext>
            </a:extLst>
          </p:cNvPr>
          <p:cNvSpPr/>
          <p:nvPr/>
        </p:nvSpPr>
        <p:spPr>
          <a:xfrm>
            <a:off x="-117987" y="189000"/>
            <a:ext cx="1722987" cy="64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86DD3F5-0432-4426-A0AE-D0E0DE13DC1F}"/>
              </a:ext>
            </a:extLst>
          </p:cNvPr>
          <p:cNvSpPr/>
          <p:nvPr/>
        </p:nvSpPr>
        <p:spPr>
          <a:xfrm>
            <a:off x="-235974" y="643848"/>
            <a:ext cx="1605000" cy="64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ローチャート: 論理積ゲート 9">
            <a:extLst>
              <a:ext uri="{FF2B5EF4-FFF2-40B4-BE49-F238E27FC236}">
                <a16:creationId xmlns:a16="http://schemas.microsoft.com/office/drawing/2014/main" id="{D52684F2-6933-48A0-8326-5E57CCCDCE7B}"/>
              </a:ext>
            </a:extLst>
          </p:cNvPr>
          <p:cNvSpPr/>
          <p:nvPr/>
        </p:nvSpPr>
        <p:spPr>
          <a:xfrm>
            <a:off x="1369026" y="643848"/>
            <a:ext cx="612648" cy="648000"/>
          </a:xfrm>
          <a:prstGeom prst="flowChartDelay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B0BAC733-FCEE-44DD-881D-EA23698F1528}"/>
              </a:ext>
            </a:extLst>
          </p:cNvPr>
          <p:cNvSpPr/>
          <p:nvPr/>
        </p:nvSpPr>
        <p:spPr>
          <a:xfrm>
            <a:off x="1369026" y="697848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kumimoji="1" lang="ja-JP" altLang="en-US" sz="32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F0475CB-A80C-4608-9932-1E9AB7653B68}"/>
              </a:ext>
            </a:extLst>
          </p:cNvPr>
          <p:cNvSpPr txBox="1"/>
          <p:nvPr/>
        </p:nvSpPr>
        <p:spPr>
          <a:xfrm>
            <a:off x="54469" y="813960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DE6F7F-BE9C-4649-80F3-98D5BDB3B868}"/>
              </a:ext>
            </a:extLst>
          </p:cNvPr>
          <p:cNvSpPr txBox="1"/>
          <p:nvPr/>
        </p:nvSpPr>
        <p:spPr>
          <a:xfrm>
            <a:off x="54469" y="6044040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4C0545-A4DF-4178-A98C-8703093E9EF5}"/>
              </a:ext>
            </a:extLst>
          </p:cNvPr>
          <p:cNvSpPr txBox="1"/>
          <p:nvPr/>
        </p:nvSpPr>
        <p:spPr>
          <a:xfrm>
            <a:off x="2200205" y="706238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212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</TotalTime>
  <Words>85</Words>
  <Application>Microsoft Office PowerPoint</Application>
  <PresentationFormat>A4 210 x 297 mm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27</cp:revision>
  <dcterms:created xsi:type="dcterms:W3CDTF">2017-11-09T07:26:57Z</dcterms:created>
  <dcterms:modified xsi:type="dcterms:W3CDTF">2018-03-05T04:36:54Z</dcterms:modified>
</cp:coreProperties>
</file>