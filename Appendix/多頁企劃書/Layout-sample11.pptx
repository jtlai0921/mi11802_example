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0" r:id="rId3"/>
    <p:sldId id="262" r:id="rId4"/>
    <p:sldId id="259" r:id="rId5"/>
    <p:sldId id="263" r:id="rId6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2018/3/5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▸ 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 rot="5400000">
            <a:off x="489000" y="425734"/>
            <a:ext cx="900000" cy="9000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1F4ADBE1-58C2-4AB3-90A8-ED5D8BB448FB}"/>
              </a:ext>
            </a:extLst>
          </p:cNvPr>
          <p:cNvSpPr/>
          <p:nvPr/>
        </p:nvSpPr>
        <p:spPr>
          <a:xfrm rot="5400000">
            <a:off x="489000" y="1429343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E7D78010-1603-404C-88BF-5C8BD4ED8B47}"/>
              </a:ext>
            </a:extLst>
          </p:cNvPr>
          <p:cNvSpPr/>
          <p:nvPr/>
        </p:nvSpPr>
        <p:spPr>
          <a:xfrm rot="5400000">
            <a:off x="489000" y="2432952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4E19B04B-6044-4A52-A3F7-664EC172B29A}"/>
              </a:ext>
            </a:extLst>
          </p:cNvPr>
          <p:cNvSpPr/>
          <p:nvPr/>
        </p:nvSpPr>
        <p:spPr>
          <a:xfrm rot="5400000">
            <a:off x="489000" y="3421461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D2AA3A62-E9B3-48B7-8839-99E1260F1D06}"/>
              </a:ext>
            </a:extLst>
          </p:cNvPr>
          <p:cNvSpPr/>
          <p:nvPr/>
        </p:nvSpPr>
        <p:spPr>
          <a:xfrm rot="5400000">
            <a:off x="489000" y="4451180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489000" y="552568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D0D986-37C7-40A4-A873-A4E708C64CF3}"/>
              </a:ext>
            </a:extLst>
          </p:cNvPr>
          <p:cNvSpPr txBox="1"/>
          <p:nvPr/>
        </p:nvSpPr>
        <p:spPr>
          <a:xfrm>
            <a:off x="489000" y="1556177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752F64-7752-461F-85D3-60404BB00955}"/>
              </a:ext>
            </a:extLst>
          </p:cNvPr>
          <p:cNvSpPr txBox="1"/>
          <p:nvPr/>
        </p:nvSpPr>
        <p:spPr>
          <a:xfrm>
            <a:off x="489000" y="2559786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55B607-219F-44B2-8A04-DEE74E2DE763}"/>
              </a:ext>
            </a:extLst>
          </p:cNvPr>
          <p:cNvSpPr txBox="1"/>
          <p:nvPr/>
        </p:nvSpPr>
        <p:spPr>
          <a:xfrm>
            <a:off x="489000" y="3548295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8F9EC75-ACD2-4B63-8CFF-18248980150E}"/>
              </a:ext>
            </a:extLst>
          </p:cNvPr>
          <p:cNvSpPr txBox="1"/>
          <p:nvPr/>
        </p:nvSpPr>
        <p:spPr>
          <a:xfrm>
            <a:off x="489000" y="4578014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688515" y="1150549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b="1" spc="-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b="1" spc="-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85FC1CB-1FD2-45AA-A14C-29DD1DBD674D}"/>
              </a:ext>
            </a:extLst>
          </p:cNvPr>
          <p:cNvSpPr txBox="1"/>
          <p:nvPr/>
        </p:nvSpPr>
        <p:spPr>
          <a:xfrm>
            <a:off x="688515" y="2158340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9DD0185-CB54-4D87-8CEC-A151954137D4}"/>
              </a:ext>
            </a:extLst>
          </p:cNvPr>
          <p:cNvSpPr txBox="1"/>
          <p:nvPr/>
        </p:nvSpPr>
        <p:spPr>
          <a:xfrm>
            <a:off x="688515" y="3166131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9F320F-947B-420E-8FF1-62A230BF9F43}"/>
              </a:ext>
            </a:extLst>
          </p:cNvPr>
          <p:cNvSpPr txBox="1"/>
          <p:nvPr/>
        </p:nvSpPr>
        <p:spPr>
          <a:xfrm>
            <a:off x="688515" y="417392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555D456-26AE-4315-B57F-E39D8380ED50}"/>
              </a:ext>
            </a:extLst>
          </p:cNvPr>
          <p:cNvSpPr txBox="1"/>
          <p:nvPr/>
        </p:nvSpPr>
        <p:spPr>
          <a:xfrm>
            <a:off x="688515" y="518171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▸ 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 rot="5400000">
            <a:off x="489000" y="425734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1F4ADBE1-58C2-4AB3-90A8-ED5D8BB448FB}"/>
              </a:ext>
            </a:extLst>
          </p:cNvPr>
          <p:cNvSpPr/>
          <p:nvPr/>
        </p:nvSpPr>
        <p:spPr>
          <a:xfrm rot="5400000">
            <a:off x="489000" y="1429343"/>
            <a:ext cx="900000" cy="9000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E7D78010-1603-404C-88BF-5C8BD4ED8B47}"/>
              </a:ext>
            </a:extLst>
          </p:cNvPr>
          <p:cNvSpPr/>
          <p:nvPr/>
        </p:nvSpPr>
        <p:spPr>
          <a:xfrm rot="5400000">
            <a:off x="489000" y="2432952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4E19B04B-6044-4A52-A3F7-664EC172B29A}"/>
              </a:ext>
            </a:extLst>
          </p:cNvPr>
          <p:cNvSpPr/>
          <p:nvPr/>
        </p:nvSpPr>
        <p:spPr>
          <a:xfrm rot="5400000">
            <a:off x="489000" y="3421461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D2AA3A62-E9B3-48B7-8839-99E1260F1D06}"/>
              </a:ext>
            </a:extLst>
          </p:cNvPr>
          <p:cNvSpPr/>
          <p:nvPr/>
        </p:nvSpPr>
        <p:spPr>
          <a:xfrm rot="5400000">
            <a:off x="489000" y="4451180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489000" y="552568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D0D986-37C7-40A4-A873-A4E708C64CF3}"/>
              </a:ext>
            </a:extLst>
          </p:cNvPr>
          <p:cNvSpPr txBox="1"/>
          <p:nvPr/>
        </p:nvSpPr>
        <p:spPr>
          <a:xfrm>
            <a:off x="489000" y="1556177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2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752F64-7752-461F-85D3-60404BB00955}"/>
              </a:ext>
            </a:extLst>
          </p:cNvPr>
          <p:cNvSpPr txBox="1"/>
          <p:nvPr/>
        </p:nvSpPr>
        <p:spPr>
          <a:xfrm>
            <a:off x="489000" y="2559786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55B607-219F-44B2-8A04-DEE74E2DE763}"/>
              </a:ext>
            </a:extLst>
          </p:cNvPr>
          <p:cNvSpPr txBox="1"/>
          <p:nvPr/>
        </p:nvSpPr>
        <p:spPr>
          <a:xfrm>
            <a:off x="489000" y="3548295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8F9EC75-ACD2-4B63-8CFF-18248980150E}"/>
              </a:ext>
            </a:extLst>
          </p:cNvPr>
          <p:cNvSpPr txBox="1"/>
          <p:nvPr/>
        </p:nvSpPr>
        <p:spPr>
          <a:xfrm>
            <a:off x="489000" y="4578014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688515" y="1150549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b="0" dirty="0"/>
              <a:t>○○○○○</a:t>
            </a:r>
            <a:endParaRPr lang="en-US" altLang="ja-JP" b="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85FC1CB-1FD2-45AA-A14C-29DD1DBD674D}"/>
              </a:ext>
            </a:extLst>
          </p:cNvPr>
          <p:cNvSpPr txBox="1"/>
          <p:nvPr/>
        </p:nvSpPr>
        <p:spPr>
          <a:xfrm>
            <a:off x="688515" y="2158340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9DD0185-CB54-4D87-8CEC-A151954137D4}"/>
              </a:ext>
            </a:extLst>
          </p:cNvPr>
          <p:cNvSpPr txBox="1"/>
          <p:nvPr/>
        </p:nvSpPr>
        <p:spPr>
          <a:xfrm>
            <a:off x="688515" y="3166131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9F320F-947B-420E-8FF1-62A230BF9F43}"/>
              </a:ext>
            </a:extLst>
          </p:cNvPr>
          <p:cNvSpPr txBox="1"/>
          <p:nvPr/>
        </p:nvSpPr>
        <p:spPr>
          <a:xfrm>
            <a:off x="688515" y="417392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555D456-26AE-4315-B57F-E39D8380ED50}"/>
              </a:ext>
            </a:extLst>
          </p:cNvPr>
          <p:cNvSpPr txBox="1"/>
          <p:nvPr/>
        </p:nvSpPr>
        <p:spPr>
          <a:xfrm>
            <a:off x="688515" y="518171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9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▸ 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 rot="5400000">
            <a:off x="489000" y="425734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1F4ADBE1-58C2-4AB3-90A8-ED5D8BB448FB}"/>
              </a:ext>
            </a:extLst>
          </p:cNvPr>
          <p:cNvSpPr/>
          <p:nvPr/>
        </p:nvSpPr>
        <p:spPr>
          <a:xfrm rot="5400000">
            <a:off x="489000" y="1429343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E7D78010-1603-404C-88BF-5C8BD4ED8B47}"/>
              </a:ext>
            </a:extLst>
          </p:cNvPr>
          <p:cNvSpPr/>
          <p:nvPr/>
        </p:nvSpPr>
        <p:spPr>
          <a:xfrm rot="5400000">
            <a:off x="489000" y="2432952"/>
            <a:ext cx="900000" cy="9000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4E19B04B-6044-4A52-A3F7-664EC172B29A}"/>
              </a:ext>
            </a:extLst>
          </p:cNvPr>
          <p:cNvSpPr/>
          <p:nvPr/>
        </p:nvSpPr>
        <p:spPr>
          <a:xfrm rot="5400000">
            <a:off x="489000" y="3421461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D2AA3A62-E9B3-48B7-8839-99E1260F1D06}"/>
              </a:ext>
            </a:extLst>
          </p:cNvPr>
          <p:cNvSpPr/>
          <p:nvPr/>
        </p:nvSpPr>
        <p:spPr>
          <a:xfrm rot="5400000">
            <a:off x="489000" y="4451180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489000" y="552568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D0D986-37C7-40A4-A873-A4E708C64CF3}"/>
              </a:ext>
            </a:extLst>
          </p:cNvPr>
          <p:cNvSpPr txBox="1"/>
          <p:nvPr/>
        </p:nvSpPr>
        <p:spPr>
          <a:xfrm>
            <a:off x="489000" y="1556177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752F64-7752-461F-85D3-60404BB00955}"/>
              </a:ext>
            </a:extLst>
          </p:cNvPr>
          <p:cNvSpPr txBox="1"/>
          <p:nvPr/>
        </p:nvSpPr>
        <p:spPr>
          <a:xfrm>
            <a:off x="489000" y="2559786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3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55B607-219F-44B2-8A04-DEE74E2DE763}"/>
              </a:ext>
            </a:extLst>
          </p:cNvPr>
          <p:cNvSpPr txBox="1"/>
          <p:nvPr/>
        </p:nvSpPr>
        <p:spPr>
          <a:xfrm>
            <a:off x="489000" y="3548295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8F9EC75-ACD2-4B63-8CFF-18248980150E}"/>
              </a:ext>
            </a:extLst>
          </p:cNvPr>
          <p:cNvSpPr txBox="1"/>
          <p:nvPr/>
        </p:nvSpPr>
        <p:spPr>
          <a:xfrm>
            <a:off x="489000" y="4578014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688515" y="1150549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b="0" dirty="0"/>
              <a:t>○○○○○</a:t>
            </a:r>
            <a:endParaRPr lang="en-US" altLang="ja-JP" b="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85FC1CB-1FD2-45AA-A14C-29DD1DBD674D}"/>
              </a:ext>
            </a:extLst>
          </p:cNvPr>
          <p:cNvSpPr txBox="1"/>
          <p:nvPr/>
        </p:nvSpPr>
        <p:spPr>
          <a:xfrm>
            <a:off x="688515" y="2158340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9DD0185-CB54-4D87-8CEC-A151954137D4}"/>
              </a:ext>
            </a:extLst>
          </p:cNvPr>
          <p:cNvSpPr txBox="1"/>
          <p:nvPr/>
        </p:nvSpPr>
        <p:spPr>
          <a:xfrm>
            <a:off x="688515" y="3166131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9F320F-947B-420E-8FF1-62A230BF9F43}"/>
              </a:ext>
            </a:extLst>
          </p:cNvPr>
          <p:cNvSpPr txBox="1"/>
          <p:nvPr/>
        </p:nvSpPr>
        <p:spPr>
          <a:xfrm>
            <a:off x="688515" y="417392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555D456-26AE-4315-B57F-E39D8380ED50}"/>
              </a:ext>
            </a:extLst>
          </p:cNvPr>
          <p:cNvSpPr txBox="1"/>
          <p:nvPr/>
        </p:nvSpPr>
        <p:spPr>
          <a:xfrm>
            <a:off x="688515" y="518171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216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▸ 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 rot="5400000">
            <a:off x="489000" y="425734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1F4ADBE1-58C2-4AB3-90A8-ED5D8BB448FB}"/>
              </a:ext>
            </a:extLst>
          </p:cNvPr>
          <p:cNvSpPr/>
          <p:nvPr/>
        </p:nvSpPr>
        <p:spPr>
          <a:xfrm rot="5400000">
            <a:off x="489000" y="1429343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E7D78010-1603-404C-88BF-5C8BD4ED8B47}"/>
              </a:ext>
            </a:extLst>
          </p:cNvPr>
          <p:cNvSpPr/>
          <p:nvPr/>
        </p:nvSpPr>
        <p:spPr>
          <a:xfrm rot="5400000">
            <a:off x="489000" y="2432952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4E19B04B-6044-4A52-A3F7-664EC172B29A}"/>
              </a:ext>
            </a:extLst>
          </p:cNvPr>
          <p:cNvSpPr/>
          <p:nvPr/>
        </p:nvSpPr>
        <p:spPr>
          <a:xfrm rot="5400000">
            <a:off x="489000" y="3421461"/>
            <a:ext cx="900000" cy="9000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D2AA3A62-E9B3-48B7-8839-99E1260F1D06}"/>
              </a:ext>
            </a:extLst>
          </p:cNvPr>
          <p:cNvSpPr/>
          <p:nvPr/>
        </p:nvSpPr>
        <p:spPr>
          <a:xfrm rot="5400000">
            <a:off x="489000" y="4451180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489000" y="552568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D0D986-37C7-40A4-A873-A4E708C64CF3}"/>
              </a:ext>
            </a:extLst>
          </p:cNvPr>
          <p:cNvSpPr txBox="1"/>
          <p:nvPr/>
        </p:nvSpPr>
        <p:spPr>
          <a:xfrm>
            <a:off x="489000" y="1556177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752F64-7752-461F-85D3-60404BB00955}"/>
              </a:ext>
            </a:extLst>
          </p:cNvPr>
          <p:cNvSpPr txBox="1"/>
          <p:nvPr/>
        </p:nvSpPr>
        <p:spPr>
          <a:xfrm>
            <a:off x="489000" y="2559786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3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55B607-219F-44B2-8A04-DEE74E2DE763}"/>
              </a:ext>
            </a:extLst>
          </p:cNvPr>
          <p:cNvSpPr txBox="1"/>
          <p:nvPr/>
        </p:nvSpPr>
        <p:spPr>
          <a:xfrm>
            <a:off x="489000" y="3548295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4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8F9EC75-ACD2-4B63-8CFF-18248980150E}"/>
              </a:ext>
            </a:extLst>
          </p:cNvPr>
          <p:cNvSpPr txBox="1"/>
          <p:nvPr/>
        </p:nvSpPr>
        <p:spPr>
          <a:xfrm>
            <a:off x="489000" y="4578014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688515" y="1150549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b="0" dirty="0"/>
              <a:t>○○○○○</a:t>
            </a:r>
            <a:endParaRPr lang="en-US" altLang="ja-JP" b="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85FC1CB-1FD2-45AA-A14C-29DD1DBD674D}"/>
              </a:ext>
            </a:extLst>
          </p:cNvPr>
          <p:cNvSpPr txBox="1"/>
          <p:nvPr/>
        </p:nvSpPr>
        <p:spPr>
          <a:xfrm>
            <a:off x="688515" y="2158340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9DD0185-CB54-4D87-8CEC-A151954137D4}"/>
              </a:ext>
            </a:extLst>
          </p:cNvPr>
          <p:cNvSpPr txBox="1"/>
          <p:nvPr/>
        </p:nvSpPr>
        <p:spPr>
          <a:xfrm>
            <a:off x="688515" y="3166131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b="0" dirty="0"/>
              <a:t>○○○○○</a:t>
            </a:r>
            <a:endParaRPr lang="en-US" altLang="ja-JP" b="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9F320F-947B-420E-8FF1-62A230BF9F43}"/>
              </a:ext>
            </a:extLst>
          </p:cNvPr>
          <p:cNvSpPr txBox="1"/>
          <p:nvPr/>
        </p:nvSpPr>
        <p:spPr>
          <a:xfrm>
            <a:off x="688515" y="417392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555D456-26AE-4315-B57F-E39D8380ED50}"/>
              </a:ext>
            </a:extLst>
          </p:cNvPr>
          <p:cNvSpPr txBox="1"/>
          <p:nvPr/>
        </p:nvSpPr>
        <p:spPr>
          <a:xfrm>
            <a:off x="688515" y="518171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3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0D21B6C-7D61-4801-9AD6-5CB13079F210}"/>
              </a:ext>
            </a:extLst>
          </p:cNvPr>
          <p:cNvSpPr/>
          <p:nvPr/>
        </p:nvSpPr>
        <p:spPr>
          <a:xfrm>
            <a:off x="273000" y="189000"/>
            <a:ext cx="9360000" cy="6480000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32741182-789E-4AB6-96D8-CD6CF15871B1}"/>
              </a:ext>
            </a:extLst>
          </p:cNvPr>
          <p:cNvSpPr/>
          <p:nvPr/>
        </p:nvSpPr>
        <p:spPr>
          <a:xfrm>
            <a:off x="273000" y="200006"/>
            <a:ext cx="1332000" cy="64689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BBF93F90-6079-4AA4-8608-9D6FE8620DD5}"/>
              </a:ext>
            </a:extLst>
          </p:cNvPr>
          <p:cNvCxnSpPr>
            <a:cxnSpLocks/>
          </p:cNvCxnSpPr>
          <p:nvPr/>
        </p:nvCxnSpPr>
        <p:spPr>
          <a:xfrm>
            <a:off x="2017485" y="1281049"/>
            <a:ext cx="7200000" cy="0"/>
          </a:xfrm>
          <a:prstGeom prst="line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53E46093-7974-430B-8048-D7802CDB27BC}"/>
              </a:ext>
            </a:extLst>
          </p:cNvPr>
          <p:cNvSpPr txBox="1"/>
          <p:nvPr/>
        </p:nvSpPr>
        <p:spPr>
          <a:xfrm>
            <a:off x="2017485" y="614124"/>
            <a:ext cx="4783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spc="-150" dirty="0">
                <a:latin typeface="Arial" panose="020B0604020202020204" pitchFamily="34" charset="0"/>
                <a:cs typeface="Arial" panose="020B0604020202020204" pitchFamily="34" charset="0"/>
              </a:rPr>
              <a:t>○○○○○○○○○○</a:t>
            </a:r>
            <a:endParaRPr lang="en-US" altLang="ja-JP" sz="2800" b="1" spc="-1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テキスト ボックス 16">
            <a:extLst>
              <a:ext uri="{FF2B5EF4-FFF2-40B4-BE49-F238E27FC236}">
                <a16:creationId xmlns:a16="http://schemas.microsoft.com/office/drawing/2014/main" id="{9F3E0378-9FEC-4C32-8648-314E5E6553E3}"/>
              </a:ext>
            </a:extLst>
          </p:cNvPr>
          <p:cNvSpPr txBox="1"/>
          <p:nvPr/>
        </p:nvSpPr>
        <p:spPr>
          <a:xfrm>
            <a:off x="8675650" y="6119381"/>
            <a:ext cx="5418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ja-JP" altLang="en-US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▸  </a:t>
            </a:r>
            <a:r>
              <a:rPr lang="en-US" altLang="ja-JP" sz="1400" spc="-15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3B947A8B-6676-4FC3-9FAA-B5414FAE912E}"/>
              </a:ext>
            </a:extLst>
          </p:cNvPr>
          <p:cNvSpPr/>
          <p:nvPr/>
        </p:nvSpPr>
        <p:spPr>
          <a:xfrm rot="5400000">
            <a:off x="489000" y="425734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二等辺三角形 12">
            <a:extLst>
              <a:ext uri="{FF2B5EF4-FFF2-40B4-BE49-F238E27FC236}">
                <a16:creationId xmlns:a16="http://schemas.microsoft.com/office/drawing/2014/main" id="{1F4ADBE1-58C2-4AB3-90A8-ED5D8BB448FB}"/>
              </a:ext>
            </a:extLst>
          </p:cNvPr>
          <p:cNvSpPr/>
          <p:nvPr/>
        </p:nvSpPr>
        <p:spPr>
          <a:xfrm rot="5400000">
            <a:off x="489000" y="1429343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二等辺三角形 13">
            <a:extLst>
              <a:ext uri="{FF2B5EF4-FFF2-40B4-BE49-F238E27FC236}">
                <a16:creationId xmlns:a16="http://schemas.microsoft.com/office/drawing/2014/main" id="{E7D78010-1603-404C-88BF-5C8BD4ED8B47}"/>
              </a:ext>
            </a:extLst>
          </p:cNvPr>
          <p:cNvSpPr/>
          <p:nvPr/>
        </p:nvSpPr>
        <p:spPr>
          <a:xfrm rot="5400000">
            <a:off x="489000" y="2432952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4E19B04B-6044-4A52-A3F7-664EC172B29A}"/>
              </a:ext>
            </a:extLst>
          </p:cNvPr>
          <p:cNvSpPr/>
          <p:nvPr/>
        </p:nvSpPr>
        <p:spPr>
          <a:xfrm rot="5400000">
            <a:off x="489000" y="3421461"/>
            <a:ext cx="900000" cy="90000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二等辺三角形 15">
            <a:extLst>
              <a:ext uri="{FF2B5EF4-FFF2-40B4-BE49-F238E27FC236}">
                <a16:creationId xmlns:a16="http://schemas.microsoft.com/office/drawing/2014/main" id="{D2AA3A62-E9B3-48B7-8839-99E1260F1D06}"/>
              </a:ext>
            </a:extLst>
          </p:cNvPr>
          <p:cNvSpPr/>
          <p:nvPr/>
        </p:nvSpPr>
        <p:spPr>
          <a:xfrm rot="5400000">
            <a:off x="489000" y="4451180"/>
            <a:ext cx="900000" cy="9000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ja-JP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70DF496-BBEA-4B23-AE6A-E41F3E5E58E9}"/>
              </a:ext>
            </a:extLst>
          </p:cNvPr>
          <p:cNvSpPr txBox="1"/>
          <p:nvPr/>
        </p:nvSpPr>
        <p:spPr>
          <a:xfrm>
            <a:off x="489000" y="552568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1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D0D986-37C7-40A4-A873-A4E708C64CF3}"/>
              </a:ext>
            </a:extLst>
          </p:cNvPr>
          <p:cNvSpPr txBox="1"/>
          <p:nvPr/>
        </p:nvSpPr>
        <p:spPr>
          <a:xfrm>
            <a:off x="489000" y="1556177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ja-JP" sz="3600" b="1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C752F64-7752-461F-85D3-60404BB00955}"/>
              </a:ext>
            </a:extLst>
          </p:cNvPr>
          <p:cNvSpPr txBox="1"/>
          <p:nvPr/>
        </p:nvSpPr>
        <p:spPr>
          <a:xfrm>
            <a:off x="489000" y="2559786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3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C55B607-219F-44B2-8A04-DEE74E2DE763}"/>
              </a:ext>
            </a:extLst>
          </p:cNvPr>
          <p:cNvSpPr txBox="1"/>
          <p:nvPr/>
        </p:nvSpPr>
        <p:spPr>
          <a:xfrm>
            <a:off x="489000" y="3548295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4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8F9EC75-ACD2-4B63-8CFF-18248980150E}"/>
              </a:ext>
            </a:extLst>
          </p:cNvPr>
          <p:cNvSpPr txBox="1"/>
          <p:nvPr/>
        </p:nvSpPr>
        <p:spPr>
          <a:xfrm>
            <a:off x="489000" y="4578014"/>
            <a:ext cx="541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6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5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C9AEBCD-1BA0-421C-BC4E-627EFADD5DD1}"/>
              </a:ext>
            </a:extLst>
          </p:cNvPr>
          <p:cNvSpPr txBox="1"/>
          <p:nvPr/>
        </p:nvSpPr>
        <p:spPr>
          <a:xfrm>
            <a:off x="688515" y="1150549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b="0" dirty="0"/>
              <a:t>○○○○○</a:t>
            </a:r>
            <a:endParaRPr lang="en-US" altLang="ja-JP" b="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85FC1CB-1FD2-45AA-A14C-29DD1DBD674D}"/>
              </a:ext>
            </a:extLst>
          </p:cNvPr>
          <p:cNvSpPr txBox="1"/>
          <p:nvPr/>
        </p:nvSpPr>
        <p:spPr>
          <a:xfrm>
            <a:off x="688515" y="2158340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100" spc="-150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○○○○○</a:t>
            </a:r>
            <a:endParaRPr lang="en-US" altLang="ja-JP" sz="1100" spc="-150" dirty="0">
              <a:solidFill>
                <a:schemeClr val="accent1">
                  <a:lumMod val="20000"/>
                  <a:lumOff val="8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9DD0185-CB54-4D87-8CEC-A151954137D4}"/>
              </a:ext>
            </a:extLst>
          </p:cNvPr>
          <p:cNvSpPr txBox="1"/>
          <p:nvPr/>
        </p:nvSpPr>
        <p:spPr>
          <a:xfrm>
            <a:off x="688515" y="3166131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b="0" dirty="0"/>
              <a:t>○○○○○</a:t>
            </a:r>
            <a:endParaRPr lang="en-US" altLang="ja-JP" b="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69F320F-947B-420E-8FF1-62A230BF9F43}"/>
              </a:ext>
            </a:extLst>
          </p:cNvPr>
          <p:cNvSpPr txBox="1"/>
          <p:nvPr/>
        </p:nvSpPr>
        <p:spPr>
          <a:xfrm>
            <a:off x="688515" y="417392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b="0" dirty="0"/>
              <a:t>○○○○○</a:t>
            </a:r>
            <a:endParaRPr lang="en-US" altLang="ja-JP" b="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555D456-26AE-4315-B57F-E39D8380ED50}"/>
              </a:ext>
            </a:extLst>
          </p:cNvPr>
          <p:cNvSpPr txBox="1"/>
          <p:nvPr/>
        </p:nvSpPr>
        <p:spPr>
          <a:xfrm>
            <a:off x="688515" y="5181712"/>
            <a:ext cx="94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 b="1" spc="-1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ja-JP" altLang="en-US" dirty="0"/>
              <a:t>○○○○○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7997262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250</TotalTime>
  <Words>210</Words>
  <Application>Microsoft Office PowerPoint</Application>
  <PresentationFormat>A4 210 x 297 mm</PresentationFormat>
  <Paragraphs>60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游ゴシック</vt:lpstr>
      <vt:lpstr>游ゴシック Light</vt:lpstr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WATANABE-note</cp:lastModifiedBy>
  <cp:revision>38</cp:revision>
  <dcterms:created xsi:type="dcterms:W3CDTF">2017-11-09T07:26:57Z</dcterms:created>
  <dcterms:modified xsi:type="dcterms:W3CDTF">2018-03-05T05:16:16Z</dcterms:modified>
</cp:coreProperties>
</file>