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57" r:id="rId5"/>
    <p:sldId id="261" r:id="rId6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67987" y="958440"/>
            <a:ext cx="9370027" cy="5710559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四角形: 上の 2 つの角を丸める 1">
            <a:extLst>
              <a:ext uri="{FF2B5EF4-FFF2-40B4-BE49-F238E27FC236}">
                <a16:creationId xmlns:a16="http://schemas.microsoft.com/office/drawing/2014/main" id="{F9C133CB-8989-4B0C-B2AF-E0FBF7052866}"/>
              </a:ext>
            </a:extLst>
          </p:cNvPr>
          <p:cNvSpPr/>
          <p:nvPr/>
        </p:nvSpPr>
        <p:spPr>
          <a:xfrm>
            <a:off x="269323" y="456617"/>
            <a:ext cx="1044000" cy="504000"/>
          </a:xfrm>
          <a:prstGeom prst="round2SameRect">
            <a:avLst>
              <a:gd name="adj1" fmla="val 28572"/>
              <a:gd name="adj2" fmla="val 0"/>
            </a:avLst>
          </a:prstGeom>
          <a:solidFill>
            <a:schemeClr val="accent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1B3F15F-0585-4CD6-8E5C-C44AEC4B4B17}"/>
              </a:ext>
            </a:extLst>
          </p:cNvPr>
          <p:cNvSpPr txBox="1"/>
          <p:nvPr/>
        </p:nvSpPr>
        <p:spPr>
          <a:xfrm>
            <a:off x="171163" y="547718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EF7342B-BEBF-4A76-A820-A4675FEF0CB6}"/>
              </a:ext>
            </a:extLst>
          </p:cNvPr>
          <p:cNvSpPr txBox="1"/>
          <p:nvPr/>
        </p:nvSpPr>
        <p:spPr>
          <a:xfrm>
            <a:off x="653848" y="1201675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四角形: 上の 2 つの角を丸める 8">
            <a:extLst>
              <a:ext uri="{FF2B5EF4-FFF2-40B4-BE49-F238E27FC236}">
                <a16:creationId xmlns:a16="http://schemas.microsoft.com/office/drawing/2014/main" id="{5C0849DE-5A6C-4C7C-8549-BF40F2EDC982}"/>
              </a:ext>
            </a:extLst>
          </p:cNvPr>
          <p:cNvSpPr/>
          <p:nvPr/>
        </p:nvSpPr>
        <p:spPr>
          <a:xfrm>
            <a:off x="1318208" y="456617"/>
            <a:ext cx="1044000" cy="504000"/>
          </a:xfrm>
          <a:prstGeom prst="round2SameRect">
            <a:avLst>
              <a:gd name="adj1" fmla="val 28572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CA80436-578E-4AE2-BAEA-843E5FA69ED1}"/>
              </a:ext>
            </a:extLst>
          </p:cNvPr>
          <p:cNvSpPr txBox="1"/>
          <p:nvPr/>
        </p:nvSpPr>
        <p:spPr>
          <a:xfrm>
            <a:off x="1219253" y="555338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四角形: 上の 2 つの角を丸める 11">
            <a:extLst>
              <a:ext uri="{FF2B5EF4-FFF2-40B4-BE49-F238E27FC236}">
                <a16:creationId xmlns:a16="http://schemas.microsoft.com/office/drawing/2014/main" id="{4A93C4EB-ADA2-4476-B476-90EB625436DC}"/>
              </a:ext>
            </a:extLst>
          </p:cNvPr>
          <p:cNvSpPr/>
          <p:nvPr/>
        </p:nvSpPr>
        <p:spPr>
          <a:xfrm>
            <a:off x="2366299" y="456617"/>
            <a:ext cx="1044000" cy="504000"/>
          </a:xfrm>
          <a:prstGeom prst="round2SameRect">
            <a:avLst>
              <a:gd name="adj1" fmla="val 28572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B4CEAB8-2604-444D-83CB-0082A832CD04}"/>
              </a:ext>
            </a:extLst>
          </p:cNvPr>
          <p:cNvSpPr txBox="1"/>
          <p:nvPr/>
        </p:nvSpPr>
        <p:spPr>
          <a:xfrm>
            <a:off x="2267343" y="555338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四角形: 上の 2 つの角を丸める 14">
            <a:extLst>
              <a:ext uri="{FF2B5EF4-FFF2-40B4-BE49-F238E27FC236}">
                <a16:creationId xmlns:a16="http://schemas.microsoft.com/office/drawing/2014/main" id="{7B7B341E-0870-4F72-82DA-CD4F5BA7EB80}"/>
              </a:ext>
            </a:extLst>
          </p:cNvPr>
          <p:cNvSpPr/>
          <p:nvPr/>
        </p:nvSpPr>
        <p:spPr>
          <a:xfrm>
            <a:off x="3414390" y="456617"/>
            <a:ext cx="1044000" cy="504000"/>
          </a:xfrm>
          <a:prstGeom prst="round2SameRect">
            <a:avLst>
              <a:gd name="adj1" fmla="val 28572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3ED87F9-8A9B-4C7C-9B89-5223DC8938D4}"/>
              </a:ext>
            </a:extLst>
          </p:cNvPr>
          <p:cNvSpPr txBox="1"/>
          <p:nvPr/>
        </p:nvSpPr>
        <p:spPr>
          <a:xfrm>
            <a:off x="3315433" y="555338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四角形: 上の 2 つの角を丸める 17">
            <a:extLst>
              <a:ext uri="{FF2B5EF4-FFF2-40B4-BE49-F238E27FC236}">
                <a16:creationId xmlns:a16="http://schemas.microsoft.com/office/drawing/2014/main" id="{FB79AF0B-BC7F-457E-BE6C-8EDC4817DD51}"/>
              </a:ext>
            </a:extLst>
          </p:cNvPr>
          <p:cNvSpPr/>
          <p:nvPr/>
        </p:nvSpPr>
        <p:spPr>
          <a:xfrm>
            <a:off x="4462479" y="456617"/>
            <a:ext cx="1044000" cy="504000"/>
          </a:xfrm>
          <a:prstGeom prst="round2SameRect">
            <a:avLst>
              <a:gd name="adj1" fmla="val 28572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7509E01-C24F-49E6-9F4C-A7E2AB5B039D}"/>
              </a:ext>
            </a:extLst>
          </p:cNvPr>
          <p:cNvSpPr txBox="1"/>
          <p:nvPr/>
        </p:nvSpPr>
        <p:spPr>
          <a:xfrm>
            <a:off x="4363525" y="555338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A6F4D10-227A-47BD-8D88-9C02A4F171C9}"/>
              </a:ext>
            </a:extLst>
          </p:cNvPr>
          <p:cNvSpPr txBox="1"/>
          <p:nvPr/>
        </p:nvSpPr>
        <p:spPr>
          <a:xfrm>
            <a:off x="7150100" y="267686"/>
            <a:ext cx="24809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ja-JP" sz="44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86A0E9D-2A0C-4DC5-860F-FF30B88C5C05}"/>
              </a:ext>
            </a:extLst>
          </p:cNvPr>
          <p:cNvSpPr txBox="1"/>
          <p:nvPr/>
        </p:nvSpPr>
        <p:spPr>
          <a:xfrm>
            <a:off x="8648671" y="6113825"/>
            <a:ext cx="649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spc="-1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6932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67987" y="958440"/>
            <a:ext cx="9370027" cy="5710559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四角形: 上の 2 つの角を丸める 1">
            <a:extLst>
              <a:ext uri="{FF2B5EF4-FFF2-40B4-BE49-F238E27FC236}">
                <a16:creationId xmlns:a16="http://schemas.microsoft.com/office/drawing/2014/main" id="{F9C133CB-8989-4B0C-B2AF-E0FBF7052866}"/>
              </a:ext>
            </a:extLst>
          </p:cNvPr>
          <p:cNvSpPr/>
          <p:nvPr/>
        </p:nvSpPr>
        <p:spPr>
          <a:xfrm>
            <a:off x="269323" y="456617"/>
            <a:ext cx="1044000" cy="504000"/>
          </a:xfrm>
          <a:prstGeom prst="round2SameRect">
            <a:avLst>
              <a:gd name="adj1" fmla="val 28572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1B3F15F-0585-4CD6-8E5C-C44AEC4B4B17}"/>
              </a:ext>
            </a:extLst>
          </p:cNvPr>
          <p:cNvSpPr txBox="1"/>
          <p:nvPr/>
        </p:nvSpPr>
        <p:spPr>
          <a:xfrm>
            <a:off x="171163" y="547718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EF7342B-BEBF-4A76-A820-A4675FEF0CB6}"/>
              </a:ext>
            </a:extLst>
          </p:cNvPr>
          <p:cNvSpPr txBox="1"/>
          <p:nvPr/>
        </p:nvSpPr>
        <p:spPr>
          <a:xfrm>
            <a:off x="653848" y="1201675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四角形: 上の 2 つの角を丸める 8">
            <a:extLst>
              <a:ext uri="{FF2B5EF4-FFF2-40B4-BE49-F238E27FC236}">
                <a16:creationId xmlns:a16="http://schemas.microsoft.com/office/drawing/2014/main" id="{5C0849DE-5A6C-4C7C-8549-BF40F2EDC982}"/>
              </a:ext>
            </a:extLst>
          </p:cNvPr>
          <p:cNvSpPr/>
          <p:nvPr/>
        </p:nvSpPr>
        <p:spPr>
          <a:xfrm>
            <a:off x="1318208" y="456617"/>
            <a:ext cx="1044000" cy="504000"/>
          </a:xfrm>
          <a:prstGeom prst="round2SameRect">
            <a:avLst>
              <a:gd name="adj1" fmla="val 28572"/>
              <a:gd name="adj2" fmla="val 0"/>
            </a:avLst>
          </a:prstGeom>
          <a:solidFill>
            <a:schemeClr val="accent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CA80436-578E-4AE2-BAEA-843E5FA69ED1}"/>
              </a:ext>
            </a:extLst>
          </p:cNvPr>
          <p:cNvSpPr txBox="1"/>
          <p:nvPr/>
        </p:nvSpPr>
        <p:spPr>
          <a:xfrm>
            <a:off x="1219253" y="555338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四角形: 上の 2 つの角を丸める 11">
            <a:extLst>
              <a:ext uri="{FF2B5EF4-FFF2-40B4-BE49-F238E27FC236}">
                <a16:creationId xmlns:a16="http://schemas.microsoft.com/office/drawing/2014/main" id="{4A93C4EB-ADA2-4476-B476-90EB625436DC}"/>
              </a:ext>
            </a:extLst>
          </p:cNvPr>
          <p:cNvSpPr/>
          <p:nvPr/>
        </p:nvSpPr>
        <p:spPr>
          <a:xfrm>
            <a:off x="2366299" y="456617"/>
            <a:ext cx="1044000" cy="504000"/>
          </a:xfrm>
          <a:prstGeom prst="round2SameRect">
            <a:avLst>
              <a:gd name="adj1" fmla="val 28572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B4CEAB8-2604-444D-83CB-0082A832CD04}"/>
              </a:ext>
            </a:extLst>
          </p:cNvPr>
          <p:cNvSpPr txBox="1"/>
          <p:nvPr/>
        </p:nvSpPr>
        <p:spPr>
          <a:xfrm>
            <a:off x="2267343" y="555338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四角形: 上の 2 つの角を丸める 14">
            <a:extLst>
              <a:ext uri="{FF2B5EF4-FFF2-40B4-BE49-F238E27FC236}">
                <a16:creationId xmlns:a16="http://schemas.microsoft.com/office/drawing/2014/main" id="{7B7B341E-0870-4F72-82DA-CD4F5BA7EB80}"/>
              </a:ext>
            </a:extLst>
          </p:cNvPr>
          <p:cNvSpPr/>
          <p:nvPr/>
        </p:nvSpPr>
        <p:spPr>
          <a:xfrm>
            <a:off x="3414390" y="456617"/>
            <a:ext cx="1044000" cy="504000"/>
          </a:xfrm>
          <a:prstGeom prst="round2SameRect">
            <a:avLst>
              <a:gd name="adj1" fmla="val 28572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3ED87F9-8A9B-4C7C-9B89-5223DC8938D4}"/>
              </a:ext>
            </a:extLst>
          </p:cNvPr>
          <p:cNvSpPr txBox="1"/>
          <p:nvPr/>
        </p:nvSpPr>
        <p:spPr>
          <a:xfrm>
            <a:off x="3315433" y="555338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四角形: 上の 2 つの角を丸める 17">
            <a:extLst>
              <a:ext uri="{FF2B5EF4-FFF2-40B4-BE49-F238E27FC236}">
                <a16:creationId xmlns:a16="http://schemas.microsoft.com/office/drawing/2014/main" id="{FB79AF0B-BC7F-457E-BE6C-8EDC4817DD51}"/>
              </a:ext>
            </a:extLst>
          </p:cNvPr>
          <p:cNvSpPr/>
          <p:nvPr/>
        </p:nvSpPr>
        <p:spPr>
          <a:xfrm>
            <a:off x="4462479" y="456617"/>
            <a:ext cx="1044000" cy="504000"/>
          </a:xfrm>
          <a:prstGeom prst="round2SameRect">
            <a:avLst>
              <a:gd name="adj1" fmla="val 28572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7509E01-C24F-49E6-9F4C-A7E2AB5B039D}"/>
              </a:ext>
            </a:extLst>
          </p:cNvPr>
          <p:cNvSpPr txBox="1"/>
          <p:nvPr/>
        </p:nvSpPr>
        <p:spPr>
          <a:xfrm>
            <a:off x="4363525" y="555338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A6F4D10-227A-47BD-8D88-9C02A4F171C9}"/>
              </a:ext>
            </a:extLst>
          </p:cNvPr>
          <p:cNvSpPr txBox="1"/>
          <p:nvPr/>
        </p:nvSpPr>
        <p:spPr>
          <a:xfrm>
            <a:off x="7150100" y="267686"/>
            <a:ext cx="24809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ja-JP" sz="44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86A0E9D-2A0C-4DC5-860F-FF30B88C5C05}"/>
              </a:ext>
            </a:extLst>
          </p:cNvPr>
          <p:cNvSpPr txBox="1"/>
          <p:nvPr/>
        </p:nvSpPr>
        <p:spPr>
          <a:xfrm>
            <a:off x="8648671" y="6113825"/>
            <a:ext cx="649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spc="-1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24444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67987" y="958440"/>
            <a:ext cx="9370027" cy="5710559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四角形: 上の 2 つの角を丸める 1">
            <a:extLst>
              <a:ext uri="{FF2B5EF4-FFF2-40B4-BE49-F238E27FC236}">
                <a16:creationId xmlns:a16="http://schemas.microsoft.com/office/drawing/2014/main" id="{F9C133CB-8989-4B0C-B2AF-E0FBF7052866}"/>
              </a:ext>
            </a:extLst>
          </p:cNvPr>
          <p:cNvSpPr/>
          <p:nvPr/>
        </p:nvSpPr>
        <p:spPr>
          <a:xfrm>
            <a:off x="269323" y="456617"/>
            <a:ext cx="1044000" cy="504000"/>
          </a:xfrm>
          <a:prstGeom prst="round2SameRect">
            <a:avLst>
              <a:gd name="adj1" fmla="val 28572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1B3F15F-0585-4CD6-8E5C-C44AEC4B4B17}"/>
              </a:ext>
            </a:extLst>
          </p:cNvPr>
          <p:cNvSpPr txBox="1"/>
          <p:nvPr/>
        </p:nvSpPr>
        <p:spPr>
          <a:xfrm>
            <a:off x="171163" y="547718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EF7342B-BEBF-4A76-A820-A4675FEF0CB6}"/>
              </a:ext>
            </a:extLst>
          </p:cNvPr>
          <p:cNvSpPr txBox="1"/>
          <p:nvPr/>
        </p:nvSpPr>
        <p:spPr>
          <a:xfrm>
            <a:off x="653848" y="1201675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四角形: 上の 2 つの角を丸める 8">
            <a:extLst>
              <a:ext uri="{FF2B5EF4-FFF2-40B4-BE49-F238E27FC236}">
                <a16:creationId xmlns:a16="http://schemas.microsoft.com/office/drawing/2014/main" id="{5C0849DE-5A6C-4C7C-8549-BF40F2EDC982}"/>
              </a:ext>
            </a:extLst>
          </p:cNvPr>
          <p:cNvSpPr/>
          <p:nvPr/>
        </p:nvSpPr>
        <p:spPr>
          <a:xfrm>
            <a:off x="1318208" y="456617"/>
            <a:ext cx="1044000" cy="504000"/>
          </a:xfrm>
          <a:prstGeom prst="round2SameRect">
            <a:avLst>
              <a:gd name="adj1" fmla="val 28572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CA80436-578E-4AE2-BAEA-843E5FA69ED1}"/>
              </a:ext>
            </a:extLst>
          </p:cNvPr>
          <p:cNvSpPr txBox="1"/>
          <p:nvPr/>
        </p:nvSpPr>
        <p:spPr>
          <a:xfrm>
            <a:off x="1219253" y="555338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12" name="四角形: 上の 2 つの角を丸める 11">
            <a:extLst>
              <a:ext uri="{FF2B5EF4-FFF2-40B4-BE49-F238E27FC236}">
                <a16:creationId xmlns:a16="http://schemas.microsoft.com/office/drawing/2014/main" id="{4A93C4EB-ADA2-4476-B476-90EB625436DC}"/>
              </a:ext>
            </a:extLst>
          </p:cNvPr>
          <p:cNvSpPr/>
          <p:nvPr/>
        </p:nvSpPr>
        <p:spPr>
          <a:xfrm>
            <a:off x="2366299" y="456617"/>
            <a:ext cx="1044000" cy="504000"/>
          </a:xfrm>
          <a:prstGeom prst="round2SameRect">
            <a:avLst>
              <a:gd name="adj1" fmla="val 28572"/>
              <a:gd name="adj2" fmla="val 0"/>
            </a:avLst>
          </a:prstGeom>
          <a:solidFill>
            <a:schemeClr val="accent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B4CEAB8-2604-444D-83CB-0082A832CD04}"/>
              </a:ext>
            </a:extLst>
          </p:cNvPr>
          <p:cNvSpPr txBox="1"/>
          <p:nvPr/>
        </p:nvSpPr>
        <p:spPr>
          <a:xfrm>
            <a:off x="2267343" y="555338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四角形: 上の 2 つの角を丸める 14">
            <a:extLst>
              <a:ext uri="{FF2B5EF4-FFF2-40B4-BE49-F238E27FC236}">
                <a16:creationId xmlns:a16="http://schemas.microsoft.com/office/drawing/2014/main" id="{7B7B341E-0870-4F72-82DA-CD4F5BA7EB80}"/>
              </a:ext>
            </a:extLst>
          </p:cNvPr>
          <p:cNvSpPr/>
          <p:nvPr/>
        </p:nvSpPr>
        <p:spPr>
          <a:xfrm>
            <a:off x="3414390" y="456617"/>
            <a:ext cx="1044000" cy="504000"/>
          </a:xfrm>
          <a:prstGeom prst="round2SameRect">
            <a:avLst>
              <a:gd name="adj1" fmla="val 28572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3ED87F9-8A9B-4C7C-9B89-5223DC8938D4}"/>
              </a:ext>
            </a:extLst>
          </p:cNvPr>
          <p:cNvSpPr txBox="1"/>
          <p:nvPr/>
        </p:nvSpPr>
        <p:spPr>
          <a:xfrm>
            <a:off x="3315433" y="555338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四角形: 上の 2 つの角を丸める 17">
            <a:extLst>
              <a:ext uri="{FF2B5EF4-FFF2-40B4-BE49-F238E27FC236}">
                <a16:creationId xmlns:a16="http://schemas.microsoft.com/office/drawing/2014/main" id="{FB79AF0B-BC7F-457E-BE6C-8EDC4817DD51}"/>
              </a:ext>
            </a:extLst>
          </p:cNvPr>
          <p:cNvSpPr/>
          <p:nvPr/>
        </p:nvSpPr>
        <p:spPr>
          <a:xfrm>
            <a:off x="4462479" y="456617"/>
            <a:ext cx="1044000" cy="504000"/>
          </a:xfrm>
          <a:prstGeom prst="round2SameRect">
            <a:avLst>
              <a:gd name="adj1" fmla="val 28572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7509E01-C24F-49E6-9F4C-A7E2AB5B039D}"/>
              </a:ext>
            </a:extLst>
          </p:cNvPr>
          <p:cNvSpPr txBox="1"/>
          <p:nvPr/>
        </p:nvSpPr>
        <p:spPr>
          <a:xfrm>
            <a:off x="4363525" y="555338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A6F4D10-227A-47BD-8D88-9C02A4F171C9}"/>
              </a:ext>
            </a:extLst>
          </p:cNvPr>
          <p:cNvSpPr txBox="1"/>
          <p:nvPr/>
        </p:nvSpPr>
        <p:spPr>
          <a:xfrm>
            <a:off x="7150100" y="267686"/>
            <a:ext cx="24809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ja-JP" sz="44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86A0E9D-2A0C-4DC5-860F-FF30B88C5C05}"/>
              </a:ext>
            </a:extLst>
          </p:cNvPr>
          <p:cNvSpPr txBox="1"/>
          <p:nvPr/>
        </p:nvSpPr>
        <p:spPr>
          <a:xfrm>
            <a:off x="8648671" y="6113825"/>
            <a:ext cx="649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spc="-1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05443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67987" y="958440"/>
            <a:ext cx="9370027" cy="5710559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四角形: 上の 2 つの角を丸める 1">
            <a:extLst>
              <a:ext uri="{FF2B5EF4-FFF2-40B4-BE49-F238E27FC236}">
                <a16:creationId xmlns:a16="http://schemas.microsoft.com/office/drawing/2014/main" id="{F9C133CB-8989-4B0C-B2AF-E0FBF7052866}"/>
              </a:ext>
            </a:extLst>
          </p:cNvPr>
          <p:cNvSpPr/>
          <p:nvPr/>
        </p:nvSpPr>
        <p:spPr>
          <a:xfrm>
            <a:off x="269323" y="456617"/>
            <a:ext cx="1044000" cy="504000"/>
          </a:xfrm>
          <a:prstGeom prst="round2SameRect">
            <a:avLst>
              <a:gd name="adj1" fmla="val 28572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1B3F15F-0585-4CD6-8E5C-C44AEC4B4B17}"/>
              </a:ext>
            </a:extLst>
          </p:cNvPr>
          <p:cNvSpPr txBox="1"/>
          <p:nvPr/>
        </p:nvSpPr>
        <p:spPr>
          <a:xfrm>
            <a:off x="171163" y="547718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EF7342B-BEBF-4A76-A820-A4675FEF0CB6}"/>
              </a:ext>
            </a:extLst>
          </p:cNvPr>
          <p:cNvSpPr txBox="1"/>
          <p:nvPr/>
        </p:nvSpPr>
        <p:spPr>
          <a:xfrm>
            <a:off x="653848" y="1201675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四角形: 上の 2 つの角を丸める 8">
            <a:extLst>
              <a:ext uri="{FF2B5EF4-FFF2-40B4-BE49-F238E27FC236}">
                <a16:creationId xmlns:a16="http://schemas.microsoft.com/office/drawing/2014/main" id="{5C0849DE-5A6C-4C7C-8549-BF40F2EDC982}"/>
              </a:ext>
            </a:extLst>
          </p:cNvPr>
          <p:cNvSpPr/>
          <p:nvPr/>
        </p:nvSpPr>
        <p:spPr>
          <a:xfrm>
            <a:off x="1318208" y="456617"/>
            <a:ext cx="1044000" cy="504000"/>
          </a:xfrm>
          <a:prstGeom prst="round2SameRect">
            <a:avLst>
              <a:gd name="adj1" fmla="val 28572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CA80436-578E-4AE2-BAEA-843E5FA69ED1}"/>
              </a:ext>
            </a:extLst>
          </p:cNvPr>
          <p:cNvSpPr txBox="1"/>
          <p:nvPr/>
        </p:nvSpPr>
        <p:spPr>
          <a:xfrm>
            <a:off x="1219253" y="555338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12" name="四角形: 上の 2 つの角を丸める 11">
            <a:extLst>
              <a:ext uri="{FF2B5EF4-FFF2-40B4-BE49-F238E27FC236}">
                <a16:creationId xmlns:a16="http://schemas.microsoft.com/office/drawing/2014/main" id="{4A93C4EB-ADA2-4476-B476-90EB625436DC}"/>
              </a:ext>
            </a:extLst>
          </p:cNvPr>
          <p:cNvSpPr/>
          <p:nvPr/>
        </p:nvSpPr>
        <p:spPr>
          <a:xfrm>
            <a:off x="2366299" y="456617"/>
            <a:ext cx="1044000" cy="504000"/>
          </a:xfrm>
          <a:prstGeom prst="round2SameRect">
            <a:avLst>
              <a:gd name="adj1" fmla="val 28572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B4CEAB8-2604-444D-83CB-0082A832CD04}"/>
              </a:ext>
            </a:extLst>
          </p:cNvPr>
          <p:cNvSpPr txBox="1"/>
          <p:nvPr/>
        </p:nvSpPr>
        <p:spPr>
          <a:xfrm>
            <a:off x="2267343" y="555338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15" name="四角形: 上の 2 つの角を丸める 14">
            <a:extLst>
              <a:ext uri="{FF2B5EF4-FFF2-40B4-BE49-F238E27FC236}">
                <a16:creationId xmlns:a16="http://schemas.microsoft.com/office/drawing/2014/main" id="{7B7B341E-0870-4F72-82DA-CD4F5BA7EB80}"/>
              </a:ext>
            </a:extLst>
          </p:cNvPr>
          <p:cNvSpPr/>
          <p:nvPr/>
        </p:nvSpPr>
        <p:spPr>
          <a:xfrm>
            <a:off x="3414390" y="456617"/>
            <a:ext cx="1044000" cy="504000"/>
          </a:xfrm>
          <a:prstGeom prst="round2SameRect">
            <a:avLst>
              <a:gd name="adj1" fmla="val 28572"/>
              <a:gd name="adj2" fmla="val 0"/>
            </a:avLst>
          </a:prstGeom>
          <a:solidFill>
            <a:schemeClr val="accent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3ED87F9-8A9B-4C7C-9B89-5223DC8938D4}"/>
              </a:ext>
            </a:extLst>
          </p:cNvPr>
          <p:cNvSpPr txBox="1"/>
          <p:nvPr/>
        </p:nvSpPr>
        <p:spPr>
          <a:xfrm>
            <a:off x="3315433" y="555338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四角形: 上の 2 つの角を丸める 17">
            <a:extLst>
              <a:ext uri="{FF2B5EF4-FFF2-40B4-BE49-F238E27FC236}">
                <a16:creationId xmlns:a16="http://schemas.microsoft.com/office/drawing/2014/main" id="{FB79AF0B-BC7F-457E-BE6C-8EDC4817DD51}"/>
              </a:ext>
            </a:extLst>
          </p:cNvPr>
          <p:cNvSpPr/>
          <p:nvPr/>
        </p:nvSpPr>
        <p:spPr>
          <a:xfrm>
            <a:off x="4462479" y="456617"/>
            <a:ext cx="1044000" cy="504000"/>
          </a:xfrm>
          <a:prstGeom prst="round2SameRect">
            <a:avLst>
              <a:gd name="adj1" fmla="val 28572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7509E01-C24F-49E6-9F4C-A7E2AB5B039D}"/>
              </a:ext>
            </a:extLst>
          </p:cNvPr>
          <p:cNvSpPr txBox="1"/>
          <p:nvPr/>
        </p:nvSpPr>
        <p:spPr>
          <a:xfrm>
            <a:off x="4363525" y="555338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A6F4D10-227A-47BD-8D88-9C02A4F171C9}"/>
              </a:ext>
            </a:extLst>
          </p:cNvPr>
          <p:cNvSpPr txBox="1"/>
          <p:nvPr/>
        </p:nvSpPr>
        <p:spPr>
          <a:xfrm>
            <a:off x="7150100" y="267686"/>
            <a:ext cx="24809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ja-JP" sz="44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86A0E9D-2A0C-4DC5-860F-FF30B88C5C05}"/>
              </a:ext>
            </a:extLst>
          </p:cNvPr>
          <p:cNvSpPr txBox="1"/>
          <p:nvPr/>
        </p:nvSpPr>
        <p:spPr>
          <a:xfrm>
            <a:off x="8648671" y="6113825"/>
            <a:ext cx="649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spc="-1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67987" y="958440"/>
            <a:ext cx="9370027" cy="5710559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四角形: 上の 2 つの角を丸める 1">
            <a:extLst>
              <a:ext uri="{FF2B5EF4-FFF2-40B4-BE49-F238E27FC236}">
                <a16:creationId xmlns:a16="http://schemas.microsoft.com/office/drawing/2014/main" id="{F9C133CB-8989-4B0C-B2AF-E0FBF7052866}"/>
              </a:ext>
            </a:extLst>
          </p:cNvPr>
          <p:cNvSpPr/>
          <p:nvPr/>
        </p:nvSpPr>
        <p:spPr>
          <a:xfrm>
            <a:off x="269323" y="456617"/>
            <a:ext cx="1044000" cy="504000"/>
          </a:xfrm>
          <a:prstGeom prst="round2SameRect">
            <a:avLst>
              <a:gd name="adj1" fmla="val 28572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1B3F15F-0585-4CD6-8E5C-C44AEC4B4B17}"/>
              </a:ext>
            </a:extLst>
          </p:cNvPr>
          <p:cNvSpPr txBox="1"/>
          <p:nvPr/>
        </p:nvSpPr>
        <p:spPr>
          <a:xfrm>
            <a:off x="171163" y="547718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EF7342B-BEBF-4A76-A820-A4675FEF0CB6}"/>
              </a:ext>
            </a:extLst>
          </p:cNvPr>
          <p:cNvSpPr txBox="1"/>
          <p:nvPr/>
        </p:nvSpPr>
        <p:spPr>
          <a:xfrm>
            <a:off x="653848" y="1201675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四角形: 上の 2 つの角を丸める 8">
            <a:extLst>
              <a:ext uri="{FF2B5EF4-FFF2-40B4-BE49-F238E27FC236}">
                <a16:creationId xmlns:a16="http://schemas.microsoft.com/office/drawing/2014/main" id="{5C0849DE-5A6C-4C7C-8549-BF40F2EDC982}"/>
              </a:ext>
            </a:extLst>
          </p:cNvPr>
          <p:cNvSpPr/>
          <p:nvPr/>
        </p:nvSpPr>
        <p:spPr>
          <a:xfrm>
            <a:off x="1318208" y="456617"/>
            <a:ext cx="1044000" cy="504000"/>
          </a:xfrm>
          <a:prstGeom prst="round2SameRect">
            <a:avLst>
              <a:gd name="adj1" fmla="val 28572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CA80436-578E-4AE2-BAEA-843E5FA69ED1}"/>
              </a:ext>
            </a:extLst>
          </p:cNvPr>
          <p:cNvSpPr txBox="1"/>
          <p:nvPr/>
        </p:nvSpPr>
        <p:spPr>
          <a:xfrm>
            <a:off x="1219253" y="555338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12" name="四角形: 上の 2 つの角を丸める 11">
            <a:extLst>
              <a:ext uri="{FF2B5EF4-FFF2-40B4-BE49-F238E27FC236}">
                <a16:creationId xmlns:a16="http://schemas.microsoft.com/office/drawing/2014/main" id="{4A93C4EB-ADA2-4476-B476-90EB625436DC}"/>
              </a:ext>
            </a:extLst>
          </p:cNvPr>
          <p:cNvSpPr/>
          <p:nvPr/>
        </p:nvSpPr>
        <p:spPr>
          <a:xfrm>
            <a:off x="2366299" y="456617"/>
            <a:ext cx="1044000" cy="504000"/>
          </a:xfrm>
          <a:prstGeom prst="round2SameRect">
            <a:avLst>
              <a:gd name="adj1" fmla="val 28572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B4CEAB8-2604-444D-83CB-0082A832CD04}"/>
              </a:ext>
            </a:extLst>
          </p:cNvPr>
          <p:cNvSpPr txBox="1"/>
          <p:nvPr/>
        </p:nvSpPr>
        <p:spPr>
          <a:xfrm>
            <a:off x="2267343" y="555338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15" name="四角形: 上の 2 つの角を丸める 14">
            <a:extLst>
              <a:ext uri="{FF2B5EF4-FFF2-40B4-BE49-F238E27FC236}">
                <a16:creationId xmlns:a16="http://schemas.microsoft.com/office/drawing/2014/main" id="{7B7B341E-0870-4F72-82DA-CD4F5BA7EB80}"/>
              </a:ext>
            </a:extLst>
          </p:cNvPr>
          <p:cNvSpPr/>
          <p:nvPr/>
        </p:nvSpPr>
        <p:spPr>
          <a:xfrm>
            <a:off x="3414390" y="456617"/>
            <a:ext cx="1044000" cy="504000"/>
          </a:xfrm>
          <a:prstGeom prst="round2SameRect">
            <a:avLst>
              <a:gd name="adj1" fmla="val 28572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3ED87F9-8A9B-4C7C-9B89-5223DC8938D4}"/>
              </a:ext>
            </a:extLst>
          </p:cNvPr>
          <p:cNvSpPr txBox="1"/>
          <p:nvPr/>
        </p:nvSpPr>
        <p:spPr>
          <a:xfrm>
            <a:off x="3315433" y="555338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18" name="四角形: 上の 2 つの角を丸める 17">
            <a:extLst>
              <a:ext uri="{FF2B5EF4-FFF2-40B4-BE49-F238E27FC236}">
                <a16:creationId xmlns:a16="http://schemas.microsoft.com/office/drawing/2014/main" id="{FB79AF0B-BC7F-457E-BE6C-8EDC4817DD51}"/>
              </a:ext>
            </a:extLst>
          </p:cNvPr>
          <p:cNvSpPr/>
          <p:nvPr/>
        </p:nvSpPr>
        <p:spPr>
          <a:xfrm>
            <a:off x="4462479" y="456617"/>
            <a:ext cx="1044000" cy="504000"/>
          </a:xfrm>
          <a:prstGeom prst="round2SameRect">
            <a:avLst>
              <a:gd name="adj1" fmla="val 28572"/>
              <a:gd name="adj2" fmla="val 0"/>
            </a:avLst>
          </a:prstGeom>
          <a:solidFill>
            <a:schemeClr val="accent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7509E01-C24F-49E6-9F4C-A7E2AB5B039D}"/>
              </a:ext>
            </a:extLst>
          </p:cNvPr>
          <p:cNvSpPr txBox="1"/>
          <p:nvPr/>
        </p:nvSpPr>
        <p:spPr>
          <a:xfrm>
            <a:off x="4363525" y="555338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A6F4D10-227A-47BD-8D88-9C02A4F171C9}"/>
              </a:ext>
            </a:extLst>
          </p:cNvPr>
          <p:cNvSpPr txBox="1"/>
          <p:nvPr/>
        </p:nvSpPr>
        <p:spPr>
          <a:xfrm>
            <a:off x="7150100" y="267686"/>
            <a:ext cx="24809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ja-JP" sz="44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86A0E9D-2A0C-4DC5-860F-FF30B88C5C05}"/>
              </a:ext>
            </a:extLst>
          </p:cNvPr>
          <p:cNvSpPr txBox="1"/>
          <p:nvPr/>
        </p:nvSpPr>
        <p:spPr>
          <a:xfrm>
            <a:off x="8648671" y="6113825"/>
            <a:ext cx="649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spc="-1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339996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202</TotalTime>
  <Words>185</Words>
  <Application>Microsoft Office PowerPoint</Application>
  <PresentationFormat>A4 210 x 297 mm</PresentationFormat>
  <Paragraphs>40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28</cp:revision>
  <dcterms:created xsi:type="dcterms:W3CDTF">2017-11-09T07:26:57Z</dcterms:created>
  <dcterms:modified xsi:type="dcterms:W3CDTF">2018-03-05T11:04:58Z</dcterms:modified>
</cp:coreProperties>
</file>