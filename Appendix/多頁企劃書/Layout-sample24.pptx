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60" r:id="rId4"/>
    <p:sldId id="261" r:id="rId5"/>
    <p:sldId id="259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4C29F8FE-69BE-4501-AFB8-BC79B7AB1AE8}"/>
              </a:ext>
            </a:extLst>
          </p:cNvPr>
          <p:cNvSpPr/>
          <p:nvPr/>
        </p:nvSpPr>
        <p:spPr>
          <a:xfrm>
            <a:off x="3890128" y="189000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3AE38EAD-3835-4FD8-84A0-BAEFB2B98546}"/>
              </a:ext>
            </a:extLst>
          </p:cNvPr>
          <p:cNvSpPr/>
          <p:nvPr/>
        </p:nvSpPr>
        <p:spPr>
          <a:xfrm flipV="1">
            <a:off x="3890128" y="6236952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B23D11-349E-4F83-9732-87A5A1902E52}"/>
              </a:ext>
            </a:extLst>
          </p:cNvPr>
          <p:cNvSpPr txBox="1"/>
          <p:nvPr/>
        </p:nvSpPr>
        <p:spPr>
          <a:xfrm>
            <a:off x="4314987" y="25113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B63C53-4935-43B0-A67D-75566A65FD38}"/>
              </a:ext>
            </a:extLst>
          </p:cNvPr>
          <p:cNvSpPr txBox="1"/>
          <p:nvPr/>
        </p:nvSpPr>
        <p:spPr>
          <a:xfrm>
            <a:off x="516194" y="359439"/>
            <a:ext cx="3373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5A2065D-0FBF-4E7D-BC20-2214C83BD103}"/>
              </a:ext>
            </a:extLst>
          </p:cNvPr>
          <p:cNvSpPr txBox="1"/>
          <p:nvPr/>
        </p:nvSpPr>
        <p:spPr>
          <a:xfrm>
            <a:off x="4314987" y="6236952"/>
            <a:ext cx="12760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36C58A-BA6C-4D9E-A933-6C421393DA90}"/>
              </a:ext>
            </a:extLst>
          </p:cNvPr>
          <p:cNvSpPr txBox="1"/>
          <p:nvPr/>
        </p:nvSpPr>
        <p:spPr>
          <a:xfrm>
            <a:off x="6403426" y="359437"/>
            <a:ext cx="167869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48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4C29F8FE-69BE-4501-AFB8-BC79B7AB1AE8}"/>
              </a:ext>
            </a:extLst>
          </p:cNvPr>
          <p:cNvSpPr/>
          <p:nvPr/>
        </p:nvSpPr>
        <p:spPr>
          <a:xfrm>
            <a:off x="3890128" y="189000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3AE38EAD-3835-4FD8-84A0-BAEFB2B98546}"/>
              </a:ext>
            </a:extLst>
          </p:cNvPr>
          <p:cNvSpPr/>
          <p:nvPr/>
        </p:nvSpPr>
        <p:spPr>
          <a:xfrm flipV="1">
            <a:off x="3890128" y="6236952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B23D11-349E-4F83-9732-87A5A1902E52}"/>
              </a:ext>
            </a:extLst>
          </p:cNvPr>
          <p:cNvSpPr txBox="1"/>
          <p:nvPr/>
        </p:nvSpPr>
        <p:spPr>
          <a:xfrm>
            <a:off x="4314987" y="25113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B63C53-4935-43B0-A67D-75566A65FD38}"/>
              </a:ext>
            </a:extLst>
          </p:cNvPr>
          <p:cNvSpPr txBox="1"/>
          <p:nvPr/>
        </p:nvSpPr>
        <p:spPr>
          <a:xfrm>
            <a:off x="516194" y="359439"/>
            <a:ext cx="3373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36C58A-BA6C-4D9E-A933-6C421393DA90}"/>
              </a:ext>
            </a:extLst>
          </p:cNvPr>
          <p:cNvSpPr txBox="1"/>
          <p:nvPr/>
        </p:nvSpPr>
        <p:spPr>
          <a:xfrm>
            <a:off x="6403426" y="359437"/>
            <a:ext cx="167869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BEEC4CF-BF29-4228-A628-B71754873A3D}"/>
              </a:ext>
            </a:extLst>
          </p:cNvPr>
          <p:cNvSpPr txBox="1"/>
          <p:nvPr/>
        </p:nvSpPr>
        <p:spPr>
          <a:xfrm>
            <a:off x="4314987" y="6236952"/>
            <a:ext cx="12760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4C29F8FE-69BE-4501-AFB8-BC79B7AB1AE8}"/>
              </a:ext>
            </a:extLst>
          </p:cNvPr>
          <p:cNvSpPr/>
          <p:nvPr/>
        </p:nvSpPr>
        <p:spPr>
          <a:xfrm>
            <a:off x="3890128" y="189000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3AE38EAD-3835-4FD8-84A0-BAEFB2B98546}"/>
              </a:ext>
            </a:extLst>
          </p:cNvPr>
          <p:cNvSpPr/>
          <p:nvPr/>
        </p:nvSpPr>
        <p:spPr>
          <a:xfrm flipV="1">
            <a:off x="3890128" y="6236952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B23D11-349E-4F83-9732-87A5A1902E52}"/>
              </a:ext>
            </a:extLst>
          </p:cNvPr>
          <p:cNvSpPr txBox="1"/>
          <p:nvPr/>
        </p:nvSpPr>
        <p:spPr>
          <a:xfrm>
            <a:off x="4314987" y="25113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B63C53-4935-43B0-A67D-75566A65FD38}"/>
              </a:ext>
            </a:extLst>
          </p:cNvPr>
          <p:cNvSpPr txBox="1"/>
          <p:nvPr/>
        </p:nvSpPr>
        <p:spPr>
          <a:xfrm>
            <a:off x="516194" y="359439"/>
            <a:ext cx="3373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36C58A-BA6C-4D9E-A933-6C421393DA90}"/>
              </a:ext>
            </a:extLst>
          </p:cNvPr>
          <p:cNvSpPr txBox="1"/>
          <p:nvPr/>
        </p:nvSpPr>
        <p:spPr>
          <a:xfrm>
            <a:off x="6403426" y="359437"/>
            <a:ext cx="167869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72DDAF-7C9C-4916-A59E-FD7AA274E328}"/>
              </a:ext>
            </a:extLst>
          </p:cNvPr>
          <p:cNvSpPr txBox="1"/>
          <p:nvPr/>
        </p:nvSpPr>
        <p:spPr>
          <a:xfrm>
            <a:off x="4314987" y="6236952"/>
            <a:ext cx="12760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098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4C29F8FE-69BE-4501-AFB8-BC79B7AB1AE8}"/>
              </a:ext>
            </a:extLst>
          </p:cNvPr>
          <p:cNvSpPr/>
          <p:nvPr/>
        </p:nvSpPr>
        <p:spPr>
          <a:xfrm>
            <a:off x="3890128" y="189000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3AE38EAD-3835-4FD8-84A0-BAEFB2B98546}"/>
              </a:ext>
            </a:extLst>
          </p:cNvPr>
          <p:cNvSpPr/>
          <p:nvPr/>
        </p:nvSpPr>
        <p:spPr>
          <a:xfrm flipV="1">
            <a:off x="3890128" y="6236952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B23D11-349E-4F83-9732-87A5A1902E52}"/>
              </a:ext>
            </a:extLst>
          </p:cNvPr>
          <p:cNvSpPr txBox="1"/>
          <p:nvPr/>
        </p:nvSpPr>
        <p:spPr>
          <a:xfrm>
            <a:off x="4314987" y="25113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B63C53-4935-43B0-A67D-75566A65FD38}"/>
              </a:ext>
            </a:extLst>
          </p:cNvPr>
          <p:cNvSpPr txBox="1"/>
          <p:nvPr/>
        </p:nvSpPr>
        <p:spPr>
          <a:xfrm>
            <a:off x="516194" y="359439"/>
            <a:ext cx="3373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36C58A-BA6C-4D9E-A933-6C421393DA90}"/>
              </a:ext>
            </a:extLst>
          </p:cNvPr>
          <p:cNvSpPr txBox="1"/>
          <p:nvPr/>
        </p:nvSpPr>
        <p:spPr>
          <a:xfrm>
            <a:off x="6403426" y="359437"/>
            <a:ext cx="167869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6B03C86-34B5-48A0-8AFD-996D48A61954}"/>
              </a:ext>
            </a:extLst>
          </p:cNvPr>
          <p:cNvSpPr txBox="1"/>
          <p:nvPr/>
        </p:nvSpPr>
        <p:spPr>
          <a:xfrm>
            <a:off x="4314987" y="6236952"/>
            <a:ext cx="12760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6638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4C29F8FE-69BE-4501-AFB8-BC79B7AB1AE8}"/>
              </a:ext>
            </a:extLst>
          </p:cNvPr>
          <p:cNvSpPr/>
          <p:nvPr/>
        </p:nvSpPr>
        <p:spPr>
          <a:xfrm>
            <a:off x="3890128" y="189000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3AE38EAD-3835-4FD8-84A0-BAEFB2B98546}"/>
              </a:ext>
            </a:extLst>
          </p:cNvPr>
          <p:cNvSpPr/>
          <p:nvPr/>
        </p:nvSpPr>
        <p:spPr>
          <a:xfrm flipV="1">
            <a:off x="3890128" y="6236952"/>
            <a:ext cx="2125743" cy="432048"/>
          </a:xfrm>
          <a:prstGeom prst="flowChartManualOperation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B23D11-349E-4F83-9732-87A5A1902E52}"/>
              </a:ext>
            </a:extLst>
          </p:cNvPr>
          <p:cNvSpPr txBox="1"/>
          <p:nvPr/>
        </p:nvSpPr>
        <p:spPr>
          <a:xfrm>
            <a:off x="4314987" y="25113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B63C53-4935-43B0-A67D-75566A65FD38}"/>
              </a:ext>
            </a:extLst>
          </p:cNvPr>
          <p:cNvSpPr txBox="1"/>
          <p:nvPr/>
        </p:nvSpPr>
        <p:spPr>
          <a:xfrm>
            <a:off x="516194" y="359439"/>
            <a:ext cx="3373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36C58A-BA6C-4D9E-A933-6C421393DA90}"/>
              </a:ext>
            </a:extLst>
          </p:cNvPr>
          <p:cNvSpPr txBox="1"/>
          <p:nvPr/>
        </p:nvSpPr>
        <p:spPr>
          <a:xfrm>
            <a:off x="6403426" y="359437"/>
            <a:ext cx="167869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EC9B1AB-3417-4D77-8FE1-3D21EE362D22}"/>
              </a:ext>
            </a:extLst>
          </p:cNvPr>
          <p:cNvSpPr txBox="1"/>
          <p:nvPr/>
        </p:nvSpPr>
        <p:spPr>
          <a:xfrm>
            <a:off x="4314987" y="6236952"/>
            <a:ext cx="12760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058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110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28</cp:revision>
  <dcterms:created xsi:type="dcterms:W3CDTF">2017-11-09T07:26:57Z</dcterms:created>
  <dcterms:modified xsi:type="dcterms:W3CDTF">2018-03-05T10:48:35Z</dcterms:modified>
</cp:coreProperties>
</file>