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  <p:sldId id="260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663676"/>
            <a:ext cx="9360000" cy="600532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33E188-05D8-4EAC-9783-5FC7124149E2}"/>
              </a:ext>
            </a:extLst>
          </p:cNvPr>
          <p:cNvSpPr txBox="1"/>
          <p:nvPr/>
        </p:nvSpPr>
        <p:spPr>
          <a:xfrm>
            <a:off x="2561302" y="1125617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矢印: 山形 6">
            <a:extLst>
              <a:ext uri="{FF2B5EF4-FFF2-40B4-BE49-F238E27FC236}">
                <a16:creationId xmlns:a16="http://schemas.microsoft.com/office/drawing/2014/main" id="{65884314-8512-437E-AF9C-70367020D766}"/>
              </a:ext>
            </a:extLst>
          </p:cNvPr>
          <p:cNvSpPr/>
          <p:nvPr/>
        </p:nvSpPr>
        <p:spPr>
          <a:xfrm>
            <a:off x="2164969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矢印: 山形 9">
            <a:extLst>
              <a:ext uri="{FF2B5EF4-FFF2-40B4-BE49-F238E27FC236}">
                <a16:creationId xmlns:a16="http://schemas.microsoft.com/office/drawing/2014/main" id="{37C57873-2F67-427C-83F1-0BAF50769DA2}"/>
              </a:ext>
            </a:extLst>
          </p:cNvPr>
          <p:cNvSpPr/>
          <p:nvPr/>
        </p:nvSpPr>
        <p:spPr>
          <a:xfrm>
            <a:off x="3283778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矢印: 山形 10">
            <a:extLst>
              <a:ext uri="{FF2B5EF4-FFF2-40B4-BE49-F238E27FC236}">
                <a16:creationId xmlns:a16="http://schemas.microsoft.com/office/drawing/2014/main" id="{1EFEA6A4-763F-473D-A948-3C8B0B11B2E6}"/>
              </a:ext>
            </a:extLst>
          </p:cNvPr>
          <p:cNvSpPr/>
          <p:nvPr/>
        </p:nvSpPr>
        <p:spPr>
          <a:xfrm>
            <a:off x="4391436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矢印: 山形 11">
            <a:extLst>
              <a:ext uri="{FF2B5EF4-FFF2-40B4-BE49-F238E27FC236}">
                <a16:creationId xmlns:a16="http://schemas.microsoft.com/office/drawing/2014/main" id="{C4495A5E-DCBB-4D57-AD33-FC1FBF8F3E8E}"/>
              </a:ext>
            </a:extLst>
          </p:cNvPr>
          <p:cNvSpPr/>
          <p:nvPr/>
        </p:nvSpPr>
        <p:spPr>
          <a:xfrm>
            <a:off x="5510246" y="401646"/>
            <a:ext cx="1224000" cy="53203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山形 12">
            <a:extLst>
              <a:ext uri="{FF2B5EF4-FFF2-40B4-BE49-F238E27FC236}">
                <a16:creationId xmlns:a16="http://schemas.microsoft.com/office/drawing/2014/main" id="{2AE56BB2-0E15-4891-80DE-D09012EA70BA}"/>
              </a:ext>
            </a:extLst>
          </p:cNvPr>
          <p:cNvSpPr/>
          <p:nvPr/>
        </p:nvSpPr>
        <p:spPr>
          <a:xfrm>
            <a:off x="6629056" y="401646"/>
            <a:ext cx="1224000" cy="532031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FC3714-E6F4-447D-BA1E-5AAE0AC248DA}"/>
              </a:ext>
            </a:extLst>
          </p:cNvPr>
          <p:cNvSpPr txBox="1"/>
          <p:nvPr/>
        </p:nvSpPr>
        <p:spPr>
          <a:xfrm>
            <a:off x="745924" y="309733"/>
            <a:ext cx="77823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C3B31E-A782-4C50-BCFE-39B724EEB7D6}"/>
              </a:ext>
            </a:extLst>
          </p:cNvPr>
          <p:cNvSpPr txBox="1"/>
          <p:nvPr/>
        </p:nvSpPr>
        <p:spPr>
          <a:xfrm>
            <a:off x="2270160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66B2C7-B094-4B8F-9BA5-2A1B784009D7}"/>
              </a:ext>
            </a:extLst>
          </p:cNvPr>
          <p:cNvSpPr txBox="1"/>
          <p:nvPr/>
        </p:nvSpPr>
        <p:spPr>
          <a:xfrm>
            <a:off x="3388969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8C6C45-3CE4-4F69-886A-0FD017A0B7A6}"/>
              </a:ext>
            </a:extLst>
          </p:cNvPr>
          <p:cNvSpPr txBox="1"/>
          <p:nvPr/>
        </p:nvSpPr>
        <p:spPr>
          <a:xfrm>
            <a:off x="4493255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B11F79-CED7-4F22-94F6-4E8A2D7D5058}"/>
              </a:ext>
            </a:extLst>
          </p:cNvPr>
          <p:cNvSpPr txBox="1"/>
          <p:nvPr/>
        </p:nvSpPr>
        <p:spPr>
          <a:xfrm>
            <a:off x="561543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3BA7FD-C935-4852-9364-377765B3B20F}"/>
              </a:ext>
            </a:extLst>
          </p:cNvPr>
          <p:cNvSpPr txBox="1"/>
          <p:nvPr/>
        </p:nvSpPr>
        <p:spPr>
          <a:xfrm>
            <a:off x="673424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89BD88-CC58-4661-B9AF-F0C8120F00F6}"/>
              </a:ext>
            </a:extLst>
          </p:cNvPr>
          <p:cNvSpPr txBox="1"/>
          <p:nvPr/>
        </p:nvSpPr>
        <p:spPr>
          <a:xfrm>
            <a:off x="8954806" y="6194324"/>
            <a:ext cx="550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0802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663676"/>
            <a:ext cx="9360000" cy="600532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33E188-05D8-4EAC-9783-5FC7124149E2}"/>
              </a:ext>
            </a:extLst>
          </p:cNvPr>
          <p:cNvSpPr txBox="1"/>
          <p:nvPr/>
        </p:nvSpPr>
        <p:spPr>
          <a:xfrm>
            <a:off x="2561302" y="1125617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矢印: 山形 6">
            <a:extLst>
              <a:ext uri="{FF2B5EF4-FFF2-40B4-BE49-F238E27FC236}">
                <a16:creationId xmlns:a16="http://schemas.microsoft.com/office/drawing/2014/main" id="{65884314-8512-437E-AF9C-70367020D766}"/>
              </a:ext>
            </a:extLst>
          </p:cNvPr>
          <p:cNvSpPr/>
          <p:nvPr/>
        </p:nvSpPr>
        <p:spPr>
          <a:xfrm>
            <a:off x="2164969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矢印: 山形 9">
            <a:extLst>
              <a:ext uri="{FF2B5EF4-FFF2-40B4-BE49-F238E27FC236}">
                <a16:creationId xmlns:a16="http://schemas.microsoft.com/office/drawing/2014/main" id="{37C57873-2F67-427C-83F1-0BAF50769DA2}"/>
              </a:ext>
            </a:extLst>
          </p:cNvPr>
          <p:cNvSpPr/>
          <p:nvPr/>
        </p:nvSpPr>
        <p:spPr>
          <a:xfrm>
            <a:off x="3283778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矢印: 山形 10">
            <a:extLst>
              <a:ext uri="{FF2B5EF4-FFF2-40B4-BE49-F238E27FC236}">
                <a16:creationId xmlns:a16="http://schemas.microsoft.com/office/drawing/2014/main" id="{1EFEA6A4-763F-473D-A948-3C8B0B11B2E6}"/>
              </a:ext>
            </a:extLst>
          </p:cNvPr>
          <p:cNvSpPr/>
          <p:nvPr/>
        </p:nvSpPr>
        <p:spPr>
          <a:xfrm>
            <a:off x="4391436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矢印: 山形 11">
            <a:extLst>
              <a:ext uri="{FF2B5EF4-FFF2-40B4-BE49-F238E27FC236}">
                <a16:creationId xmlns:a16="http://schemas.microsoft.com/office/drawing/2014/main" id="{C4495A5E-DCBB-4D57-AD33-FC1FBF8F3E8E}"/>
              </a:ext>
            </a:extLst>
          </p:cNvPr>
          <p:cNvSpPr/>
          <p:nvPr/>
        </p:nvSpPr>
        <p:spPr>
          <a:xfrm>
            <a:off x="5510246" y="401646"/>
            <a:ext cx="1224000" cy="53203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山形 12">
            <a:extLst>
              <a:ext uri="{FF2B5EF4-FFF2-40B4-BE49-F238E27FC236}">
                <a16:creationId xmlns:a16="http://schemas.microsoft.com/office/drawing/2014/main" id="{2AE56BB2-0E15-4891-80DE-D09012EA70BA}"/>
              </a:ext>
            </a:extLst>
          </p:cNvPr>
          <p:cNvSpPr/>
          <p:nvPr/>
        </p:nvSpPr>
        <p:spPr>
          <a:xfrm>
            <a:off x="6629056" y="401646"/>
            <a:ext cx="1224000" cy="532031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FC3714-E6F4-447D-BA1E-5AAE0AC248DA}"/>
              </a:ext>
            </a:extLst>
          </p:cNvPr>
          <p:cNvSpPr txBox="1"/>
          <p:nvPr/>
        </p:nvSpPr>
        <p:spPr>
          <a:xfrm>
            <a:off x="745924" y="309733"/>
            <a:ext cx="77823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C3B31E-A782-4C50-BCFE-39B724EEB7D6}"/>
              </a:ext>
            </a:extLst>
          </p:cNvPr>
          <p:cNvSpPr txBox="1"/>
          <p:nvPr/>
        </p:nvSpPr>
        <p:spPr>
          <a:xfrm>
            <a:off x="2270160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66B2C7-B094-4B8F-9BA5-2A1B784009D7}"/>
              </a:ext>
            </a:extLst>
          </p:cNvPr>
          <p:cNvSpPr txBox="1"/>
          <p:nvPr/>
        </p:nvSpPr>
        <p:spPr>
          <a:xfrm>
            <a:off x="3388969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8C6C45-3CE4-4F69-886A-0FD017A0B7A6}"/>
              </a:ext>
            </a:extLst>
          </p:cNvPr>
          <p:cNvSpPr txBox="1"/>
          <p:nvPr/>
        </p:nvSpPr>
        <p:spPr>
          <a:xfrm>
            <a:off x="4493255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B11F79-CED7-4F22-94F6-4E8A2D7D5058}"/>
              </a:ext>
            </a:extLst>
          </p:cNvPr>
          <p:cNvSpPr txBox="1"/>
          <p:nvPr/>
        </p:nvSpPr>
        <p:spPr>
          <a:xfrm>
            <a:off x="561543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3BA7FD-C935-4852-9364-377765B3B20F}"/>
              </a:ext>
            </a:extLst>
          </p:cNvPr>
          <p:cNvSpPr txBox="1"/>
          <p:nvPr/>
        </p:nvSpPr>
        <p:spPr>
          <a:xfrm>
            <a:off x="673424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89BD88-CC58-4661-B9AF-F0C8120F00F6}"/>
              </a:ext>
            </a:extLst>
          </p:cNvPr>
          <p:cNvSpPr txBox="1"/>
          <p:nvPr/>
        </p:nvSpPr>
        <p:spPr>
          <a:xfrm>
            <a:off x="8954806" y="6194324"/>
            <a:ext cx="550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4023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663676"/>
            <a:ext cx="9360000" cy="600532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33E188-05D8-4EAC-9783-5FC7124149E2}"/>
              </a:ext>
            </a:extLst>
          </p:cNvPr>
          <p:cNvSpPr txBox="1"/>
          <p:nvPr/>
        </p:nvSpPr>
        <p:spPr>
          <a:xfrm>
            <a:off x="2561302" y="1125617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矢印: 山形 6">
            <a:extLst>
              <a:ext uri="{FF2B5EF4-FFF2-40B4-BE49-F238E27FC236}">
                <a16:creationId xmlns:a16="http://schemas.microsoft.com/office/drawing/2014/main" id="{65884314-8512-437E-AF9C-70367020D766}"/>
              </a:ext>
            </a:extLst>
          </p:cNvPr>
          <p:cNvSpPr/>
          <p:nvPr/>
        </p:nvSpPr>
        <p:spPr>
          <a:xfrm>
            <a:off x="2164969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矢印: 山形 9">
            <a:extLst>
              <a:ext uri="{FF2B5EF4-FFF2-40B4-BE49-F238E27FC236}">
                <a16:creationId xmlns:a16="http://schemas.microsoft.com/office/drawing/2014/main" id="{37C57873-2F67-427C-83F1-0BAF50769DA2}"/>
              </a:ext>
            </a:extLst>
          </p:cNvPr>
          <p:cNvSpPr/>
          <p:nvPr/>
        </p:nvSpPr>
        <p:spPr>
          <a:xfrm>
            <a:off x="3283778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矢印: 山形 10">
            <a:extLst>
              <a:ext uri="{FF2B5EF4-FFF2-40B4-BE49-F238E27FC236}">
                <a16:creationId xmlns:a16="http://schemas.microsoft.com/office/drawing/2014/main" id="{1EFEA6A4-763F-473D-A948-3C8B0B11B2E6}"/>
              </a:ext>
            </a:extLst>
          </p:cNvPr>
          <p:cNvSpPr/>
          <p:nvPr/>
        </p:nvSpPr>
        <p:spPr>
          <a:xfrm>
            <a:off x="4391436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矢印: 山形 11">
            <a:extLst>
              <a:ext uri="{FF2B5EF4-FFF2-40B4-BE49-F238E27FC236}">
                <a16:creationId xmlns:a16="http://schemas.microsoft.com/office/drawing/2014/main" id="{C4495A5E-DCBB-4D57-AD33-FC1FBF8F3E8E}"/>
              </a:ext>
            </a:extLst>
          </p:cNvPr>
          <p:cNvSpPr/>
          <p:nvPr/>
        </p:nvSpPr>
        <p:spPr>
          <a:xfrm>
            <a:off x="5510246" y="401646"/>
            <a:ext cx="1224000" cy="53203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山形 12">
            <a:extLst>
              <a:ext uri="{FF2B5EF4-FFF2-40B4-BE49-F238E27FC236}">
                <a16:creationId xmlns:a16="http://schemas.microsoft.com/office/drawing/2014/main" id="{2AE56BB2-0E15-4891-80DE-D09012EA70BA}"/>
              </a:ext>
            </a:extLst>
          </p:cNvPr>
          <p:cNvSpPr/>
          <p:nvPr/>
        </p:nvSpPr>
        <p:spPr>
          <a:xfrm>
            <a:off x="6629056" y="401646"/>
            <a:ext cx="1224000" cy="532031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FC3714-E6F4-447D-BA1E-5AAE0AC248DA}"/>
              </a:ext>
            </a:extLst>
          </p:cNvPr>
          <p:cNvSpPr txBox="1"/>
          <p:nvPr/>
        </p:nvSpPr>
        <p:spPr>
          <a:xfrm>
            <a:off x="745924" y="309733"/>
            <a:ext cx="77823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C3B31E-A782-4C50-BCFE-39B724EEB7D6}"/>
              </a:ext>
            </a:extLst>
          </p:cNvPr>
          <p:cNvSpPr txBox="1"/>
          <p:nvPr/>
        </p:nvSpPr>
        <p:spPr>
          <a:xfrm>
            <a:off x="2270160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66B2C7-B094-4B8F-9BA5-2A1B784009D7}"/>
              </a:ext>
            </a:extLst>
          </p:cNvPr>
          <p:cNvSpPr txBox="1"/>
          <p:nvPr/>
        </p:nvSpPr>
        <p:spPr>
          <a:xfrm>
            <a:off x="3388969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</a:t>
            </a:r>
            <a:r>
              <a:rPr lang="ja-JP" altLang="en-US"/>
              <a:t>○○</a:t>
            </a:r>
            <a:endParaRPr lang="en-US" altLang="ja-JP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8C6C45-3CE4-4F69-886A-0FD017A0B7A6}"/>
              </a:ext>
            </a:extLst>
          </p:cNvPr>
          <p:cNvSpPr txBox="1"/>
          <p:nvPr/>
        </p:nvSpPr>
        <p:spPr>
          <a:xfrm>
            <a:off x="4493255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B11F79-CED7-4F22-94F6-4E8A2D7D5058}"/>
              </a:ext>
            </a:extLst>
          </p:cNvPr>
          <p:cNvSpPr txBox="1"/>
          <p:nvPr/>
        </p:nvSpPr>
        <p:spPr>
          <a:xfrm>
            <a:off x="561543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3BA7FD-C935-4852-9364-377765B3B20F}"/>
              </a:ext>
            </a:extLst>
          </p:cNvPr>
          <p:cNvSpPr txBox="1"/>
          <p:nvPr/>
        </p:nvSpPr>
        <p:spPr>
          <a:xfrm>
            <a:off x="673424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89BD88-CC58-4661-B9AF-F0C8120F00F6}"/>
              </a:ext>
            </a:extLst>
          </p:cNvPr>
          <p:cNvSpPr txBox="1"/>
          <p:nvPr/>
        </p:nvSpPr>
        <p:spPr>
          <a:xfrm>
            <a:off x="8954806" y="6194324"/>
            <a:ext cx="550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663676"/>
            <a:ext cx="9360000" cy="600532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33E188-05D8-4EAC-9783-5FC7124149E2}"/>
              </a:ext>
            </a:extLst>
          </p:cNvPr>
          <p:cNvSpPr txBox="1"/>
          <p:nvPr/>
        </p:nvSpPr>
        <p:spPr>
          <a:xfrm>
            <a:off x="2561302" y="1125617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矢印: 山形 6">
            <a:extLst>
              <a:ext uri="{FF2B5EF4-FFF2-40B4-BE49-F238E27FC236}">
                <a16:creationId xmlns:a16="http://schemas.microsoft.com/office/drawing/2014/main" id="{65884314-8512-437E-AF9C-70367020D766}"/>
              </a:ext>
            </a:extLst>
          </p:cNvPr>
          <p:cNvSpPr/>
          <p:nvPr/>
        </p:nvSpPr>
        <p:spPr>
          <a:xfrm>
            <a:off x="2164969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矢印: 山形 9">
            <a:extLst>
              <a:ext uri="{FF2B5EF4-FFF2-40B4-BE49-F238E27FC236}">
                <a16:creationId xmlns:a16="http://schemas.microsoft.com/office/drawing/2014/main" id="{37C57873-2F67-427C-83F1-0BAF50769DA2}"/>
              </a:ext>
            </a:extLst>
          </p:cNvPr>
          <p:cNvSpPr/>
          <p:nvPr/>
        </p:nvSpPr>
        <p:spPr>
          <a:xfrm>
            <a:off x="3283778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矢印: 山形 10">
            <a:extLst>
              <a:ext uri="{FF2B5EF4-FFF2-40B4-BE49-F238E27FC236}">
                <a16:creationId xmlns:a16="http://schemas.microsoft.com/office/drawing/2014/main" id="{1EFEA6A4-763F-473D-A948-3C8B0B11B2E6}"/>
              </a:ext>
            </a:extLst>
          </p:cNvPr>
          <p:cNvSpPr/>
          <p:nvPr/>
        </p:nvSpPr>
        <p:spPr>
          <a:xfrm>
            <a:off x="4391436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矢印: 山形 11">
            <a:extLst>
              <a:ext uri="{FF2B5EF4-FFF2-40B4-BE49-F238E27FC236}">
                <a16:creationId xmlns:a16="http://schemas.microsoft.com/office/drawing/2014/main" id="{C4495A5E-DCBB-4D57-AD33-FC1FBF8F3E8E}"/>
              </a:ext>
            </a:extLst>
          </p:cNvPr>
          <p:cNvSpPr/>
          <p:nvPr/>
        </p:nvSpPr>
        <p:spPr>
          <a:xfrm>
            <a:off x="5510246" y="401646"/>
            <a:ext cx="1224000" cy="532030"/>
          </a:xfrm>
          <a:prstGeom prst="chevron">
            <a:avLst>
              <a:gd name="adj" fmla="val 1995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山形 12">
            <a:extLst>
              <a:ext uri="{FF2B5EF4-FFF2-40B4-BE49-F238E27FC236}">
                <a16:creationId xmlns:a16="http://schemas.microsoft.com/office/drawing/2014/main" id="{2AE56BB2-0E15-4891-80DE-D09012EA70BA}"/>
              </a:ext>
            </a:extLst>
          </p:cNvPr>
          <p:cNvSpPr/>
          <p:nvPr/>
        </p:nvSpPr>
        <p:spPr>
          <a:xfrm>
            <a:off x="6629056" y="401646"/>
            <a:ext cx="1224000" cy="532031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FC3714-E6F4-447D-BA1E-5AAE0AC248DA}"/>
              </a:ext>
            </a:extLst>
          </p:cNvPr>
          <p:cNvSpPr txBox="1"/>
          <p:nvPr/>
        </p:nvSpPr>
        <p:spPr>
          <a:xfrm>
            <a:off x="745924" y="309733"/>
            <a:ext cx="77823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C3B31E-A782-4C50-BCFE-39B724EEB7D6}"/>
              </a:ext>
            </a:extLst>
          </p:cNvPr>
          <p:cNvSpPr txBox="1"/>
          <p:nvPr/>
        </p:nvSpPr>
        <p:spPr>
          <a:xfrm>
            <a:off x="2270160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66B2C7-B094-4B8F-9BA5-2A1B784009D7}"/>
              </a:ext>
            </a:extLst>
          </p:cNvPr>
          <p:cNvSpPr txBox="1"/>
          <p:nvPr/>
        </p:nvSpPr>
        <p:spPr>
          <a:xfrm>
            <a:off x="3388969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8C6C45-3CE4-4F69-886A-0FD017A0B7A6}"/>
              </a:ext>
            </a:extLst>
          </p:cNvPr>
          <p:cNvSpPr txBox="1"/>
          <p:nvPr/>
        </p:nvSpPr>
        <p:spPr>
          <a:xfrm>
            <a:off x="4493255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B11F79-CED7-4F22-94F6-4E8A2D7D5058}"/>
              </a:ext>
            </a:extLst>
          </p:cNvPr>
          <p:cNvSpPr txBox="1"/>
          <p:nvPr/>
        </p:nvSpPr>
        <p:spPr>
          <a:xfrm>
            <a:off x="561543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3BA7FD-C935-4852-9364-377765B3B20F}"/>
              </a:ext>
            </a:extLst>
          </p:cNvPr>
          <p:cNvSpPr txBox="1"/>
          <p:nvPr/>
        </p:nvSpPr>
        <p:spPr>
          <a:xfrm>
            <a:off x="673424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89BD88-CC58-4661-B9AF-F0C8120F00F6}"/>
              </a:ext>
            </a:extLst>
          </p:cNvPr>
          <p:cNvSpPr txBox="1"/>
          <p:nvPr/>
        </p:nvSpPr>
        <p:spPr>
          <a:xfrm>
            <a:off x="8954806" y="6194324"/>
            <a:ext cx="550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899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663676"/>
            <a:ext cx="9360000" cy="600532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33E188-05D8-4EAC-9783-5FC7124149E2}"/>
              </a:ext>
            </a:extLst>
          </p:cNvPr>
          <p:cNvSpPr txBox="1"/>
          <p:nvPr/>
        </p:nvSpPr>
        <p:spPr>
          <a:xfrm>
            <a:off x="2561302" y="1125617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矢印: 山形 6">
            <a:extLst>
              <a:ext uri="{FF2B5EF4-FFF2-40B4-BE49-F238E27FC236}">
                <a16:creationId xmlns:a16="http://schemas.microsoft.com/office/drawing/2014/main" id="{65884314-8512-437E-AF9C-70367020D766}"/>
              </a:ext>
            </a:extLst>
          </p:cNvPr>
          <p:cNvSpPr/>
          <p:nvPr/>
        </p:nvSpPr>
        <p:spPr>
          <a:xfrm>
            <a:off x="2164969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矢印: 山形 9">
            <a:extLst>
              <a:ext uri="{FF2B5EF4-FFF2-40B4-BE49-F238E27FC236}">
                <a16:creationId xmlns:a16="http://schemas.microsoft.com/office/drawing/2014/main" id="{37C57873-2F67-427C-83F1-0BAF50769DA2}"/>
              </a:ext>
            </a:extLst>
          </p:cNvPr>
          <p:cNvSpPr/>
          <p:nvPr/>
        </p:nvSpPr>
        <p:spPr>
          <a:xfrm>
            <a:off x="3283778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矢印: 山形 10">
            <a:extLst>
              <a:ext uri="{FF2B5EF4-FFF2-40B4-BE49-F238E27FC236}">
                <a16:creationId xmlns:a16="http://schemas.microsoft.com/office/drawing/2014/main" id="{1EFEA6A4-763F-473D-A948-3C8B0B11B2E6}"/>
              </a:ext>
            </a:extLst>
          </p:cNvPr>
          <p:cNvSpPr/>
          <p:nvPr/>
        </p:nvSpPr>
        <p:spPr>
          <a:xfrm>
            <a:off x="4391436" y="397661"/>
            <a:ext cx="1224000" cy="54000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矢印: 山形 11">
            <a:extLst>
              <a:ext uri="{FF2B5EF4-FFF2-40B4-BE49-F238E27FC236}">
                <a16:creationId xmlns:a16="http://schemas.microsoft.com/office/drawing/2014/main" id="{C4495A5E-DCBB-4D57-AD33-FC1FBF8F3E8E}"/>
              </a:ext>
            </a:extLst>
          </p:cNvPr>
          <p:cNvSpPr/>
          <p:nvPr/>
        </p:nvSpPr>
        <p:spPr>
          <a:xfrm>
            <a:off x="5510246" y="401646"/>
            <a:ext cx="1224000" cy="532030"/>
          </a:xfrm>
          <a:prstGeom prst="chevron">
            <a:avLst>
              <a:gd name="adj" fmla="val 19957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山形 12">
            <a:extLst>
              <a:ext uri="{FF2B5EF4-FFF2-40B4-BE49-F238E27FC236}">
                <a16:creationId xmlns:a16="http://schemas.microsoft.com/office/drawing/2014/main" id="{2AE56BB2-0E15-4891-80DE-D09012EA70BA}"/>
              </a:ext>
            </a:extLst>
          </p:cNvPr>
          <p:cNvSpPr/>
          <p:nvPr/>
        </p:nvSpPr>
        <p:spPr>
          <a:xfrm>
            <a:off x="6629056" y="401646"/>
            <a:ext cx="1224000" cy="532031"/>
          </a:xfrm>
          <a:prstGeom prst="chevron">
            <a:avLst>
              <a:gd name="adj" fmla="val 1995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FC3714-E6F4-447D-BA1E-5AAE0AC248DA}"/>
              </a:ext>
            </a:extLst>
          </p:cNvPr>
          <p:cNvSpPr txBox="1"/>
          <p:nvPr/>
        </p:nvSpPr>
        <p:spPr>
          <a:xfrm>
            <a:off x="745924" y="309733"/>
            <a:ext cx="77823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C3B31E-A782-4C50-BCFE-39B724EEB7D6}"/>
              </a:ext>
            </a:extLst>
          </p:cNvPr>
          <p:cNvSpPr txBox="1"/>
          <p:nvPr/>
        </p:nvSpPr>
        <p:spPr>
          <a:xfrm>
            <a:off x="2270160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66B2C7-B094-4B8F-9BA5-2A1B784009D7}"/>
              </a:ext>
            </a:extLst>
          </p:cNvPr>
          <p:cNvSpPr txBox="1"/>
          <p:nvPr/>
        </p:nvSpPr>
        <p:spPr>
          <a:xfrm>
            <a:off x="3388969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8C6C45-3CE4-4F69-886A-0FD017A0B7A6}"/>
              </a:ext>
            </a:extLst>
          </p:cNvPr>
          <p:cNvSpPr txBox="1"/>
          <p:nvPr/>
        </p:nvSpPr>
        <p:spPr>
          <a:xfrm>
            <a:off x="4493255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B11F79-CED7-4F22-94F6-4E8A2D7D5058}"/>
              </a:ext>
            </a:extLst>
          </p:cNvPr>
          <p:cNvSpPr txBox="1"/>
          <p:nvPr/>
        </p:nvSpPr>
        <p:spPr>
          <a:xfrm>
            <a:off x="561543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3BA7FD-C935-4852-9364-377765B3B20F}"/>
              </a:ext>
            </a:extLst>
          </p:cNvPr>
          <p:cNvSpPr txBox="1"/>
          <p:nvPr/>
        </p:nvSpPr>
        <p:spPr>
          <a:xfrm>
            <a:off x="6734247" y="529162"/>
            <a:ext cx="101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89BD88-CC58-4661-B9AF-F0C8120F00F6}"/>
              </a:ext>
            </a:extLst>
          </p:cNvPr>
          <p:cNvSpPr txBox="1"/>
          <p:nvPr/>
        </p:nvSpPr>
        <p:spPr>
          <a:xfrm>
            <a:off x="8954806" y="6194324"/>
            <a:ext cx="550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9568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</TotalTime>
  <Words>185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29</cp:revision>
  <dcterms:created xsi:type="dcterms:W3CDTF">2017-11-09T07:26:57Z</dcterms:created>
  <dcterms:modified xsi:type="dcterms:W3CDTF">2018-03-05T10:47:08Z</dcterms:modified>
</cp:coreProperties>
</file>