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58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394" autoAdjust="0"/>
  </p:normalViewPr>
  <p:slideViewPr>
    <p:cSldViewPr snapToGrid="0">
      <p:cViewPr varScale="1">
        <p:scale>
          <a:sx n="86" d="100"/>
          <a:sy n="86" d="100"/>
        </p:scale>
        <p:origin x="12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830F214-11B9-4CEB-9CAB-8CA3B0C214DD}"/>
              </a:ext>
            </a:extLst>
          </p:cNvPr>
          <p:cNvSpPr/>
          <p:nvPr/>
        </p:nvSpPr>
        <p:spPr>
          <a:xfrm>
            <a:off x="273000" y="193043"/>
            <a:ext cx="9360000" cy="10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5528984" y="493211"/>
            <a:ext cx="39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0A84C35-F0F7-4EE5-89F6-81120F898A8E}"/>
              </a:ext>
            </a:extLst>
          </p:cNvPr>
          <p:cNvGrpSpPr/>
          <p:nvPr/>
        </p:nvGrpSpPr>
        <p:grpSpPr>
          <a:xfrm>
            <a:off x="404416" y="257832"/>
            <a:ext cx="5013926" cy="950423"/>
            <a:chOff x="404416" y="257832"/>
            <a:chExt cx="5013926" cy="950423"/>
          </a:xfrm>
        </p:grpSpPr>
        <p:sp>
          <p:nvSpPr>
            <p:cNvPr id="41" name="部分円 40">
              <a:extLst>
                <a:ext uri="{FF2B5EF4-FFF2-40B4-BE49-F238E27FC236}">
                  <a16:creationId xmlns:a16="http://schemas.microsoft.com/office/drawing/2014/main" id="{1CCC3E4E-8E6D-411C-9FB1-BAF59036C44B}"/>
                </a:ext>
              </a:extLst>
            </p:cNvPr>
            <p:cNvSpPr/>
            <p:nvPr/>
          </p:nvSpPr>
          <p:spPr>
            <a:xfrm>
              <a:off x="463847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7F08FE8-2A5D-442D-84A4-5758FB5214C2}"/>
                </a:ext>
              </a:extLst>
            </p:cNvPr>
            <p:cNvSpPr txBox="1"/>
            <p:nvPr/>
          </p:nvSpPr>
          <p:spPr>
            <a:xfrm>
              <a:off x="404416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部分円 44">
              <a:extLst>
                <a:ext uri="{FF2B5EF4-FFF2-40B4-BE49-F238E27FC236}">
                  <a16:creationId xmlns:a16="http://schemas.microsoft.com/office/drawing/2014/main" id="{619E3A34-BCA4-42BD-A469-E07889C90B60}"/>
                </a:ext>
              </a:extLst>
            </p:cNvPr>
            <p:cNvSpPr/>
            <p:nvPr/>
          </p:nvSpPr>
          <p:spPr>
            <a:xfrm flipV="1">
              <a:off x="463847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0D5EBD9B-CB9E-45B6-8C9B-870FC1CE1001}"/>
                </a:ext>
              </a:extLst>
            </p:cNvPr>
            <p:cNvSpPr txBox="1"/>
            <p:nvPr/>
          </p:nvSpPr>
          <p:spPr>
            <a:xfrm>
              <a:off x="535154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49" name="部分円 48">
              <a:extLst>
                <a:ext uri="{FF2B5EF4-FFF2-40B4-BE49-F238E27FC236}">
                  <a16:creationId xmlns:a16="http://schemas.microsoft.com/office/drawing/2014/main" id="{A2052FDF-DA1E-4185-9BC6-A8D301BDAD36}"/>
                </a:ext>
              </a:extLst>
            </p:cNvPr>
            <p:cNvSpPr/>
            <p:nvPr/>
          </p:nvSpPr>
          <p:spPr>
            <a:xfrm>
              <a:off x="1462613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1BC8D97-EF1D-484C-B5A9-1C3D90CDEEB8}"/>
                </a:ext>
              </a:extLst>
            </p:cNvPr>
            <p:cNvSpPr txBox="1"/>
            <p:nvPr/>
          </p:nvSpPr>
          <p:spPr>
            <a:xfrm>
              <a:off x="1403182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部分円 50">
              <a:extLst>
                <a:ext uri="{FF2B5EF4-FFF2-40B4-BE49-F238E27FC236}">
                  <a16:creationId xmlns:a16="http://schemas.microsoft.com/office/drawing/2014/main" id="{F05A9B54-A407-4285-89B4-8100A399F83B}"/>
                </a:ext>
              </a:extLst>
            </p:cNvPr>
            <p:cNvSpPr/>
            <p:nvPr/>
          </p:nvSpPr>
          <p:spPr>
            <a:xfrm flipV="1">
              <a:off x="1462613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072E8AE5-ECB1-493A-8570-0D1F3AD072E5}"/>
                </a:ext>
              </a:extLst>
            </p:cNvPr>
            <p:cNvSpPr txBox="1"/>
            <p:nvPr/>
          </p:nvSpPr>
          <p:spPr>
            <a:xfrm>
              <a:off x="1533920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</a:p>
          </p:txBody>
        </p:sp>
        <p:sp>
          <p:nvSpPr>
            <p:cNvPr id="54" name="部分円 53">
              <a:extLst>
                <a:ext uri="{FF2B5EF4-FFF2-40B4-BE49-F238E27FC236}">
                  <a16:creationId xmlns:a16="http://schemas.microsoft.com/office/drawing/2014/main" id="{18546034-7A65-4FA9-B232-B77691F30B0F}"/>
                </a:ext>
              </a:extLst>
            </p:cNvPr>
            <p:cNvSpPr/>
            <p:nvPr/>
          </p:nvSpPr>
          <p:spPr>
            <a:xfrm>
              <a:off x="2461379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338A692-52DF-40B1-9C24-DE9BA666E1DC}"/>
                </a:ext>
              </a:extLst>
            </p:cNvPr>
            <p:cNvSpPr txBox="1"/>
            <p:nvPr/>
          </p:nvSpPr>
          <p:spPr>
            <a:xfrm>
              <a:off x="2401948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部分円 55">
              <a:extLst>
                <a:ext uri="{FF2B5EF4-FFF2-40B4-BE49-F238E27FC236}">
                  <a16:creationId xmlns:a16="http://schemas.microsoft.com/office/drawing/2014/main" id="{09631E85-26A8-45C4-9A07-60FB7C1883FC}"/>
                </a:ext>
              </a:extLst>
            </p:cNvPr>
            <p:cNvSpPr/>
            <p:nvPr/>
          </p:nvSpPr>
          <p:spPr>
            <a:xfrm flipV="1">
              <a:off x="2461379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F83812F-8D05-41FF-977C-93CC34502747}"/>
                </a:ext>
              </a:extLst>
            </p:cNvPr>
            <p:cNvSpPr txBox="1"/>
            <p:nvPr/>
          </p:nvSpPr>
          <p:spPr>
            <a:xfrm>
              <a:off x="2532686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</a:p>
          </p:txBody>
        </p:sp>
        <p:sp>
          <p:nvSpPr>
            <p:cNvPr id="59" name="部分円 58">
              <a:extLst>
                <a:ext uri="{FF2B5EF4-FFF2-40B4-BE49-F238E27FC236}">
                  <a16:creationId xmlns:a16="http://schemas.microsoft.com/office/drawing/2014/main" id="{B27FD8AF-B526-4644-BC41-56A2E02B744E}"/>
                </a:ext>
              </a:extLst>
            </p:cNvPr>
            <p:cNvSpPr/>
            <p:nvPr/>
          </p:nvSpPr>
          <p:spPr>
            <a:xfrm>
              <a:off x="3460145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F0CA47E-C30E-47D0-92C7-5C34188CF0DE}"/>
                </a:ext>
              </a:extLst>
            </p:cNvPr>
            <p:cNvSpPr txBox="1"/>
            <p:nvPr/>
          </p:nvSpPr>
          <p:spPr>
            <a:xfrm>
              <a:off x="3400714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部分円 60">
              <a:extLst>
                <a:ext uri="{FF2B5EF4-FFF2-40B4-BE49-F238E27FC236}">
                  <a16:creationId xmlns:a16="http://schemas.microsoft.com/office/drawing/2014/main" id="{D0006014-A86C-4D8C-829B-CEC03AEB07E0}"/>
                </a:ext>
              </a:extLst>
            </p:cNvPr>
            <p:cNvSpPr/>
            <p:nvPr/>
          </p:nvSpPr>
          <p:spPr>
            <a:xfrm flipV="1">
              <a:off x="3460145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2136B0CF-E4A8-4A70-A9ED-A71091FAB6B6}"/>
                </a:ext>
              </a:extLst>
            </p:cNvPr>
            <p:cNvSpPr txBox="1"/>
            <p:nvPr/>
          </p:nvSpPr>
          <p:spPr>
            <a:xfrm>
              <a:off x="3531452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</a:p>
          </p:txBody>
        </p:sp>
        <p:sp>
          <p:nvSpPr>
            <p:cNvPr id="64" name="部分円 63">
              <a:extLst>
                <a:ext uri="{FF2B5EF4-FFF2-40B4-BE49-F238E27FC236}">
                  <a16:creationId xmlns:a16="http://schemas.microsoft.com/office/drawing/2014/main" id="{D4062133-9ABB-4F6A-B721-EDFD066B1536}"/>
                </a:ext>
              </a:extLst>
            </p:cNvPr>
            <p:cNvSpPr/>
            <p:nvPr/>
          </p:nvSpPr>
          <p:spPr>
            <a:xfrm>
              <a:off x="4458911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ACC273E8-532F-43B9-8948-A3FCBBB1B207}"/>
                </a:ext>
              </a:extLst>
            </p:cNvPr>
            <p:cNvSpPr txBox="1"/>
            <p:nvPr/>
          </p:nvSpPr>
          <p:spPr>
            <a:xfrm>
              <a:off x="4399480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部分円 65">
              <a:extLst>
                <a:ext uri="{FF2B5EF4-FFF2-40B4-BE49-F238E27FC236}">
                  <a16:creationId xmlns:a16="http://schemas.microsoft.com/office/drawing/2014/main" id="{726B0B69-AD80-4AAD-9560-0D44E5112AF3}"/>
                </a:ext>
              </a:extLst>
            </p:cNvPr>
            <p:cNvSpPr/>
            <p:nvPr/>
          </p:nvSpPr>
          <p:spPr>
            <a:xfrm flipV="1">
              <a:off x="4458911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C8F44B70-3224-4B32-B47A-5E7B1882281B}"/>
                </a:ext>
              </a:extLst>
            </p:cNvPr>
            <p:cNvSpPr txBox="1"/>
            <p:nvPr/>
          </p:nvSpPr>
          <p:spPr>
            <a:xfrm>
              <a:off x="4530218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472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830F214-11B9-4CEB-9CAB-8CA3B0C214DD}"/>
              </a:ext>
            </a:extLst>
          </p:cNvPr>
          <p:cNvSpPr/>
          <p:nvPr/>
        </p:nvSpPr>
        <p:spPr>
          <a:xfrm>
            <a:off x="273000" y="193043"/>
            <a:ext cx="9360000" cy="10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5528984" y="493211"/>
            <a:ext cx="39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A20996C-6A70-444B-B382-E31A5D956E38}"/>
              </a:ext>
            </a:extLst>
          </p:cNvPr>
          <p:cNvGrpSpPr/>
          <p:nvPr/>
        </p:nvGrpSpPr>
        <p:grpSpPr>
          <a:xfrm>
            <a:off x="404416" y="257832"/>
            <a:ext cx="5013926" cy="950423"/>
            <a:chOff x="404416" y="257832"/>
            <a:chExt cx="5013926" cy="950423"/>
          </a:xfrm>
        </p:grpSpPr>
        <p:sp>
          <p:nvSpPr>
            <p:cNvPr id="41" name="部分円 40">
              <a:extLst>
                <a:ext uri="{FF2B5EF4-FFF2-40B4-BE49-F238E27FC236}">
                  <a16:creationId xmlns:a16="http://schemas.microsoft.com/office/drawing/2014/main" id="{1CCC3E4E-8E6D-411C-9FB1-BAF59036C44B}"/>
                </a:ext>
              </a:extLst>
            </p:cNvPr>
            <p:cNvSpPr/>
            <p:nvPr/>
          </p:nvSpPr>
          <p:spPr>
            <a:xfrm>
              <a:off x="463847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7F08FE8-2A5D-442D-84A4-5758FB5214C2}"/>
                </a:ext>
              </a:extLst>
            </p:cNvPr>
            <p:cNvSpPr txBox="1"/>
            <p:nvPr/>
          </p:nvSpPr>
          <p:spPr>
            <a:xfrm>
              <a:off x="404416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45" name="部分円 44">
              <a:extLst>
                <a:ext uri="{FF2B5EF4-FFF2-40B4-BE49-F238E27FC236}">
                  <a16:creationId xmlns:a16="http://schemas.microsoft.com/office/drawing/2014/main" id="{619E3A34-BCA4-42BD-A469-E07889C90B60}"/>
                </a:ext>
              </a:extLst>
            </p:cNvPr>
            <p:cNvSpPr/>
            <p:nvPr/>
          </p:nvSpPr>
          <p:spPr>
            <a:xfrm flipV="1">
              <a:off x="463847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0D5EBD9B-CB9E-45B6-8C9B-870FC1CE1001}"/>
                </a:ext>
              </a:extLst>
            </p:cNvPr>
            <p:cNvSpPr txBox="1"/>
            <p:nvPr/>
          </p:nvSpPr>
          <p:spPr>
            <a:xfrm>
              <a:off x="535154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01</a:t>
              </a:r>
            </a:p>
          </p:txBody>
        </p:sp>
        <p:sp>
          <p:nvSpPr>
            <p:cNvPr id="49" name="部分円 48">
              <a:extLst>
                <a:ext uri="{FF2B5EF4-FFF2-40B4-BE49-F238E27FC236}">
                  <a16:creationId xmlns:a16="http://schemas.microsoft.com/office/drawing/2014/main" id="{A2052FDF-DA1E-4185-9BC6-A8D301BDAD36}"/>
                </a:ext>
              </a:extLst>
            </p:cNvPr>
            <p:cNvSpPr/>
            <p:nvPr/>
          </p:nvSpPr>
          <p:spPr>
            <a:xfrm>
              <a:off x="1462613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1BC8D97-EF1D-484C-B5A9-1C3D90CDEEB8}"/>
                </a:ext>
              </a:extLst>
            </p:cNvPr>
            <p:cNvSpPr txBox="1"/>
            <p:nvPr/>
          </p:nvSpPr>
          <p:spPr>
            <a:xfrm>
              <a:off x="1403182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51" name="部分円 50">
              <a:extLst>
                <a:ext uri="{FF2B5EF4-FFF2-40B4-BE49-F238E27FC236}">
                  <a16:creationId xmlns:a16="http://schemas.microsoft.com/office/drawing/2014/main" id="{F05A9B54-A407-4285-89B4-8100A399F83B}"/>
                </a:ext>
              </a:extLst>
            </p:cNvPr>
            <p:cNvSpPr/>
            <p:nvPr/>
          </p:nvSpPr>
          <p:spPr>
            <a:xfrm flipV="1">
              <a:off x="1462613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072E8AE5-ECB1-493A-8570-0D1F3AD072E5}"/>
                </a:ext>
              </a:extLst>
            </p:cNvPr>
            <p:cNvSpPr txBox="1"/>
            <p:nvPr/>
          </p:nvSpPr>
          <p:spPr>
            <a:xfrm>
              <a:off x="1533920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部分円 53">
              <a:extLst>
                <a:ext uri="{FF2B5EF4-FFF2-40B4-BE49-F238E27FC236}">
                  <a16:creationId xmlns:a16="http://schemas.microsoft.com/office/drawing/2014/main" id="{18546034-7A65-4FA9-B232-B77691F30B0F}"/>
                </a:ext>
              </a:extLst>
            </p:cNvPr>
            <p:cNvSpPr/>
            <p:nvPr/>
          </p:nvSpPr>
          <p:spPr>
            <a:xfrm>
              <a:off x="2461379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338A692-52DF-40B1-9C24-DE9BA666E1DC}"/>
                </a:ext>
              </a:extLst>
            </p:cNvPr>
            <p:cNvSpPr txBox="1"/>
            <p:nvPr/>
          </p:nvSpPr>
          <p:spPr>
            <a:xfrm>
              <a:off x="2401948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部分円 55">
              <a:extLst>
                <a:ext uri="{FF2B5EF4-FFF2-40B4-BE49-F238E27FC236}">
                  <a16:creationId xmlns:a16="http://schemas.microsoft.com/office/drawing/2014/main" id="{09631E85-26A8-45C4-9A07-60FB7C1883FC}"/>
                </a:ext>
              </a:extLst>
            </p:cNvPr>
            <p:cNvSpPr/>
            <p:nvPr/>
          </p:nvSpPr>
          <p:spPr>
            <a:xfrm flipV="1">
              <a:off x="2461379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F83812F-8D05-41FF-977C-93CC34502747}"/>
                </a:ext>
              </a:extLst>
            </p:cNvPr>
            <p:cNvSpPr txBox="1"/>
            <p:nvPr/>
          </p:nvSpPr>
          <p:spPr>
            <a:xfrm>
              <a:off x="2532686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</a:p>
          </p:txBody>
        </p:sp>
        <p:sp>
          <p:nvSpPr>
            <p:cNvPr id="59" name="部分円 58">
              <a:extLst>
                <a:ext uri="{FF2B5EF4-FFF2-40B4-BE49-F238E27FC236}">
                  <a16:creationId xmlns:a16="http://schemas.microsoft.com/office/drawing/2014/main" id="{B27FD8AF-B526-4644-BC41-56A2E02B744E}"/>
                </a:ext>
              </a:extLst>
            </p:cNvPr>
            <p:cNvSpPr/>
            <p:nvPr/>
          </p:nvSpPr>
          <p:spPr>
            <a:xfrm>
              <a:off x="3460145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F0CA47E-C30E-47D0-92C7-5C34188CF0DE}"/>
                </a:ext>
              </a:extLst>
            </p:cNvPr>
            <p:cNvSpPr txBox="1"/>
            <p:nvPr/>
          </p:nvSpPr>
          <p:spPr>
            <a:xfrm>
              <a:off x="3400714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部分円 60">
              <a:extLst>
                <a:ext uri="{FF2B5EF4-FFF2-40B4-BE49-F238E27FC236}">
                  <a16:creationId xmlns:a16="http://schemas.microsoft.com/office/drawing/2014/main" id="{D0006014-A86C-4D8C-829B-CEC03AEB07E0}"/>
                </a:ext>
              </a:extLst>
            </p:cNvPr>
            <p:cNvSpPr/>
            <p:nvPr/>
          </p:nvSpPr>
          <p:spPr>
            <a:xfrm flipV="1">
              <a:off x="3460145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2136B0CF-E4A8-4A70-A9ED-A71091FAB6B6}"/>
                </a:ext>
              </a:extLst>
            </p:cNvPr>
            <p:cNvSpPr txBox="1"/>
            <p:nvPr/>
          </p:nvSpPr>
          <p:spPr>
            <a:xfrm>
              <a:off x="3531452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</a:p>
          </p:txBody>
        </p:sp>
        <p:sp>
          <p:nvSpPr>
            <p:cNvPr id="64" name="部分円 63">
              <a:extLst>
                <a:ext uri="{FF2B5EF4-FFF2-40B4-BE49-F238E27FC236}">
                  <a16:creationId xmlns:a16="http://schemas.microsoft.com/office/drawing/2014/main" id="{D4062133-9ABB-4F6A-B721-EDFD066B1536}"/>
                </a:ext>
              </a:extLst>
            </p:cNvPr>
            <p:cNvSpPr/>
            <p:nvPr/>
          </p:nvSpPr>
          <p:spPr>
            <a:xfrm>
              <a:off x="4458911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ACC273E8-532F-43B9-8948-A3FCBBB1B207}"/>
                </a:ext>
              </a:extLst>
            </p:cNvPr>
            <p:cNvSpPr txBox="1"/>
            <p:nvPr/>
          </p:nvSpPr>
          <p:spPr>
            <a:xfrm>
              <a:off x="4399480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部分円 65">
              <a:extLst>
                <a:ext uri="{FF2B5EF4-FFF2-40B4-BE49-F238E27FC236}">
                  <a16:creationId xmlns:a16="http://schemas.microsoft.com/office/drawing/2014/main" id="{726B0B69-AD80-4AAD-9560-0D44E5112AF3}"/>
                </a:ext>
              </a:extLst>
            </p:cNvPr>
            <p:cNvSpPr/>
            <p:nvPr/>
          </p:nvSpPr>
          <p:spPr>
            <a:xfrm flipV="1">
              <a:off x="4458911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C8F44B70-3224-4B32-B47A-5E7B1882281B}"/>
                </a:ext>
              </a:extLst>
            </p:cNvPr>
            <p:cNvSpPr txBox="1"/>
            <p:nvPr/>
          </p:nvSpPr>
          <p:spPr>
            <a:xfrm>
              <a:off x="4530218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610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830F214-11B9-4CEB-9CAB-8CA3B0C214DD}"/>
              </a:ext>
            </a:extLst>
          </p:cNvPr>
          <p:cNvSpPr/>
          <p:nvPr/>
        </p:nvSpPr>
        <p:spPr>
          <a:xfrm>
            <a:off x="273000" y="193043"/>
            <a:ext cx="9360000" cy="10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5528984" y="493211"/>
            <a:ext cx="39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4BCC488-F9BA-4C45-9AF1-8C7A07265959}"/>
              </a:ext>
            </a:extLst>
          </p:cNvPr>
          <p:cNvGrpSpPr/>
          <p:nvPr/>
        </p:nvGrpSpPr>
        <p:grpSpPr>
          <a:xfrm>
            <a:off x="404416" y="257832"/>
            <a:ext cx="5013926" cy="950423"/>
            <a:chOff x="404416" y="257832"/>
            <a:chExt cx="5013926" cy="950423"/>
          </a:xfrm>
        </p:grpSpPr>
        <p:sp>
          <p:nvSpPr>
            <p:cNvPr id="41" name="部分円 40">
              <a:extLst>
                <a:ext uri="{FF2B5EF4-FFF2-40B4-BE49-F238E27FC236}">
                  <a16:creationId xmlns:a16="http://schemas.microsoft.com/office/drawing/2014/main" id="{1CCC3E4E-8E6D-411C-9FB1-BAF59036C44B}"/>
                </a:ext>
              </a:extLst>
            </p:cNvPr>
            <p:cNvSpPr/>
            <p:nvPr/>
          </p:nvSpPr>
          <p:spPr>
            <a:xfrm>
              <a:off x="463847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7F08FE8-2A5D-442D-84A4-5758FB5214C2}"/>
                </a:ext>
              </a:extLst>
            </p:cNvPr>
            <p:cNvSpPr txBox="1"/>
            <p:nvPr/>
          </p:nvSpPr>
          <p:spPr>
            <a:xfrm>
              <a:off x="404416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45" name="部分円 44">
              <a:extLst>
                <a:ext uri="{FF2B5EF4-FFF2-40B4-BE49-F238E27FC236}">
                  <a16:creationId xmlns:a16="http://schemas.microsoft.com/office/drawing/2014/main" id="{619E3A34-BCA4-42BD-A469-E07889C90B60}"/>
                </a:ext>
              </a:extLst>
            </p:cNvPr>
            <p:cNvSpPr/>
            <p:nvPr/>
          </p:nvSpPr>
          <p:spPr>
            <a:xfrm flipV="1">
              <a:off x="463847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0D5EBD9B-CB9E-45B6-8C9B-870FC1CE1001}"/>
                </a:ext>
              </a:extLst>
            </p:cNvPr>
            <p:cNvSpPr txBox="1"/>
            <p:nvPr/>
          </p:nvSpPr>
          <p:spPr>
            <a:xfrm>
              <a:off x="535154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01</a:t>
              </a:r>
            </a:p>
          </p:txBody>
        </p:sp>
        <p:sp>
          <p:nvSpPr>
            <p:cNvPr id="49" name="部分円 48">
              <a:extLst>
                <a:ext uri="{FF2B5EF4-FFF2-40B4-BE49-F238E27FC236}">
                  <a16:creationId xmlns:a16="http://schemas.microsoft.com/office/drawing/2014/main" id="{A2052FDF-DA1E-4185-9BC6-A8D301BDAD36}"/>
                </a:ext>
              </a:extLst>
            </p:cNvPr>
            <p:cNvSpPr/>
            <p:nvPr/>
          </p:nvSpPr>
          <p:spPr>
            <a:xfrm>
              <a:off x="1462613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1BC8D97-EF1D-484C-B5A9-1C3D90CDEEB8}"/>
                </a:ext>
              </a:extLst>
            </p:cNvPr>
            <p:cNvSpPr txBox="1"/>
            <p:nvPr/>
          </p:nvSpPr>
          <p:spPr>
            <a:xfrm>
              <a:off x="1403182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51" name="部分円 50">
              <a:extLst>
                <a:ext uri="{FF2B5EF4-FFF2-40B4-BE49-F238E27FC236}">
                  <a16:creationId xmlns:a16="http://schemas.microsoft.com/office/drawing/2014/main" id="{F05A9B54-A407-4285-89B4-8100A399F83B}"/>
                </a:ext>
              </a:extLst>
            </p:cNvPr>
            <p:cNvSpPr/>
            <p:nvPr/>
          </p:nvSpPr>
          <p:spPr>
            <a:xfrm flipV="1">
              <a:off x="1462613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072E8AE5-ECB1-493A-8570-0D1F3AD072E5}"/>
                </a:ext>
              </a:extLst>
            </p:cNvPr>
            <p:cNvSpPr txBox="1"/>
            <p:nvPr/>
          </p:nvSpPr>
          <p:spPr>
            <a:xfrm>
              <a:off x="1533920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02</a:t>
              </a:r>
            </a:p>
          </p:txBody>
        </p:sp>
        <p:sp>
          <p:nvSpPr>
            <p:cNvPr id="54" name="部分円 53">
              <a:extLst>
                <a:ext uri="{FF2B5EF4-FFF2-40B4-BE49-F238E27FC236}">
                  <a16:creationId xmlns:a16="http://schemas.microsoft.com/office/drawing/2014/main" id="{18546034-7A65-4FA9-B232-B77691F30B0F}"/>
                </a:ext>
              </a:extLst>
            </p:cNvPr>
            <p:cNvSpPr/>
            <p:nvPr/>
          </p:nvSpPr>
          <p:spPr>
            <a:xfrm>
              <a:off x="2461379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338A692-52DF-40B1-9C24-DE9BA666E1DC}"/>
                </a:ext>
              </a:extLst>
            </p:cNvPr>
            <p:cNvSpPr txBox="1"/>
            <p:nvPr/>
          </p:nvSpPr>
          <p:spPr>
            <a:xfrm>
              <a:off x="2401948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56" name="部分円 55">
              <a:extLst>
                <a:ext uri="{FF2B5EF4-FFF2-40B4-BE49-F238E27FC236}">
                  <a16:creationId xmlns:a16="http://schemas.microsoft.com/office/drawing/2014/main" id="{09631E85-26A8-45C4-9A07-60FB7C1883FC}"/>
                </a:ext>
              </a:extLst>
            </p:cNvPr>
            <p:cNvSpPr/>
            <p:nvPr/>
          </p:nvSpPr>
          <p:spPr>
            <a:xfrm flipV="1">
              <a:off x="2461379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F83812F-8D05-41FF-977C-93CC34502747}"/>
                </a:ext>
              </a:extLst>
            </p:cNvPr>
            <p:cNvSpPr txBox="1"/>
            <p:nvPr/>
          </p:nvSpPr>
          <p:spPr>
            <a:xfrm>
              <a:off x="2532686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03</a:t>
              </a:r>
            </a:p>
          </p:txBody>
        </p:sp>
        <p:sp>
          <p:nvSpPr>
            <p:cNvPr id="59" name="部分円 58">
              <a:extLst>
                <a:ext uri="{FF2B5EF4-FFF2-40B4-BE49-F238E27FC236}">
                  <a16:creationId xmlns:a16="http://schemas.microsoft.com/office/drawing/2014/main" id="{B27FD8AF-B526-4644-BC41-56A2E02B744E}"/>
                </a:ext>
              </a:extLst>
            </p:cNvPr>
            <p:cNvSpPr/>
            <p:nvPr/>
          </p:nvSpPr>
          <p:spPr>
            <a:xfrm>
              <a:off x="3460145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F0CA47E-C30E-47D0-92C7-5C34188CF0DE}"/>
                </a:ext>
              </a:extLst>
            </p:cNvPr>
            <p:cNvSpPr txBox="1"/>
            <p:nvPr/>
          </p:nvSpPr>
          <p:spPr>
            <a:xfrm>
              <a:off x="3400714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部分円 60">
              <a:extLst>
                <a:ext uri="{FF2B5EF4-FFF2-40B4-BE49-F238E27FC236}">
                  <a16:creationId xmlns:a16="http://schemas.microsoft.com/office/drawing/2014/main" id="{D0006014-A86C-4D8C-829B-CEC03AEB07E0}"/>
                </a:ext>
              </a:extLst>
            </p:cNvPr>
            <p:cNvSpPr/>
            <p:nvPr/>
          </p:nvSpPr>
          <p:spPr>
            <a:xfrm flipV="1">
              <a:off x="3460145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2136B0CF-E4A8-4A70-A9ED-A71091FAB6B6}"/>
                </a:ext>
              </a:extLst>
            </p:cNvPr>
            <p:cNvSpPr txBox="1"/>
            <p:nvPr/>
          </p:nvSpPr>
          <p:spPr>
            <a:xfrm>
              <a:off x="3531452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</a:p>
          </p:txBody>
        </p:sp>
        <p:sp>
          <p:nvSpPr>
            <p:cNvPr id="64" name="部分円 63">
              <a:extLst>
                <a:ext uri="{FF2B5EF4-FFF2-40B4-BE49-F238E27FC236}">
                  <a16:creationId xmlns:a16="http://schemas.microsoft.com/office/drawing/2014/main" id="{D4062133-9ABB-4F6A-B721-EDFD066B1536}"/>
                </a:ext>
              </a:extLst>
            </p:cNvPr>
            <p:cNvSpPr/>
            <p:nvPr/>
          </p:nvSpPr>
          <p:spPr>
            <a:xfrm>
              <a:off x="4458911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ACC273E8-532F-43B9-8948-A3FCBBB1B207}"/>
                </a:ext>
              </a:extLst>
            </p:cNvPr>
            <p:cNvSpPr txBox="1"/>
            <p:nvPr/>
          </p:nvSpPr>
          <p:spPr>
            <a:xfrm>
              <a:off x="4399480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部分円 65">
              <a:extLst>
                <a:ext uri="{FF2B5EF4-FFF2-40B4-BE49-F238E27FC236}">
                  <a16:creationId xmlns:a16="http://schemas.microsoft.com/office/drawing/2014/main" id="{726B0B69-AD80-4AAD-9560-0D44E5112AF3}"/>
                </a:ext>
              </a:extLst>
            </p:cNvPr>
            <p:cNvSpPr/>
            <p:nvPr/>
          </p:nvSpPr>
          <p:spPr>
            <a:xfrm flipV="1">
              <a:off x="4458911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C8F44B70-3224-4B32-B47A-5E7B1882281B}"/>
                </a:ext>
              </a:extLst>
            </p:cNvPr>
            <p:cNvSpPr txBox="1"/>
            <p:nvPr/>
          </p:nvSpPr>
          <p:spPr>
            <a:xfrm>
              <a:off x="4530218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09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830F214-11B9-4CEB-9CAB-8CA3B0C214DD}"/>
              </a:ext>
            </a:extLst>
          </p:cNvPr>
          <p:cNvSpPr/>
          <p:nvPr/>
        </p:nvSpPr>
        <p:spPr>
          <a:xfrm>
            <a:off x="273000" y="193043"/>
            <a:ext cx="9360000" cy="10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5528984" y="493211"/>
            <a:ext cx="39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CCAB0D3-7087-416E-8585-E3C0B16E48CE}"/>
              </a:ext>
            </a:extLst>
          </p:cNvPr>
          <p:cNvGrpSpPr/>
          <p:nvPr/>
        </p:nvGrpSpPr>
        <p:grpSpPr>
          <a:xfrm>
            <a:off x="404416" y="257832"/>
            <a:ext cx="5013926" cy="950423"/>
            <a:chOff x="404416" y="257832"/>
            <a:chExt cx="5013926" cy="950423"/>
          </a:xfrm>
        </p:grpSpPr>
        <p:sp>
          <p:nvSpPr>
            <p:cNvPr id="41" name="部分円 40">
              <a:extLst>
                <a:ext uri="{FF2B5EF4-FFF2-40B4-BE49-F238E27FC236}">
                  <a16:creationId xmlns:a16="http://schemas.microsoft.com/office/drawing/2014/main" id="{1CCC3E4E-8E6D-411C-9FB1-BAF59036C44B}"/>
                </a:ext>
              </a:extLst>
            </p:cNvPr>
            <p:cNvSpPr/>
            <p:nvPr/>
          </p:nvSpPr>
          <p:spPr>
            <a:xfrm>
              <a:off x="463847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7F08FE8-2A5D-442D-84A4-5758FB5214C2}"/>
                </a:ext>
              </a:extLst>
            </p:cNvPr>
            <p:cNvSpPr txBox="1"/>
            <p:nvPr/>
          </p:nvSpPr>
          <p:spPr>
            <a:xfrm>
              <a:off x="404416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45" name="部分円 44">
              <a:extLst>
                <a:ext uri="{FF2B5EF4-FFF2-40B4-BE49-F238E27FC236}">
                  <a16:creationId xmlns:a16="http://schemas.microsoft.com/office/drawing/2014/main" id="{619E3A34-BCA4-42BD-A469-E07889C90B60}"/>
                </a:ext>
              </a:extLst>
            </p:cNvPr>
            <p:cNvSpPr/>
            <p:nvPr/>
          </p:nvSpPr>
          <p:spPr>
            <a:xfrm flipV="1">
              <a:off x="463847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0D5EBD9B-CB9E-45B6-8C9B-870FC1CE1001}"/>
                </a:ext>
              </a:extLst>
            </p:cNvPr>
            <p:cNvSpPr txBox="1"/>
            <p:nvPr/>
          </p:nvSpPr>
          <p:spPr>
            <a:xfrm>
              <a:off x="535154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01</a:t>
              </a:r>
            </a:p>
          </p:txBody>
        </p:sp>
        <p:sp>
          <p:nvSpPr>
            <p:cNvPr id="49" name="部分円 48">
              <a:extLst>
                <a:ext uri="{FF2B5EF4-FFF2-40B4-BE49-F238E27FC236}">
                  <a16:creationId xmlns:a16="http://schemas.microsoft.com/office/drawing/2014/main" id="{A2052FDF-DA1E-4185-9BC6-A8D301BDAD36}"/>
                </a:ext>
              </a:extLst>
            </p:cNvPr>
            <p:cNvSpPr/>
            <p:nvPr/>
          </p:nvSpPr>
          <p:spPr>
            <a:xfrm>
              <a:off x="1462613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1BC8D97-EF1D-484C-B5A9-1C3D90CDEEB8}"/>
                </a:ext>
              </a:extLst>
            </p:cNvPr>
            <p:cNvSpPr txBox="1"/>
            <p:nvPr/>
          </p:nvSpPr>
          <p:spPr>
            <a:xfrm>
              <a:off x="1403182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51" name="部分円 50">
              <a:extLst>
                <a:ext uri="{FF2B5EF4-FFF2-40B4-BE49-F238E27FC236}">
                  <a16:creationId xmlns:a16="http://schemas.microsoft.com/office/drawing/2014/main" id="{F05A9B54-A407-4285-89B4-8100A399F83B}"/>
                </a:ext>
              </a:extLst>
            </p:cNvPr>
            <p:cNvSpPr/>
            <p:nvPr/>
          </p:nvSpPr>
          <p:spPr>
            <a:xfrm flipV="1">
              <a:off x="1462613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072E8AE5-ECB1-493A-8570-0D1F3AD072E5}"/>
                </a:ext>
              </a:extLst>
            </p:cNvPr>
            <p:cNvSpPr txBox="1"/>
            <p:nvPr/>
          </p:nvSpPr>
          <p:spPr>
            <a:xfrm>
              <a:off x="1533920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02</a:t>
              </a:r>
            </a:p>
          </p:txBody>
        </p:sp>
        <p:sp>
          <p:nvSpPr>
            <p:cNvPr id="54" name="部分円 53">
              <a:extLst>
                <a:ext uri="{FF2B5EF4-FFF2-40B4-BE49-F238E27FC236}">
                  <a16:creationId xmlns:a16="http://schemas.microsoft.com/office/drawing/2014/main" id="{18546034-7A65-4FA9-B232-B77691F30B0F}"/>
                </a:ext>
              </a:extLst>
            </p:cNvPr>
            <p:cNvSpPr/>
            <p:nvPr/>
          </p:nvSpPr>
          <p:spPr>
            <a:xfrm>
              <a:off x="2461379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338A692-52DF-40B1-9C24-DE9BA666E1DC}"/>
                </a:ext>
              </a:extLst>
            </p:cNvPr>
            <p:cNvSpPr txBox="1"/>
            <p:nvPr/>
          </p:nvSpPr>
          <p:spPr>
            <a:xfrm>
              <a:off x="2401948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56" name="部分円 55">
              <a:extLst>
                <a:ext uri="{FF2B5EF4-FFF2-40B4-BE49-F238E27FC236}">
                  <a16:creationId xmlns:a16="http://schemas.microsoft.com/office/drawing/2014/main" id="{09631E85-26A8-45C4-9A07-60FB7C1883FC}"/>
                </a:ext>
              </a:extLst>
            </p:cNvPr>
            <p:cNvSpPr/>
            <p:nvPr/>
          </p:nvSpPr>
          <p:spPr>
            <a:xfrm flipV="1">
              <a:off x="2461379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F83812F-8D05-41FF-977C-93CC34502747}"/>
                </a:ext>
              </a:extLst>
            </p:cNvPr>
            <p:cNvSpPr txBox="1"/>
            <p:nvPr/>
          </p:nvSpPr>
          <p:spPr>
            <a:xfrm>
              <a:off x="2532686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03</a:t>
              </a:r>
            </a:p>
          </p:txBody>
        </p:sp>
        <p:sp>
          <p:nvSpPr>
            <p:cNvPr id="59" name="部分円 58">
              <a:extLst>
                <a:ext uri="{FF2B5EF4-FFF2-40B4-BE49-F238E27FC236}">
                  <a16:creationId xmlns:a16="http://schemas.microsoft.com/office/drawing/2014/main" id="{B27FD8AF-B526-4644-BC41-56A2E02B744E}"/>
                </a:ext>
              </a:extLst>
            </p:cNvPr>
            <p:cNvSpPr/>
            <p:nvPr/>
          </p:nvSpPr>
          <p:spPr>
            <a:xfrm>
              <a:off x="3460145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F0CA47E-C30E-47D0-92C7-5C34188CF0DE}"/>
                </a:ext>
              </a:extLst>
            </p:cNvPr>
            <p:cNvSpPr txBox="1"/>
            <p:nvPr/>
          </p:nvSpPr>
          <p:spPr>
            <a:xfrm>
              <a:off x="3400714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61" name="部分円 60">
              <a:extLst>
                <a:ext uri="{FF2B5EF4-FFF2-40B4-BE49-F238E27FC236}">
                  <a16:creationId xmlns:a16="http://schemas.microsoft.com/office/drawing/2014/main" id="{D0006014-A86C-4D8C-829B-CEC03AEB07E0}"/>
                </a:ext>
              </a:extLst>
            </p:cNvPr>
            <p:cNvSpPr/>
            <p:nvPr/>
          </p:nvSpPr>
          <p:spPr>
            <a:xfrm flipV="1">
              <a:off x="3460145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2136B0CF-E4A8-4A70-A9ED-A71091FAB6B6}"/>
                </a:ext>
              </a:extLst>
            </p:cNvPr>
            <p:cNvSpPr txBox="1"/>
            <p:nvPr/>
          </p:nvSpPr>
          <p:spPr>
            <a:xfrm>
              <a:off x="3531452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04</a:t>
              </a:r>
            </a:p>
          </p:txBody>
        </p:sp>
        <p:sp>
          <p:nvSpPr>
            <p:cNvPr id="64" name="部分円 63">
              <a:extLst>
                <a:ext uri="{FF2B5EF4-FFF2-40B4-BE49-F238E27FC236}">
                  <a16:creationId xmlns:a16="http://schemas.microsoft.com/office/drawing/2014/main" id="{D4062133-9ABB-4F6A-B721-EDFD066B1536}"/>
                </a:ext>
              </a:extLst>
            </p:cNvPr>
            <p:cNvSpPr/>
            <p:nvPr/>
          </p:nvSpPr>
          <p:spPr>
            <a:xfrm>
              <a:off x="4458911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ACC273E8-532F-43B9-8948-A3FCBBB1B207}"/>
                </a:ext>
              </a:extLst>
            </p:cNvPr>
            <p:cNvSpPr txBox="1"/>
            <p:nvPr/>
          </p:nvSpPr>
          <p:spPr>
            <a:xfrm>
              <a:off x="4399480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部分円 65">
              <a:extLst>
                <a:ext uri="{FF2B5EF4-FFF2-40B4-BE49-F238E27FC236}">
                  <a16:creationId xmlns:a16="http://schemas.microsoft.com/office/drawing/2014/main" id="{726B0B69-AD80-4AAD-9560-0D44E5112AF3}"/>
                </a:ext>
              </a:extLst>
            </p:cNvPr>
            <p:cNvSpPr/>
            <p:nvPr/>
          </p:nvSpPr>
          <p:spPr>
            <a:xfrm flipV="1">
              <a:off x="4458911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C8F44B70-3224-4B32-B47A-5E7B1882281B}"/>
                </a:ext>
              </a:extLst>
            </p:cNvPr>
            <p:cNvSpPr txBox="1"/>
            <p:nvPr/>
          </p:nvSpPr>
          <p:spPr>
            <a:xfrm>
              <a:off x="4530218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b="1" spc="-15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388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830F214-11B9-4CEB-9CAB-8CA3B0C214DD}"/>
              </a:ext>
            </a:extLst>
          </p:cNvPr>
          <p:cNvSpPr/>
          <p:nvPr/>
        </p:nvSpPr>
        <p:spPr>
          <a:xfrm>
            <a:off x="273000" y="193043"/>
            <a:ext cx="9360000" cy="10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5528984" y="493211"/>
            <a:ext cx="39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1B600647-6DAF-44E3-9DD3-696008F92EDF}"/>
              </a:ext>
            </a:extLst>
          </p:cNvPr>
          <p:cNvGrpSpPr/>
          <p:nvPr/>
        </p:nvGrpSpPr>
        <p:grpSpPr>
          <a:xfrm>
            <a:off x="404416" y="257832"/>
            <a:ext cx="5013926" cy="950423"/>
            <a:chOff x="404416" y="257832"/>
            <a:chExt cx="5013926" cy="950423"/>
          </a:xfrm>
        </p:grpSpPr>
        <p:sp>
          <p:nvSpPr>
            <p:cNvPr id="41" name="部分円 40">
              <a:extLst>
                <a:ext uri="{FF2B5EF4-FFF2-40B4-BE49-F238E27FC236}">
                  <a16:creationId xmlns:a16="http://schemas.microsoft.com/office/drawing/2014/main" id="{1CCC3E4E-8E6D-411C-9FB1-BAF59036C44B}"/>
                </a:ext>
              </a:extLst>
            </p:cNvPr>
            <p:cNvSpPr/>
            <p:nvPr/>
          </p:nvSpPr>
          <p:spPr>
            <a:xfrm>
              <a:off x="463847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7F08FE8-2A5D-442D-84A4-5758FB5214C2}"/>
                </a:ext>
              </a:extLst>
            </p:cNvPr>
            <p:cNvSpPr txBox="1"/>
            <p:nvPr/>
          </p:nvSpPr>
          <p:spPr>
            <a:xfrm>
              <a:off x="404416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45" name="部分円 44">
              <a:extLst>
                <a:ext uri="{FF2B5EF4-FFF2-40B4-BE49-F238E27FC236}">
                  <a16:creationId xmlns:a16="http://schemas.microsoft.com/office/drawing/2014/main" id="{619E3A34-BCA4-42BD-A469-E07889C90B60}"/>
                </a:ext>
              </a:extLst>
            </p:cNvPr>
            <p:cNvSpPr/>
            <p:nvPr/>
          </p:nvSpPr>
          <p:spPr>
            <a:xfrm flipV="1">
              <a:off x="463847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0D5EBD9B-CB9E-45B6-8C9B-870FC1CE1001}"/>
                </a:ext>
              </a:extLst>
            </p:cNvPr>
            <p:cNvSpPr txBox="1"/>
            <p:nvPr/>
          </p:nvSpPr>
          <p:spPr>
            <a:xfrm>
              <a:off x="535154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01</a:t>
              </a:r>
            </a:p>
          </p:txBody>
        </p:sp>
        <p:sp>
          <p:nvSpPr>
            <p:cNvPr id="49" name="部分円 48">
              <a:extLst>
                <a:ext uri="{FF2B5EF4-FFF2-40B4-BE49-F238E27FC236}">
                  <a16:creationId xmlns:a16="http://schemas.microsoft.com/office/drawing/2014/main" id="{A2052FDF-DA1E-4185-9BC6-A8D301BDAD36}"/>
                </a:ext>
              </a:extLst>
            </p:cNvPr>
            <p:cNvSpPr/>
            <p:nvPr/>
          </p:nvSpPr>
          <p:spPr>
            <a:xfrm>
              <a:off x="1462613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1BC8D97-EF1D-484C-B5A9-1C3D90CDEEB8}"/>
                </a:ext>
              </a:extLst>
            </p:cNvPr>
            <p:cNvSpPr txBox="1"/>
            <p:nvPr/>
          </p:nvSpPr>
          <p:spPr>
            <a:xfrm>
              <a:off x="1403182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51" name="部分円 50">
              <a:extLst>
                <a:ext uri="{FF2B5EF4-FFF2-40B4-BE49-F238E27FC236}">
                  <a16:creationId xmlns:a16="http://schemas.microsoft.com/office/drawing/2014/main" id="{F05A9B54-A407-4285-89B4-8100A399F83B}"/>
                </a:ext>
              </a:extLst>
            </p:cNvPr>
            <p:cNvSpPr/>
            <p:nvPr/>
          </p:nvSpPr>
          <p:spPr>
            <a:xfrm flipV="1">
              <a:off x="1462613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072E8AE5-ECB1-493A-8570-0D1F3AD072E5}"/>
                </a:ext>
              </a:extLst>
            </p:cNvPr>
            <p:cNvSpPr txBox="1"/>
            <p:nvPr/>
          </p:nvSpPr>
          <p:spPr>
            <a:xfrm>
              <a:off x="1533920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02</a:t>
              </a:r>
            </a:p>
          </p:txBody>
        </p:sp>
        <p:sp>
          <p:nvSpPr>
            <p:cNvPr id="54" name="部分円 53">
              <a:extLst>
                <a:ext uri="{FF2B5EF4-FFF2-40B4-BE49-F238E27FC236}">
                  <a16:creationId xmlns:a16="http://schemas.microsoft.com/office/drawing/2014/main" id="{18546034-7A65-4FA9-B232-B77691F30B0F}"/>
                </a:ext>
              </a:extLst>
            </p:cNvPr>
            <p:cNvSpPr/>
            <p:nvPr/>
          </p:nvSpPr>
          <p:spPr>
            <a:xfrm>
              <a:off x="2461379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338A692-52DF-40B1-9C24-DE9BA666E1DC}"/>
                </a:ext>
              </a:extLst>
            </p:cNvPr>
            <p:cNvSpPr txBox="1"/>
            <p:nvPr/>
          </p:nvSpPr>
          <p:spPr>
            <a:xfrm>
              <a:off x="2401948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56" name="部分円 55">
              <a:extLst>
                <a:ext uri="{FF2B5EF4-FFF2-40B4-BE49-F238E27FC236}">
                  <a16:creationId xmlns:a16="http://schemas.microsoft.com/office/drawing/2014/main" id="{09631E85-26A8-45C4-9A07-60FB7C1883FC}"/>
                </a:ext>
              </a:extLst>
            </p:cNvPr>
            <p:cNvSpPr/>
            <p:nvPr/>
          </p:nvSpPr>
          <p:spPr>
            <a:xfrm flipV="1">
              <a:off x="2461379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F83812F-8D05-41FF-977C-93CC34502747}"/>
                </a:ext>
              </a:extLst>
            </p:cNvPr>
            <p:cNvSpPr txBox="1"/>
            <p:nvPr/>
          </p:nvSpPr>
          <p:spPr>
            <a:xfrm>
              <a:off x="2532686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03</a:t>
              </a:r>
            </a:p>
          </p:txBody>
        </p:sp>
        <p:sp>
          <p:nvSpPr>
            <p:cNvPr id="59" name="部分円 58">
              <a:extLst>
                <a:ext uri="{FF2B5EF4-FFF2-40B4-BE49-F238E27FC236}">
                  <a16:creationId xmlns:a16="http://schemas.microsoft.com/office/drawing/2014/main" id="{B27FD8AF-B526-4644-BC41-56A2E02B744E}"/>
                </a:ext>
              </a:extLst>
            </p:cNvPr>
            <p:cNvSpPr/>
            <p:nvPr/>
          </p:nvSpPr>
          <p:spPr>
            <a:xfrm>
              <a:off x="3460145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F0CA47E-C30E-47D0-92C7-5C34188CF0DE}"/>
                </a:ext>
              </a:extLst>
            </p:cNvPr>
            <p:cNvSpPr txBox="1"/>
            <p:nvPr/>
          </p:nvSpPr>
          <p:spPr>
            <a:xfrm>
              <a:off x="3400714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61" name="部分円 60">
              <a:extLst>
                <a:ext uri="{FF2B5EF4-FFF2-40B4-BE49-F238E27FC236}">
                  <a16:creationId xmlns:a16="http://schemas.microsoft.com/office/drawing/2014/main" id="{D0006014-A86C-4D8C-829B-CEC03AEB07E0}"/>
                </a:ext>
              </a:extLst>
            </p:cNvPr>
            <p:cNvSpPr/>
            <p:nvPr/>
          </p:nvSpPr>
          <p:spPr>
            <a:xfrm flipV="1">
              <a:off x="3460145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2136B0CF-E4A8-4A70-A9ED-A71091FAB6B6}"/>
                </a:ext>
              </a:extLst>
            </p:cNvPr>
            <p:cNvSpPr txBox="1"/>
            <p:nvPr/>
          </p:nvSpPr>
          <p:spPr>
            <a:xfrm>
              <a:off x="3531452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dirty="0"/>
                <a:t>04</a:t>
              </a:r>
            </a:p>
          </p:txBody>
        </p:sp>
        <p:sp>
          <p:nvSpPr>
            <p:cNvPr id="64" name="部分円 63">
              <a:extLst>
                <a:ext uri="{FF2B5EF4-FFF2-40B4-BE49-F238E27FC236}">
                  <a16:creationId xmlns:a16="http://schemas.microsoft.com/office/drawing/2014/main" id="{D4062133-9ABB-4F6A-B721-EDFD066B1536}"/>
                </a:ext>
              </a:extLst>
            </p:cNvPr>
            <p:cNvSpPr/>
            <p:nvPr/>
          </p:nvSpPr>
          <p:spPr>
            <a:xfrm>
              <a:off x="4458911" y="304821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ACC273E8-532F-43B9-8948-A3FCBBB1B207}"/>
                </a:ext>
              </a:extLst>
            </p:cNvPr>
            <p:cNvSpPr txBox="1"/>
            <p:nvPr/>
          </p:nvSpPr>
          <p:spPr>
            <a:xfrm>
              <a:off x="4399480" y="801405"/>
              <a:ext cx="1018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 spc="-15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dirty="0"/>
                <a:t>○○○○○</a:t>
              </a:r>
              <a:endParaRPr lang="en-US" altLang="ja-JP" dirty="0"/>
            </a:p>
          </p:txBody>
        </p:sp>
        <p:sp>
          <p:nvSpPr>
            <p:cNvPr id="66" name="部分円 65">
              <a:extLst>
                <a:ext uri="{FF2B5EF4-FFF2-40B4-BE49-F238E27FC236}">
                  <a16:creationId xmlns:a16="http://schemas.microsoft.com/office/drawing/2014/main" id="{726B0B69-AD80-4AAD-9560-0D44E5112AF3}"/>
                </a:ext>
              </a:extLst>
            </p:cNvPr>
            <p:cNvSpPr/>
            <p:nvPr/>
          </p:nvSpPr>
          <p:spPr>
            <a:xfrm flipV="1">
              <a:off x="4458911" y="308255"/>
              <a:ext cx="900000" cy="900000"/>
            </a:xfrm>
            <a:prstGeom prst="pie">
              <a:avLst>
                <a:gd name="adj1" fmla="val 0"/>
                <a:gd name="adj2" fmla="val 10776996"/>
              </a:avLst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C8F44B70-3224-4B32-B47A-5E7B1882281B}"/>
                </a:ext>
              </a:extLst>
            </p:cNvPr>
            <p:cNvSpPr txBox="1"/>
            <p:nvPr/>
          </p:nvSpPr>
          <p:spPr>
            <a:xfrm>
              <a:off x="4530218" y="257832"/>
              <a:ext cx="7573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3200" b="1" spc="-1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/>
                <a:t>05</a:t>
              </a:r>
              <a:endParaRPr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226932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205</Words>
  <Application>Microsoft Office PowerPoint</Application>
  <PresentationFormat>A4 210 x 297 mm</PresentationFormat>
  <Paragraphs>60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32</cp:revision>
  <dcterms:created xsi:type="dcterms:W3CDTF">2017-11-09T07:26:57Z</dcterms:created>
  <dcterms:modified xsi:type="dcterms:W3CDTF">2018-03-05T11:26:08Z</dcterms:modified>
</cp:coreProperties>
</file>