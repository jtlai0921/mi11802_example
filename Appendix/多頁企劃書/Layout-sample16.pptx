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59" r:id="rId4"/>
    <p:sldId id="262" r:id="rId5"/>
    <p:sldId id="263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106E2A14-9E27-4ABF-92C0-4132C47FCE0C}"/>
              </a:ext>
            </a:extLst>
          </p:cNvPr>
          <p:cNvSpPr/>
          <p:nvPr/>
        </p:nvSpPr>
        <p:spPr>
          <a:xfrm>
            <a:off x="0" y="1246666"/>
            <a:ext cx="1605000" cy="56113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フレーム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-1"/>
            <a:ext cx="1605000" cy="1260000"/>
          </a:xfrm>
          <a:prstGeom prst="fram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" name="吹き出し: 角を丸めた四角形 1">
            <a:extLst>
              <a:ext uri="{FF2B5EF4-FFF2-40B4-BE49-F238E27FC236}">
                <a16:creationId xmlns:a16="http://schemas.microsoft.com/office/drawing/2014/main" id="{06A464D4-2884-4A20-B307-15FFCD14A16D}"/>
              </a:ext>
            </a:extLst>
          </p:cNvPr>
          <p:cNvSpPr/>
          <p:nvPr/>
        </p:nvSpPr>
        <p:spPr>
          <a:xfrm>
            <a:off x="316500" y="1538101"/>
            <a:ext cx="972000" cy="503540"/>
          </a:xfrm>
          <a:prstGeom prst="wedgeRoundRectCallou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4BC2686-6286-4214-9A48-AF292E31F3C2}"/>
              </a:ext>
            </a:extLst>
          </p:cNvPr>
          <p:cNvSpPr txBox="1"/>
          <p:nvPr/>
        </p:nvSpPr>
        <p:spPr>
          <a:xfrm>
            <a:off x="164488" y="1635983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C426255-D0C5-4E2B-A5A6-D2BC26EF4696}"/>
              </a:ext>
            </a:extLst>
          </p:cNvPr>
          <p:cNvSpPr txBox="1"/>
          <p:nvPr/>
        </p:nvSpPr>
        <p:spPr>
          <a:xfrm>
            <a:off x="2028636" y="412550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吹き出し: 角を丸めた四角形 18">
            <a:extLst>
              <a:ext uri="{FF2B5EF4-FFF2-40B4-BE49-F238E27FC236}">
                <a16:creationId xmlns:a16="http://schemas.microsoft.com/office/drawing/2014/main" id="{3BB650A7-EA91-4EF9-94B8-7C14090EECCD}"/>
              </a:ext>
            </a:extLst>
          </p:cNvPr>
          <p:cNvSpPr/>
          <p:nvPr/>
        </p:nvSpPr>
        <p:spPr>
          <a:xfrm>
            <a:off x="316500" y="2137314"/>
            <a:ext cx="972000" cy="503540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FCC3B8B-A45D-405D-8321-2593964F14BF}"/>
              </a:ext>
            </a:extLst>
          </p:cNvPr>
          <p:cNvSpPr txBox="1"/>
          <p:nvPr/>
        </p:nvSpPr>
        <p:spPr>
          <a:xfrm>
            <a:off x="164488" y="2235196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吹き出し: 角を丸めた四角形 22">
            <a:extLst>
              <a:ext uri="{FF2B5EF4-FFF2-40B4-BE49-F238E27FC236}">
                <a16:creationId xmlns:a16="http://schemas.microsoft.com/office/drawing/2014/main" id="{E3BD7BEC-DB9D-4A35-8BCF-98893F107FF2}"/>
              </a:ext>
            </a:extLst>
          </p:cNvPr>
          <p:cNvSpPr/>
          <p:nvPr/>
        </p:nvSpPr>
        <p:spPr>
          <a:xfrm>
            <a:off x="316500" y="2736527"/>
            <a:ext cx="972000" cy="503540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E4DA01E-2341-4A0B-A7EF-D9E91318CEA7}"/>
              </a:ext>
            </a:extLst>
          </p:cNvPr>
          <p:cNvSpPr txBox="1"/>
          <p:nvPr/>
        </p:nvSpPr>
        <p:spPr>
          <a:xfrm>
            <a:off x="164488" y="2834409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7" name="吹き出し: 角を丸めた四角形 26">
            <a:extLst>
              <a:ext uri="{FF2B5EF4-FFF2-40B4-BE49-F238E27FC236}">
                <a16:creationId xmlns:a16="http://schemas.microsoft.com/office/drawing/2014/main" id="{6473BFE8-12BA-4DA8-87AC-451DB3CAB09F}"/>
              </a:ext>
            </a:extLst>
          </p:cNvPr>
          <p:cNvSpPr/>
          <p:nvPr/>
        </p:nvSpPr>
        <p:spPr>
          <a:xfrm>
            <a:off x="316500" y="3335740"/>
            <a:ext cx="972000" cy="503540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7D1D07E-C307-4032-BD66-8817D071A710}"/>
              </a:ext>
            </a:extLst>
          </p:cNvPr>
          <p:cNvSpPr txBox="1"/>
          <p:nvPr/>
        </p:nvSpPr>
        <p:spPr>
          <a:xfrm>
            <a:off x="164488" y="3433622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41" name="吹き出し: 角を丸めた四角形 40">
            <a:extLst>
              <a:ext uri="{FF2B5EF4-FFF2-40B4-BE49-F238E27FC236}">
                <a16:creationId xmlns:a16="http://schemas.microsoft.com/office/drawing/2014/main" id="{F080EC92-37FA-4911-82CD-5CC75911CF4E}"/>
              </a:ext>
            </a:extLst>
          </p:cNvPr>
          <p:cNvSpPr/>
          <p:nvPr/>
        </p:nvSpPr>
        <p:spPr>
          <a:xfrm>
            <a:off x="316500" y="3934954"/>
            <a:ext cx="972000" cy="503540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C099AE3-08A6-41A1-9714-3BAA7C9CF0C3}"/>
              </a:ext>
            </a:extLst>
          </p:cNvPr>
          <p:cNvSpPr txBox="1"/>
          <p:nvPr/>
        </p:nvSpPr>
        <p:spPr>
          <a:xfrm>
            <a:off x="164488" y="4032836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316500" y="365058"/>
            <a:ext cx="972000" cy="523220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prstTxWarp prst="textPlain">
              <a:avLst/>
            </a:prstTxWarp>
            <a:spAutoFit/>
          </a:bodyPr>
          <a:lstStyle/>
          <a:p>
            <a:pPr algn="ctr"/>
            <a:r>
              <a:rPr lang="en-US" altLang="ja-JP" sz="2800" b="1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82110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106E2A14-9E27-4ABF-92C0-4132C47FCE0C}"/>
              </a:ext>
            </a:extLst>
          </p:cNvPr>
          <p:cNvSpPr/>
          <p:nvPr/>
        </p:nvSpPr>
        <p:spPr>
          <a:xfrm>
            <a:off x="0" y="1246666"/>
            <a:ext cx="1605000" cy="56113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フレーム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-1"/>
            <a:ext cx="1605000" cy="1260000"/>
          </a:xfrm>
          <a:prstGeom prst="fram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" name="吹き出し: 角を丸めた四角形 1">
            <a:extLst>
              <a:ext uri="{FF2B5EF4-FFF2-40B4-BE49-F238E27FC236}">
                <a16:creationId xmlns:a16="http://schemas.microsoft.com/office/drawing/2014/main" id="{06A464D4-2884-4A20-B307-15FFCD14A16D}"/>
              </a:ext>
            </a:extLst>
          </p:cNvPr>
          <p:cNvSpPr/>
          <p:nvPr/>
        </p:nvSpPr>
        <p:spPr>
          <a:xfrm>
            <a:off x="316500" y="1538101"/>
            <a:ext cx="972000" cy="503540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4BC2686-6286-4214-9A48-AF292E31F3C2}"/>
              </a:ext>
            </a:extLst>
          </p:cNvPr>
          <p:cNvSpPr txBox="1"/>
          <p:nvPr/>
        </p:nvSpPr>
        <p:spPr>
          <a:xfrm>
            <a:off x="164488" y="1635983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C426255-D0C5-4E2B-A5A6-D2BC26EF4696}"/>
              </a:ext>
            </a:extLst>
          </p:cNvPr>
          <p:cNvSpPr txBox="1"/>
          <p:nvPr/>
        </p:nvSpPr>
        <p:spPr>
          <a:xfrm>
            <a:off x="2028636" y="412550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吹き出し: 角を丸めた四角形 18">
            <a:extLst>
              <a:ext uri="{FF2B5EF4-FFF2-40B4-BE49-F238E27FC236}">
                <a16:creationId xmlns:a16="http://schemas.microsoft.com/office/drawing/2014/main" id="{3BB650A7-EA91-4EF9-94B8-7C14090EECCD}"/>
              </a:ext>
            </a:extLst>
          </p:cNvPr>
          <p:cNvSpPr/>
          <p:nvPr/>
        </p:nvSpPr>
        <p:spPr>
          <a:xfrm>
            <a:off x="316500" y="2137314"/>
            <a:ext cx="972000" cy="503540"/>
          </a:xfrm>
          <a:prstGeom prst="wedgeRoundRectCallou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FCC3B8B-A45D-405D-8321-2593964F14BF}"/>
              </a:ext>
            </a:extLst>
          </p:cNvPr>
          <p:cNvSpPr txBox="1"/>
          <p:nvPr/>
        </p:nvSpPr>
        <p:spPr>
          <a:xfrm>
            <a:off x="164488" y="2235196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3" name="吹き出し: 角を丸めた四角形 22">
            <a:extLst>
              <a:ext uri="{FF2B5EF4-FFF2-40B4-BE49-F238E27FC236}">
                <a16:creationId xmlns:a16="http://schemas.microsoft.com/office/drawing/2014/main" id="{E3BD7BEC-DB9D-4A35-8BCF-98893F107FF2}"/>
              </a:ext>
            </a:extLst>
          </p:cNvPr>
          <p:cNvSpPr/>
          <p:nvPr/>
        </p:nvSpPr>
        <p:spPr>
          <a:xfrm>
            <a:off x="316500" y="2736527"/>
            <a:ext cx="972000" cy="503540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E4DA01E-2341-4A0B-A7EF-D9E91318CEA7}"/>
              </a:ext>
            </a:extLst>
          </p:cNvPr>
          <p:cNvSpPr txBox="1"/>
          <p:nvPr/>
        </p:nvSpPr>
        <p:spPr>
          <a:xfrm>
            <a:off x="164488" y="2834409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7" name="吹き出し: 角を丸めた四角形 26">
            <a:extLst>
              <a:ext uri="{FF2B5EF4-FFF2-40B4-BE49-F238E27FC236}">
                <a16:creationId xmlns:a16="http://schemas.microsoft.com/office/drawing/2014/main" id="{6473BFE8-12BA-4DA8-87AC-451DB3CAB09F}"/>
              </a:ext>
            </a:extLst>
          </p:cNvPr>
          <p:cNvSpPr/>
          <p:nvPr/>
        </p:nvSpPr>
        <p:spPr>
          <a:xfrm>
            <a:off x="316500" y="3335740"/>
            <a:ext cx="972000" cy="503540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7D1D07E-C307-4032-BD66-8817D071A710}"/>
              </a:ext>
            </a:extLst>
          </p:cNvPr>
          <p:cNvSpPr txBox="1"/>
          <p:nvPr/>
        </p:nvSpPr>
        <p:spPr>
          <a:xfrm>
            <a:off x="164488" y="3433622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41" name="吹き出し: 角を丸めた四角形 40">
            <a:extLst>
              <a:ext uri="{FF2B5EF4-FFF2-40B4-BE49-F238E27FC236}">
                <a16:creationId xmlns:a16="http://schemas.microsoft.com/office/drawing/2014/main" id="{F080EC92-37FA-4911-82CD-5CC75911CF4E}"/>
              </a:ext>
            </a:extLst>
          </p:cNvPr>
          <p:cNvSpPr/>
          <p:nvPr/>
        </p:nvSpPr>
        <p:spPr>
          <a:xfrm>
            <a:off x="316500" y="3934954"/>
            <a:ext cx="972000" cy="503540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C099AE3-08A6-41A1-9714-3BAA7C9CF0C3}"/>
              </a:ext>
            </a:extLst>
          </p:cNvPr>
          <p:cNvSpPr txBox="1"/>
          <p:nvPr/>
        </p:nvSpPr>
        <p:spPr>
          <a:xfrm>
            <a:off x="164488" y="4032836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316500" y="365058"/>
            <a:ext cx="972000" cy="523220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prstTxWarp prst="textPlain">
              <a:avLst/>
            </a:prstTxWarp>
            <a:spAutoFit/>
          </a:bodyPr>
          <a:lstStyle/>
          <a:p>
            <a:pPr algn="ctr"/>
            <a:r>
              <a:rPr lang="en-US" altLang="ja-JP" sz="2800" b="1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18990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106E2A14-9E27-4ABF-92C0-4132C47FCE0C}"/>
              </a:ext>
            </a:extLst>
          </p:cNvPr>
          <p:cNvSpPr/>
          <p:nvPr/>
        </p:nvSpPr>
        <p:spPr>
          <a:xfrm>
            <a:off x="0" y="1246666"/>
            <a:ext cx="1605000" cy="56113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フレーム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-1"/>
            <a:ext cx="1605000" cy="1260000"/>
          </a:xfrm>
          <a:prstGeom prst="fram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" name="吹き出し: 角を丸めた四角形 1">
            <a:extLst>
              <a:ext uri="{FF2B5EF4-FFF2-40B4-BE49-F238E27FC236}">
                <a16:creationId xmlns:a16="http://schemas.microsoft.com/office/drawing/2014/main" id="{06A464D4-2884-4A20-B307-15FFCD14A16D}"/>
              </a:ext>
            </a:extLst>
          </p:cNvPr>
          <p:cNvSpPr/>
          <p:nvPr/>
        </p:nvSpPr>
        <p:spPr>
          <a:xfrm>
            <a:off x="316500" y="1538101"/>
            <a:ext cx="972000" cy="503540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4BC2686-6286-4214-9A48-AF292E31F3C2}"/>
              </a:ext>
            </a:extLst>
          </p:cNvPr>
          <p:cNvSpPr txBox="1"/>
          <p:nvPr/>
        </p:nvSpPr>
        <p:spPr>
          <a:xfrm>
            <a:off x="164488" y="1635983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C426255-D0C5-4E2B-A5A6-D2BC26EF4696}"/>
              </a:ext>
            </a:extLst>
          </p:cNvPr>
          <p:cNvSpPr txBox="1"/>
          <p:nvPr/>
        </p:nvSpPr>
        <p:spPr>
          <a:xfrm>
            <a:off x="2028636" y="412550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吹き出し: 角を丸めた四角形 18">
            <a:extLst>
              <a:ext uri="{FF2B5EF4-FFF2-40B4-BE49-F238E27FC236}">
                <a16:creationId xmlns:a16="http://schemas.microsoft.com/office/drawing/2014/main" id="{3BB650A7-EA91-4EF9-94B8-7C14090EECCD}"/>
              </a:ext>
            </a:extLst>
          </p:cNvPr>
          <p:cNvSpPr/>
          <p:nvPr/>
        </p:nvSpPr>
        <p:spPr>
          <a:xfrm>
            <a:off x="316500" y="2137314"/>
            <a:ext cx="972000" cy="503540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FCC3B8B-A45D-405D-8321-2593964F14BF}"/>
              </a:ext>
            </a:extLst>
          </p:cNvPr>
          <p:cNvSpPr txBox="1"/>
          <p:nvPr/>
        </p:nvSpPr>
        <p:spPr>
          <a:xfrm>
            <a:off x="164488" y="2235196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3" name="吹き出し: 角を丸めた四角形 22">
            <a:extLst>
              <a:ext uri="{FF2B5EF4-FFF2-40B4-BE49-F238E27FC236}">
                <a16:creationId xmlns:a16="http://schemas.microsoft.com/office/drawing/2014/main" id="{E3BD7BEC-DB9D-4A35-8BCF-98893F107FF2}"/>
              </a:ext>
            </a:extLst>
          </p:cNvPr>
          <p:cNvSpPr/>
          <p:nvPr/>
        </p:nvSpPr>
        <p:spPr>
          <a:xfrm>
            <a:off x="316500" y="2736527"/>
            <a:ext cx="972000" cy="503540"/>
          </a:xfrm>
          <a:prstGeom prst="wedgeRoundRectCallou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E4DA01E-2341-4A0B-A7EF-D9E91318CEA7}"/>
              </a:ext>
            </a:extLst>
          </p:cNvPr>
          <p:cNvSpPr txBox="1"/>
          <p:nvPr/>
        </p:nvSpPr>
        <p:spPr>
          <a:xfrm>
            <a:off x="164488" y="2834409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7" name="吹き出し: 角を丸めた四角形 26">
            <a:extLst>
              <a:ext uri="{FF2B5EF4-FFF2-40B4-BE49-F238E27FC236}">
                <a16:creationId xmlns:a16="http://schemas.microsoft.com/office/drawing/2014/main" id="{6473BFE8-12BA-4DA8-87AC-451DB3CAB09F}"/>
              </a:ext>
            </a:extLst>
          </p:cNvPr>
          <p:cNvSpPr/>
          <p:nvPr/>
        </p:nvSpPr>
        <p:spPr>
          <a:xfrm>
            <a:off x="316500" y="3335740"/>
            <a:ext cx="972000" cy="503540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7D1D07E-C307-4032-BD66-8817D071A710}"/>
              </a:ext>
            </a:extLst>
          </p:cNvPr>
          <p:cNvSpPr txBox="1"/>
          <p:nvPr/>
        </p:nvSpPr>
        <p:spPr>
          <a:xfrm>
            <a:off x="164488" y="3433622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41" name="吹き出し: 角を丸めた四角形 40">
            <a:extLst>
              <a:ext uri="{FF2B5EF4-FFF2-40B4-BE49-F238E27FC236}">
                <a16:creationId xmlns:a16="http://schemas.microsoft.com/office/drawing/2014/main" id="{F080EC92-37FA-4911-82CD-5CC75911CF4E}"/>
              </a:ext>
            </a:extLst>
          </p:cNvPr>
          <p:cNvSpPr/>
          <p:nvPr/>
        </p:nvSpPr>
        <p:spPr>
          <a:xfrm>
            <a:off x="316500" y="3934954"/>
            <a:ext cx="972000" cy="503540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C099AE3-08A6-41A1-9714-3BAA7C9CF0C3}"/>
              </a:ext>
            </a:extLst>
          </p:cNvPr>
          <p:cNvSpPr txBox="1"/>
          <p:nvPr/>
        </p:nvSpPr>
        <p:spPr>
          <a:xfrm>
            <a:off x="164488" y="4032836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316500" y="365058"/>
            <a:ext cx="972000" cy="523220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prstTxWarp prst="textPlain">
              <a:avLst/>
            </a:prstTxWarp>
            <a:spAutoFit/>
          </a:bodyPr>
          <a:lstStyle/>
          <a:p>
            <a:pPr algn="ctr"/>
            <a:r>
              <a:rPr lang="en-US" altLang="ja-JP" sz="2800" b="1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801219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106E2A14-9E27-4ABF-92C0-4132C47FCE0C}"/>
              </a:ext>
            </a:extLst>
          </p:cNvPr>
          <p:cNvSpPr/>
          <p:nvPr/>
        </p:nvSpPr>
        <p:spPr>
          <a:xfrm>
            <a:off x="0" y="1246666"/>
            <a:ext cx="1605000" cy="56113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フレーム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-1"/>
            <a:ext cx="1605000" cy="1260000"/>
          </a:xfrm>
          <a:prstGeom prst="fram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" name="吹き出し: 角を丸めた四角形 1">
            <a:extLst>
              <a:ext uri="{FF2B5EF4-FFF2-40B4-BE49-F238E27FC236}">
                <a16:creationId xmlns:a16="http://schemas.microsoft.com/office/drawing/2014/main" id="{06A464D4-2884-4A20-B307-15FFCD14A16D}"/>
              </a:ext>
            </a:extLst>
          </p:cNvPr>
          <p:cNvSpPr/>
          <p:nvPr/>
        </p:nvSpPr>
        <p:spPr>
          <a:xfrm>
            <a:off x="316500" y="1538101"/>
            <a:ext cx="972000" cy="503540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4BC2686-6286-4214-9A48-AF292E31F3C2}"/>
              </a:ext>
            </a:extLst>
          </p:cNvPr>
          <p:cNvSpPr txBox="1"/>
          <p:nvPr/>
        </p:nvSpPr>
        <p:spPr>
          <a:xfrm>
            <a:off x="164488" y="1635983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C426255-D0C5-4E2B-A5A6-D2BC26EF4696}"/>
              </a:ext>
            </a:extLst>
          </p:cNvPr>
          <p:cNvSpPr txBox="1"/>
          <p:nvPr/>
        </p:nvSpPr>
        <p:spPr>
          <a:xfrm>
            <a:off x="2028636" y="412550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吹き出し: 角を丸めた四角形 18">
            <a:extLst>
              <a:ext uri="{FF2B5EF4-FFF2-40B4-BE49-F238E27FC236}">
                <a16:creationId xmlns:a16="http://schemas.microsoft.com/office/drawing/2014/main" id="{3BB650A7-EA91-4EF9-94B8-7C14090EECCD}"/>
              </a:ext>
            </a:extLst>
          </p:cNvPr>
          <p:cNvSpPr/>
          <p:nvPr/>
        </p:nvSpPr>
        <p:spPr>
          <a:xfrm>
            <a:off x="316500" y="2137314"/>
            <a:ext cx="972000" cy="503540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FCC3B8B-A45D-405D-8321-2593964F14BF}"/>
              </a:ext>
            </a:extLst>
          </p:cNvPr>
          <p:cNvSpPr txBox="1"/>
          <p:nvPr/>
        </p:nvSpPr>
        <p:spPr>
          <a:xfrm>
            <a:off x="164488" y="2235196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3" name="吹き出し: 角を丸めた四角形 22">
            <a:extLst>
              <a:ext uri="{FF2B5EF4-FFF2-40B4-BE49-F238E27FC236}">
                <a16:creationId xmlns:a16="http://schemas.microsoft.com/office/drawing/2014/main" id="{E3BD7BEC-DB9D-4A35-8BCF-98893F107FF2}"/>
              </a:ext>
            </a:extLst>
          </p:cNvPr>
          <p:cNvSpPr/>
          <p:nvPr/>
        </p:nvSpPr>
        <p:spPr>
          <a:xfrm>
            <a:off x="316500" y="2736527"/>
            <a:ext cx="972000" cy="503540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E4DA01E-2341-4A0B-A7EF-D9E91318CEA7}"/>
              </a:ext>
            </a:extLst>
          </p:cNvPr>
          <p:cNvSpPr txBox="1"/>
          <p:nvPr/>
        </p:nvSpPr>
        <p:spPr>
          <a:xfrm>
            <a:off x="164488" y="2834409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7" name="吹き出し: 角を丸めた四角形 26">
            <a:extLst>
              <a:ext uri="{FF2B5EF4-FFF2-40B4-BE49-F238E27FC236}">
                <a16:creationId xmlns:a16="http://schemas.microsoft.com/office/drawing/2014/main" id="{6473BFE8-12BA-4DA8-87AC-451DB3CAB09F}"/>
              </a:ext>
            </a:extLst>
          </p:cNvPr>
          <p:cNvSpPr/>
          <p:nvPr/>
        </p:nvSpPr>
        <p:spPr>
          <a:xfrm>
            <a:off x="316500" y="3335740"/>
            <a:ext cx="972000" cy="503540"/>
          </a:xfrm>
          <a:prstGeom prst="wedgeRoundRectCallou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7D1D07E-C307-4032-BD66-8817D071A710}"/>
              </a:ext>
            </a:extLst>
          </p:cNvPr>
          <p:cNvSpPr txBox="1"/>
          <p:nvPr/>
        </p:nvSpPr>
        <p:spPr>
          <a:xfrm>
            <a:off x="164488" y="3433622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41" name="吹き出し: 角を丸めた四角形 40">
            <a:extLst>
              <a:ext uri="{FF2B5EF4-FFF2-40B4-BE49-F238E27FC236}">
                <a16:creationId xmlns:a16="http://schemas.microsoft.com/office/drawing/2014/main" id="{F080EC92-37FA-4911-82CD-5CC75911CF4E}"/>
              </a:ext>
            </a:extLst>
          </p:cNvPr>
          <p:cNvSpPr/>
          <p:nvPr/>
        </p:nvSpPr>
        <p:spPr>
          <a:xfrm>
            <a:off x="316500" y="3934954"/>
            <a:ext cx="972000" cy="503540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C099AE3-08A6-41A1-9714-3BAA7C9CF0C3}"/>
              </a:ext>
            </a:extLst>
          </p:cNvPr>
          <p:cNvSpPr txBox="1"/>
          <p:nvPr/>
        </p:nvSpPr>
        <p:spPr>
          <a:xfrm>
            <a:off x="164488" y="4032836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316500" y="365058"/>
            <a:ext cx="972000" cy="523220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prstTxWarp prst="textPlain">
              <a:avLst/>
            </a:prstTxWarp>
            <a:spAutoFit/>
          </a:bodyPr>
          <a:lstStyle/>
          <a:p>
            <a:pPr algn="ctr"/>
            <a:r>
              <a:rPr lang="en-US" altLang="ja-JP" sz="2800" b="1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3630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106E2A14-9E27-4ABF-92C0-4132C47FCE0C}"/>
              </a:ext>
            </a:extLst>
          </p:cNvPr>
          <p:cNvSpPr/>
          <p:nvPr/>
        </p:nvSpPr>
        <p:spPr>
          <a:xfrm>
            <a:off x="0" y="1246666"/>
            <a:ext cx="1605000" cy="56113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フレーム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-1"/>
            <a:ext cx="1605000" cy="1260000"/>
          </a:xfrm>
          <a:prstGeom prst="fram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" name="吹き出し: 角を丸めた四角形 1">
            <a:extLst>
              <a:ext uri="{FF2B5EF4-FFF2-40B4-BE49-F238E27FC236}">
                <a16:creationId xmlns:a16="http://schemas.microsoft.com/office/drawing/2014/main" id="{06A464D4-2884-4A20-B307-15FFCD14A16D}"/>
              </a:ext>
            </a:extLst>
          </p:cNvPr>
          <p:cNvSpPr/>
          <p:nvPr/>
        </p:nvSpPr>
        <p:spPr>
          <a:xfrm>
            <a:off x="316500" y="1538101"/>
            <a:ext cx="972000" cy="503540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4BC2686-6286-4214-9A48-AF292E31F3C2}"/>
              </a:ext>
            </a:extLst>
          </p:cNvPr>
          <p:cNvSpPr txBox="1"/>
          <p:nvPr/>
        </p:nvSpPr>
        <p:spPr>
          <a:xfrm>
            <a:off x="164488" y="1635983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C426255-D0C5-4E2B-A5A6-D2BC26EF4696}"/>
              </a:ext>
            </a:extLst>
          </p:cNvPr>
          <p:cNvSpPr txBox="1"/>
          <p:nvPr/>
        </p:nvSpPr>
        <p:spPr>
          <a:xfrm>
            <a:off x="2028636" y="412550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吹き出し: 角を丸めた四角形 18">
            <a:extLst>
              <a:ext uri="{FF2B5EF4-FFF2-40B4-BE49-F238E27FC236}">
                <a16:creationId xmlns:a16="http://schemas.microsoft.com/office/drawing/2014/main" id="{3BB650A7-EA91-4EF9-94B8-7C14090EECCD}"/>
              </a:ext>
            </a:extLst>
          </p:cNvPr>
          <p:cNvSpPr/>
          <p:nvPr/>
        </p:nvSpPr>
        <p:spPr>
          <a:xfrm>
            <a:off x="316500" y="2137314"/>
            <a:ext cx="972000" cy="503540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FCC3B8B-A45D-405D-8321-2593964F14BF}"/>
              </a:ext>
            </a:extLst>
          </p:cNvPr>
          <p:cNvSpPr txBox="1"/>
          <p:nvPr/>
        </p:nvSpPr>
        <p:spPr>
          <a:xfrm>
            <a:off x="164488" y="2235196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3" name="吹き出し: 角を丸めた四角形 22">
            <a:extLst>
              <a:ext uri="{FF2B5EF4-FFF2-40B4-BE49-F238E27FC236}">
                <a16:creationId xmlns:a16="http://schemas.microsoft.com/office/drawing/2014/main" id="{E3BD7BEC-DB9D-4A35-8BCF-98893F107FF2}"/>
              </a:ext>
            </a:extLst>
          </p:cNvPr>
          <p:cNvSpPr/>
          <p:nvPr/>
        </p:nvSpPr>
        <p:spPr>
          <a:xfrm>
            <a:off x="316500" y="2736527"/>
            <a:ext cx="972000" cy="503540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E4DA01E-2341-4A0B-A7EF-D9E91318CEA7}"/>
              </a:ext>
            </a:extLst>
          </p:cNvPr>
          <p:cNvSpPr txBox="1"/>
          <p:nvPr/>
        </p:nvSpPr>
        <p:spPr>
          <a:xfrm>
            <a:off x="164488" y="2834409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7" name="吹き出し: 角を丸めた四角形 26">
            <a:extLst>
              <a:ext uri="{FF2B5EF4-FFF2-40B4-BE49-F238E27FC236}">
                <a16:creationId xmlns:a16="http://schemas.microsoft.com/office/drawing/2014/main" id="{6473BFE8-12BA-4DA8-87AC-451DB3CAB09F}"/>
              </a:ext>
            </a:extLst>
          </p:cNvPr>
          <p:cNvSpPr/>
          <p:nvPr/>
        </p:nvSpPr>
        <p:spPr>
          <a:xfrm>
            <a:off x="316500" y="3335740"/>
            <a:ext cx="972000" cy="503540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7D1D07E-C307-4032-BD66-8817D071A710}"/>
              </a:ext>
            </a:extLst>
          </p:cNvPr>
          <p:cNvSpPr txBox="1"/>
          <p:nvPr/>
        </p:nvSpPr>
        <p:spPr>
          <a:xfrm>
            <a:off x="164488" y="3433622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41" name="吹き出し: 角を丸めた四角形 40">
            <a:extLst>
              <a:ext uri="{FF2B5EF4-FFF2-40B4-BE49-F238E27FC236}">
                <a16:creationId xmlns:a16="http://schemas.microsoft.com/office/drawing/2014/main" id="{F080EC92-37FA-4911-82CD-5CC75911CF4E}"/>
              </a:ext>
            </a:extLst>
          </p:cNvPr>
          <p:cNvSpPr/>
          <p:nvPr/>
        </p:nvSpPr>
        <p:spPr>
          <a:xfrm>
            <a:off x="316500" y="3934954"/>
            <a:ext cx="972000" cy="503540"/>
          </a:xfrm>
          <a:prstGeom prst="wedgeRoundRectCallou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C099AE3-08A6-41A1-9714-3BAA7C9CF0C3}"/>
              </a:ext>
            </a:extLst>
          </p:cNvPr>
          <p:cNvSpPr txBox="1"/>
          <p:nvPr/>
        </p:nvSpPr>
        <p:spPr>
          <a:xfrm>
            <a:off x="164488" y="4032836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316500" y="365058"/>
            <a:ext cx="972000" cy="523220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prstTxWarp prst="textPlain">
              <a:avLst/>
            </a:prstTxWarp>
            <a:spAutoFit/>
          </a:bodyPr>
          <a:lstStyle/>
          <a:p>
            <a:pPr algn="ctr"/>
            <a:r>
              <a:rPr lang="en-US" altLang="ja-JP" sz="2800" b="1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91231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297</TotalTime>
  <Words>185</Words>
  <Application>Microsoft Office PowerPoint</Application>
  <PresentationFormat>A4 210 x 297 mm</PresentationFormat>
  <Paragraphs>40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46</cp:revision>
  <dcterms:created xsi:type="dcterms:W3CDTF">2017-11-09T07:26:57Z</dcterms:created>
  <dcterms:modified xsi:type="dcterms:W3CDTF">2018-03-05T06:52:05Z</dcterms:modified>
</cp:coreProperties>
</file>