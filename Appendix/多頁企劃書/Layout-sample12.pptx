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59" r:id="rId5"/>
    <p:sldId id="261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189000"/>
            <a:ext cx="1332000" cy="647999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401790" y="425734"/>
            <a:ext cx="1074420" cy="900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B15656A-13D6-4586-BED0-995DF771373E}"/>
              </a:ext>
            </a:extLst>
          </p:cNvPr>
          <p:cNvSpPr txBox="1"/>
          <p:nvPr/>
        </p:nvSpPr>
        <p:spPr>
          <a:xfrm>
            <a:off x="401790" y="1584518"/>
            <a:ext cx="288000" cy="28814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wrap="square" lIns="36000" tIns="36000" rIns="36000" bIns="36000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kumimoji="1" lang="ja-JP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80AFA77-B2AC-484B-9B1A-E6FF951B617B}"/>
              </a:ext>
            </a:extLst>
          </p:cNvPr>
          <p:cNvSpPr txBox="1"/>
          <p:nvPr/>
        </p:nvSpPr>
        <p:spPr>
          <a:xfrm>
            <a:off x="761048" y="158451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3FC6433-B4EF-4460-84A8-68FBC07A081A}"/>
              </a:ext>
            </a:extLst>
          </p:cNvPr>
          <p:cNvSpPr txBox="1"/>
          <p:nvPr/>
        </p:nvSpPr>
        <p:spPr>
          <a:xfrm>
            <a:off x="401790" y="199102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kumimoji="1" lang="ja-JP" altLang="en-US" sz="1400" b="1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2C39661-9766-46BA-A44F-64E1F7E11652}"/>
              </a:ext>
            </a:extLst>
          </p:cNvPr>
          <p:cNvSpPr txBox="1"/>
          <p:nvPr/>
        </p:nvSpPr>
        <p:spPr>
          <a:xfrm>
            <a:off x="761048" y="199102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30A96F4-AF53-41E2-9686-F08B30BCC88D}"/>
              </a:ext>
            </a:extLst>
          </p:cNvPr>
          <p:cNvSpPr txBox="1"/>
          <p:nvPr/>
        </p:nvSpPr>
        <p:spPr>
          <a:xfrm>
            <a:off x="401790" y="239753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✓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07E2014-CD46-4447-A21C-E8094EA43EF6}"/>
              </a:ext>
            </a:extLst>
          </p:cNvPr>
          <p:cNvSpPr txBox="1"/>
          <p:nvPr/>
        </p:nvSpPr>
        <p:spPr>
          <a:xfrm>
            <a:off x="761048" y="239753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45C6E10-43A1-4D81-A6ED-C615B492626C}"/>
              </a:ext>
            </a:extLst>
          </p:cNvPr>
          <p:cNvSpPr txBox="1"/>
          <p:nvPr/>
        </p:nvSpPr>
        <p:spPr>
          <a:xfrm>
            <a:off x="401790" y="280404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✓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9409DF6-C5AD-4AA3-B5F7-DAEED4F6CB9B}"/>
              </a:ext>
            </a:extLst>
          </p:cNvPr>
          <p:cNvSpPr txBox="1"/>
          <p:nvPr/>
        </p:nvSpPr>
        <p:spPr>
          <a:xfrm>
            <a:off x="761048" y="280404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96C9788-EC66-4EE5-8D25-5F18A5D171B4}"/>
              </a:ext>
            </a:extLst>
          </p:cNvPr>
          <p:cNvSpPr txBox="1"/>
          <p:nvPr/>
        </p:nvSpPr>
        <p:spPr>
          <a:xfrm>
            <a:off x="401790" y="3210557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✓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AFBF7F6-ED05-4E8B-822B-1D9C6A665C53}"/>
              </a:ext>
            </a:extLst>
          </p:cNvPr>
          <p:cNvSpPr txBox="1"/>
          <p:nvPr/>
        </p:nvSpPr>
        <p:spPr>
          <a:xfrm>
            <a:off x="761048" y="3210557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1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188997"/>
            <a:ext cx="1332000" cy="6480001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401790" y="425734"/>
            <a:ext cx="1074420" cy="900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B15656A-13D6-4586-BED0-995DF771373E}"/>
              </a:ext>
            </a:extLst>
          </p:cNvPr>
          <p:cNvSpPr txBox="1"/>
          <p:nvPr/>
        </p:nvSpPr>
        <p:spPr>
          <a:xfrm>
            <a:off x="401790" y="158451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80AFA77-B2AC-484B-9B1A-E6FF951B617B}"/>
              </a:ext>
            </a:extLst>
          </p:cNvPr>
          <p:cNvSpPr txBox="1"/>
          <p:nvPr/>
        </p:nvSpPr>
        <p:spPr>
          <a:xfrm>
            <a:off x="761048" y="158451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3FC6433-B4EF-4460-84A8-68FBC07A081A}"/>
              </a:ext>
            </a:extLst>
          </p:cNvPr>
          <p:cNvSpPr txBox="1"/>
          <p:nvPr/>
        </p:nvSpPr>
        <p:spPr>
          <a:xfrm>
            <a:off x="401790" y="1991028"/>
            <a:ext cx="288000" cy="28814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wrap="square" lIns="36000" tIns="36000" rIns="36000" bIns="36000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kumimoji="1" lang="ja-JP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2C39661-9766-46BA-A44F-64E1F7E11652}"/>
              </a:ext>
            </a:extLst>
          </p:cNvPr>
          <p:cNvSpPr txBox="1"/>
          <p:nvPr/>
        </p:nvSpPr>
        <p:spPr>
          <a:xfrm>
            <a:off x="761048" y="199102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30A96F4-AF53-41E2-9686-F08B30BCC88D}"/>
              </a:ext>
            </a:extLst>
          </p:cNvPr>
          <p:cNvSpPr txBox="1"/>
          <p:nvPr/>
        </p:nvSpPr>
        <p:spPr>
          <a:xfrm>
            <a:off x="401790" y="239753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07E2014-CD46-4447-A21C-E8094EA43EF6}"/>
              </a:ext>
            </a:extLst>
          </p:cNvPr>
          <p:cNvSpPr txBox="1"/>
          <p:nvPr/>
        </p:nvSpPr>
        <p:spPr>
          <a:xfrm>
            <a:off x="761048" y="239753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45C6E10-43A1-4D81-A6ED-C615B492626C}"/>
              </a:ext>
            </a:extLst>
          </p:cNvPr>
          <p:cNvSpPr txBox="1"/>
          <p:nvPr/>
        </p:nvSpPr>
        <p:spPr>
          <a:xfrm>
            <a:off x="401790" y="280404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9409DF6-C5AD-4AA3-B5F7-DAEED4F6CB9B}"/>
              </a:ext>
            </a:extLst>
          </p:cNvPr>
          <p:cNvSpPr txBox="1"/>
          <p:nvPr/>
        </p:nvSpPr>
        <p:spPr>
          <a:xfrm>
            <a:off x="761048" y="280404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96C9788-EC66-4EE5-8D25-5F18A5D171B4}"/>
              </a:ext>
            </a:extLst>
          </p:cNvPr>
          <p:cNvSpPr txBox="1"/>
          <p:nvPr/>
        </p:nvSpPr>
        <p:spPr>
          <a:xfrm>
            <a:off x="401790" y="3210557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AFBF7F6-ED05-4E8B-822B-1D9C6A665C53}"/>
              </a:ext>
            </a:extLst>
          </p:cNvPr>
          <p:cNvSpPr txBox="1"/>
          <p:nvPr/>
        </p:nvSpPr>
        <p:spPr>
          <a:xfrm>
            <a:off x="761048" y="3210557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41DB5380-DAB6-4F68-9F20-248F5B2330B4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CC82EED-DD7E-4069-BE0B-00AC0C065E40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5ACFD3E-716E-444B-9E8D-BDC2329B83EC}"/>
              </a:ext>
            </a:extLst>
          </p:cNvPr>
          <p:cNvSpPr txBox="1"/>
          <p:nvPr/>
        </p:nvSpPr>
        <p:spPr>
          <a:xfrm>
            <a:off x="8801486" y="6119381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90353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189000"/>
            <a:ext cx="1332000" cy="647999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401790" y="425734"/>
            <a:ext cx="1074420" cy="900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B15656A-13D6-4586-BED0-995DF771373E}"/>
              </a:ext>
            </a:extLst>
          </p:cNvPr>
          <p:cNvSpPr txBox="1"/>
          <p:nvPr/>
        </p:nvSpPr>
        <p:spPr>
          <a:xfrm>
            <a:off x="401790" y="158451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80AFA77-B2AC-484B-9B1A-E6FF951B617B}"/>
              </a:ext>
            </a:extLst>
          </p:cNvPr>
          <p:cNvSpPr txBox="1"/>
          <p:nvPr/>
        </p:nvSpPr>
        <p:spPr>
          <a:xfrm>
            <a:off x="761048" y="158451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3FC6433-B4EF-4460-84A8-68FBC07A081A}"/>
              </a:ext>
            </a:extLst>
          </p:cNvPr>
          <p:cNvSpPr txBox="1"/>
          <p:nvPr/>
        </p:nvSpPr>
        <p:spPr>
          <a:xfrm>
            <a:off x="401790" y="199102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2C39661-9766-46BA-A44F-64E1F7E11652}"/>
              </a:ext>
            </a:extLst>
          </p:cNvPr>
          <p:cNvSpPr txBox="1"/>
          <p:nvPr/>
        </p:nvSpPr>
        <p:spPr>
          <a:xfrm>
            <a:off x="761048" y="199102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30A96F4-AF53-41E2-9686-F08B30BCC88D}"/>
              </a:ext>
            </a:extLst>
          </p:cNvPr>
          <p:cNvSpPr txBox="1"/>
          <p:nvPr/>
        </p:nvSpPr>
        <p:spPr>
          <a:xfrm>
            <a:off x="401790" y="2397538"/>
            <a:ext cx="288000" cy="28814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wrap="square" lIns="36000" tIns="36000" rIns="36000" bIns="36000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kumimoji="1" lang="ja-JP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07E2014-CD46-4447-A21C-E8094EA43EF6}"/>
              </a:ext>
            </a:extLst>
          </p:cNvPr>
          <p:cNvSpPr txBox="1"/>
          <p:nvPr/>
        </p:nvSpPr>
        <p:spPr>
          <a:xfrm>
            <a:off x="761048" y="239753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45C6E10-43A1-4D81-A6ED-C615B492626C}"/>
              </a:ext>
            </a:extLst>
          </p:cNvPr>
          <p:cNvSpPr txBox="1"/>
          <p:nvPr/>
        </p:nvSpPr>
        <p:spPr>
          <a:xfrm>
            <a:off x="401790" y="280404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9409DF6-C5AD-4AA3-B5F7-DAEED4F6CB9B}"/>
              </a:ext>
            </a:extLst>
          </p:cNvPr>
          <p:cNvSpPr txBox="1"/>
          <p:nvPr/>
        </p:nvSpPr>
        <p:spPr>
          <a:xfrm>
            <a:off x="761048" y="280404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96C9788-EC66-4EE5-8D25-5F18A5D171B4}"/>
              </a:ext>
            </a:extLst>
          </p:cNvPr>
          <p:cNvSpPr txBox="1"/>
          <p:nvPr/>
        </p:nvSpPr>
        <p:spPr>
          <a:xfrm>
            <a:off x="401790" y="3210557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AFBF7F6-ED05-4E8B-822B-1D9C6A665C53}"/>
              </a:ext>
            </a:extLst>
          </p:cNvPr>
          <p:cNvSpPr txBox="1"/>
          <p:nvPr/>
        </p:nvSpPr>
        <p:spPr>
          <a:xfrm>
            <a:off x="761048" y="3210557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BA91505-3E40-453F-ABDA-8AB025F3C210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4220209-746E-4AB4-81F4-C3E10E960CAB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16522B1-AD6D-4585-86F8-25997841502B}"/>
              </a:ext>
            </a:extLst>
          </p:cNvPr>
          <p:cNvSpPr txBox="1"/>
          <p:nvPr/>
        </p:nvSpPr>
        <p:spPr>
          <a:xfrm>
            <a:off x="8801486" y="6119381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08526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189000"/>
            <a:ext cx="1332000" cy="6480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401790" y="425734"/>
            <a:ext cx="1074420" cy="900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B15656A-13D6-4586-BED0-995DF771373E}"/>
              </a:ext>
            </a:extLst>
          </p:cNvPr>
          <p:cNvSpPr txBox="1"/>
          <p:nvPr/>
        </p:nvSpPr>
        <p:spPr>
          <a:xfrm>
            <a:off x="401790" y="158451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80AFA77-B2AC-484B-9B1A-E6FF951B617B}"/>
              </a:ext>
            </a:extLst>
          </p:cNvPr>
          <p:cNvSpPr txBox="1"/>
          <p:nvPr/>
        </p:nvSpPr>
        <p:spPr>
          <a:xfrm>
            <a:off x="761048" y="158451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3FC6433-B4EF-4460-84A8-68FBC07A081A}"/>
              </a:ext>
            </a:extLst>
          </p:cNvPr>
          <p:cNvSpPr txBox="1"/>
          <p:nvPr/>
        </p:nvSpPr>
        <p:spPr>
          <a:xfrm>
            <a:off x="401790" y="199102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2C39661-9766-46BA-A44F-64E1F7E11652}"/>
              </a:ext>
            </a:extLst>
          </p:cNvPr>
          <p:cNvSpPr txBox="1"/>
          <p:nvPr/>
        </p:nvSpPr>
        <p:spPr>
          <a:xfrm>
            <a:off x="761048" y="199102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30A96F4-AF53-41E2-9686-F08B30BCC88D}"/>
              </a:ext>
            </a:extLst>
          </p:cNvPr>
          <p:cNvSpPr txBox="1"/>
          <p:nvPr/>
        </p:nvSpPr>
        <p:spPr>
          <a:xfrm>
            <a:off x="401790" y="239753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07E2014-CD46-4447-A21C-E8094EA43EF6}"/>
              </a:ext>
            </a:extLst>
          </p:cNvPr>
          <p:cNvSpPr txBox="1"/>
          <p:nvPr/>
        </p:nvSpPr>
        <p:spPr>
          <a:xfrm>
            <a:off x="761048" y="239753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45C6E10-43A1-4D81-A6ED-C615B492626C}"/>
              </a:ext>
            </a:extLst>
          </p:cNvPr>
          <p:cNvSpPr txBox="1"/>
          <p:nvPr/>
        </p:nvSpPr>
        <p:spPr>
          <a:xfrm>
            <a:off x="401790" y="2804048"/>
            <a:ext cx="288000" cy="28814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9409DF6-C5AD-4AA3-B5F7-DAEED4F6CB9B}"/>
              </a:ext>
            </a:extLst>
          </p:cNvPr>
          <p:cNvSpPr txBox="1"/>
          <p:nvPr/>
        </p:nvSpPr>
        <p:spPr>
          <a:xfrm>
            <a:off x="761048" y="280404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96C9788-EC66-4EE5-8D25-5F18A5D171B4}"/>
              </a:ext>
            </a:extLst>
          </p:cNvPr>
          <p:cNvSpPr txBox="1"/>
          <p:nvPr/>
        </p:nvSpPr>
        <p:spPr>
          <a:xfrm>
            <a:off x="401790" y="3210557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AFBF7F6-ED05-4E8B-822B-1D9C6A665C53}"/>
              </a:ext>
            </a:extLst>
          </p:cNvPr>
          <p:cNvSpPr txBox="1"/>
          <p:nvPr/>
        </p:nvSpPr>
        <p:spPr>
          <a:xfrm>
            <a:off x="761048" y="3210557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39021AC1-704E-4F61-BFAC-B414A88F37CA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B52F530-66CE-4761-8483-E4534EFFC6A6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3E5BCC4-924F-46B0-85D5-67BA1ED4D223}"/>
              </a:ext>
            </a:extLst>
          </p:cNvPr>
          <p:cNvSpPr txBox="1"/>
          <p:nvPr/>
        </p:nvSpPr>
        <p:spPr>
          <a:xfrm>
            <a:off x="8801486" y="6119381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58086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189000"/>
            <a:ext cx="1332000" cy="6480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401790" y="425734"/>
            <a:ext cx="1074420" cy="900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D9EBFCF-7CF0-49EF-AE5E-3A2D93111B8B}"/>
              </a:ext>
            </a:extLst>
          </p:cNvPr>
          <p:cNvSpPr txBox="1"/>
          <p:nvPr/>
        </p:nvSpPr>
        <p:spPr>
          <a:xfrm>
            <a:off x="401790" y="158451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557DC24-0CB9-4B83-ADAD-FD4B6E5485B1}"/>
              </a:ext>
            </a:extLst>
          </p:cNvPr>
          <p:cNvSpPr txBox="1"/>
          <p:nvPr/>
        </p:nvSpPr>
        <p:spPr>
          <a:xfrm>
            <a:off x="761048" y="158451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C61C9F23-9842-438F-A857-052745E22928}"/>
              </a:ext>
            </a:extLst>
          </p:cNvPr>
          <p:cNvSpPr txBox="1"/>
          <p:nvPr/>
        </p:nvSpPr>
        <p:spPr>
          <a:xfrm>
            <a:off x="401790" y="199102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F93C0E2-0BFB-4532-9577-5343F14BE10A}"/>
              </a:ext>
            </a:extLst>
          </p:cNvPr>
          <p:cNvSpPr txBox="1"/>
          <p:nvPr/>
        </p:nvSpPr>
        <p:spPr>
          <a:xfrm>
            <a:off x="761048" y="199102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48BD87B4-3D66-46F4-ADF4-66A51205B8C8}"/>
              </a:ext>
            </a:extLst>
          </p:cNvPr>
          <p:cNvSpPr txBox="1"/>
          <p:nvPr/>
        </p:nvSpPr>
        <p:spPr>
          <a:xfrm>
            <a:off x="401790" y="239753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404B535-FEFA-49DE-AD90-AB1191450E1C}"/>
              </a:ext>
            </a:extLst>
          </p:cNvPr>
          <p:cNvSpPr txBox="1"/>
          <p:nvPr/>
        </p:nvSpPr>
        <p:spPr>
          <a:xfrm>
            <a:off x="761048" y="239753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/>
          <a:p>
            <a:r>
              <a:rPr lang="ja-JP" altLang="en-US" sz="14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1C3EFCE-AAF6-4890-A8E5-CAB3FBA08A93}"/>
              </a:ext>
            </a:extLst>
          </p:cNvPr>
          <p:cNvSpPr txBox="1"/>
          <p:nvPr/>
        </p:nvSpPr>
        <p:spPr>
          <a:xfrm>
            <a:off x="401790" y="2804048"/>
            <a:ext cx="288000" cy="28814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15C2942D-17BD-492B-8FED-BF3BDD20FCA1}"/>
              </a:ext>
            </a:extLst>
          </p:cNvPr>
          <p:cNvSpPr txBox="1"/>
          <p:nvPr/>
        </p:nvSpPr>
        <p:spPr>
          <a:xfrm>
            <a:off x="761048" y="2804048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5308D5C-F82C-48ED-892B-D1CDA4CD726C}"/>
              </a:ext>
            </a:extLst>
          </p:cNvPr>
          <p:cNvSpPr txBox="1"/>
          <p:nvPr/>
        </p:nvSpPr>
        <p:spPr>
          <a:xfrm>
            <a:off x="401790" y="3210557"/>
            <a:ext cx="288000" cy="28814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✓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BB3089E-BD33-4153-BBAC-0117274AA004}"/>
              </a:ext>
            </a:extLst>
          </p:cNvPr>
          <p:cNvSpPr txBox="1"/>
          <p:nvPr/>
        </p:nvSpPr>
        <p:spPr>
          <a:xfrm>
            <a:off x="761048" y="3210557"/>
            <a:ext cx="83315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ctr" anchorCtr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</a:t>
            </a:r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C282C8C4-F80B-43B1-BBDD-A6B83A06D4B6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9D391394-30ED-49F9-A3B2-DC21F13AFEC2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8EBC9B2-85A0-437E-BCC0-D1996E29ECB1}"/>
              </a:ext>
            </a:extLst>
          </p:cNvPr>
          <p:cNvSpPr txBox="1"/>
          <p:nvPr/>
        </p:nvSpPr>
        <p:spPr>
          <a:xfrm>
            <a:off x="8801486" y="6119381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68038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</TotalTime>
  <Words>185</Words>
  <Application>Microsoft Office PowerPoint</Application>
  <PresentationFormat>A4 210 x 297 mm</PresentationFormat>
  <Paragraphs>65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35</cp:revision>
  <dcterms:created xsi:type="dcterms:W3CDTF">2017-11-09T07:26:57Z</dcterms:created>
  <dcterms:modified xsi:type="dcterms:W3CDTF">2018-03-04T08:26:40Z</dcterms:modified>
</cp:coreProperties>
</file>