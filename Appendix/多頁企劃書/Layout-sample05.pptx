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57" r:id="rId4"/>
    <p:sldId id="260" r:id="rId5"/>
    <p:sldId id="261" r:id="rId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-89210" y="189000"/>
            <a:ext cx="972221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29EF5F9-28D7-4A7E-96CE-631263FE1B58}"/>
              </a:ext>
            </a:extLst>
          </p:cNvPr>
          <p:cNvSpPr/>
          <p:nvPr/>
        </p:nvSpPr>
        <p:spPr>
          <a:xfrm>
            <a:off x="273000" y="0"/>
            <a:ext cx="1332000" cy="6857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5DE6F7F-BE9C-4649-80F3-98D5BDB3B868}"/>
              </a:ext>
            </a:extLst>
          </p:cNvPr>
          <p:cNvSpPr txBox="1"/>
          <p:nvPr/>
        </p:nvSpPr>
        <p:spPr>
          <a:xfrm>
            <a:off x="8530684" y="6010587"/>
            <a:ext cx="649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24C0545-A4DF-4178-A98C-8703093E9EF5}"/>
              </a:ext>
            </a:extLst>
          </p:cNvPr>
          <p:cNvSpPr txBox="1"/>
          <p:nvPr/>
        </p:nvSpPr>
        <p:spPr>
          <a:xfrm>
            <a:off x="2200205" y="706238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7AC4E831-D36A-4A58-9D40-0560A199ED3A}"/>
              </a:ext>
            </a:extLst>
          </p:cNvPr>
          <p:cNvGrpSpPr/>
          <p:nvPr/>
        </p:nvGrpSpPr>
        <p:grpSpPr>
          <a:xfrm>
            <a:off x="435000" y="463848"/>
            <a:ext cx="1008000" cy="1008000"/>
            <a:chOff x="390603" y="464713"/>
            <a:chExt cx="1008000" cy="1008000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ED02D080-599E-4CCD-BAD4-1055129520CA}"/>
                </a:ext>
              </a:extLst>
            </p:cNvPr>
            <p:cNvSpPr/>
            <p:nvPr/>
          </p:nvSpPr>
          <p:spPr>
            <a:xfrm>
              <a:off x="390603" y="464713"/>
              <a:ext cx="1008000" cy="1008000"/>
            </a:xfrm>
            <a:prstGeom prst="rect">
              <a:avLst/>
            </a:prstGeom>
            <a:solidFill>
              <a:schemeClr val="accent1"/>
            </a:solidFill>
            <a:ln w="38100" cap="sq"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フレーム (半分) 14">
              <a:extLst>
                <a:ext uri="{FF2B5EF4-FFF2-40B4-BE49-F238E27FC236}">
                  <a16:creationId xmlns:a16="http://schemas.microsoft.com/office/drawing/2014/main" id="{8DBD85FA-FBF8-4A43-9285-B89A697CACA9}"/>
                </a:ext>
              </a:extLst>
            </p:cNvPr>
            <p:cNvSpPr/>
            <p:nvPr/>
          </p:nvSpPr>
          <p:spPr>
            <a:xfrm flipH="1" flipV="1">
              <a:off x="390603" y="464713"/>
              <a:ext cx="1008000" cy="1008000"/>
            </a:xfrm>
            <a:prstGeom prst="halfFrame">
              <a:avLst/>
            </a:prstGeom>
            <a:solidFill>
              <a:schemeClr val="bg1"/>
            </a:solidFill>
            <a:ln w="38100" cap="sq"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3E6A992-B0A8-4DE5-ACD1-3DD0624126C8}"/>
              </a:ext>
            </a:extLst>
          </p:cNvPr>
          <p:cNvSpPr txBox="1"/>
          <p:nvPr/>
        </p:nvSpPr>
        <p:spPr>
          <a:xfrm>
            <a:off x="470751" y="463848"/>
            <a:ext cx="6496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A87B98A-11CD-412D-B93A-33029A800571}"/>
              </a:ext>
            </a:extLst>
          </p:cNvPr>
          <p:cNvSpPr txBox="1"/>
          <p:nvPr/>
        </p:nvSpPr>
        <p:spPr>
          <a:xfrm>
            <a:off x="399000" y="1704408"/>
            <a:ext cx="108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1565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-89210" y="189000"/>
            <a:ext cx="972221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29EF5F9-28D7-4A7E-96CE-631263FE1B58}"/>
              </a:ext>
            </a:extLst>
          </p:cNvPr>
          <p:cNvSpPr/>
          <p:nvPr/>
        </p:nvSpPr>
        <p:spPr>
          <a:xfrm>
            <a:off x="273000" y="0"/>
            <a:ext cx="1332000" cy="6857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5DE6F7F-BE9C-4649-80F3-98D5BDB3B868}"/>
              </a:ext>
            </a:extLst>
          </p:cNvPr>
          <p:cNvSpPr txBox="1"/>
          <p:nvPr/>
        </p:nvSpPr>
        <p:spPr>
          <a:xfrm>
            <a:off x="8530684" y="6010587"/>
            <a:ext cx="649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24C0545-A4DF-4178-A98C-8703093E9EF5}"/>
              </a:ext>
            </a:extLst>
          </p:cNvPr>
          <p:cNvSpPr txBox="1"/>
          <p:nvPr/>
        </p:nvSpPr>
        <p:spPr>
          <a:xfrm>
            <a:off x="2200205" y="706238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7AC4E831-D36A-4A58-9D40-0560A199ED3A}"/>
              </a:ext>
            </a:extLst>
          </p:cNvPr>
          <p:cNvGrpSpPr/>
          <p:nvPr/>
        </p:nvGrpSpPr>
        <p:grpSpPr>
          <a:xfrm>
            <a:off x="435000" y="463848"/>
            <a:ext cx="1008000" cy="1008000"/>
            <a:chOff x="390603" y="464713"/>
            <a:chExt cx="1008000" cy="1008000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ED02D080-599E-4CCD-BAD4-1055129520CA}"/>
                </a:ext>
              </a:extLst>
            </p:cNvPr>
            <p:cNvSpPr/>
            <p:nvPr/>
          </p:nvSpPr>
          <p:spPr>
            <a:xfrm>
              <a:off x="390603" y="464713"/>
              <a:ext cx="1008000" cy="1008000"/>
            </a:xfrm>
            <a:prstGeom prst="rect">
              <a:avLst/>
            </a:prstGeom>
            <a:solidFill>
              <a:schemeClr val="accent1"/>
            </a:solidFill>
            <a:ln w="38100" cap="sq"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フレーム (半分) 14">
              <a:extLst>
                <a:ext uri="{FF2B5EF4-FFF2-40B4-BE49-F238E27FC236}">
                  <a16:creationId xmlns:a16="http://schemas.microsoft.com/office/drawing/2014/main" id="{8DBD85FA-FBF8-4A43-9285-B89A697CACA9}"/>
                </a:ext>
              </a:extLst>
            </p:cNvPr>
            <p:cNvSpPr/>
            <p:nvPr/>
          </p:nvSpPr>
          <p:spPr>
            <a:xfrm flipH="1" flipV="1">
              <a:off x="390603" y="464713"/>
              <a:ext cx="1008000" cy="1008000"/>
            </a:xfrm>
            <a:prstGeom prst="halfFrame">
              <a:avLst/>
            </a:prstGeom>
            <a:solidFill>
              <a:schemeClr val="bg1"/>
            </a:solidFill>
            <a:ln w="38100" cap="sq"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3E6A992-B0A8-4DE5-ACD1-3DD0624126C8}"/>
              </a:ext>
            </a:extLst>
          </p:cNvPr>
          <p:cNvSpPr txBox="1"/>
          <p:nvPr/>
        </p:nvSpPr>
        <p:spPr>
          <a:xfrm>
            <a:off x="470751" y="463848"/>
            <a:ext cx="6496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A87B98A-11CD-412D-B93A-33029A800571}"/>
              </a:ext>
            </a:extLst>
          </p:cNvPr>
          <p:cNvSpPr txBox="1"/>
          <p:nvPr/>
        </p:nvSpPr>
        <p:spPr>
          <a:xfrm>
            <a:off x="399000" y="1704408"/>
            <a:ext cx="108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203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-89210" y="189000"/>
            <a:ext cx="972221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29EF5F9-28D7-4A7E-96CE-631263FE1B58}"/>
              </a:ext>
            </a:extLst>
          </p:cNvPr>
          <p:cNvSpPr/>
          <p:nvPr/>
        </p:nvSpPr>
        <p:spPr>
          <a:xfrm>
            <a:off x="273000" y="0"/>
            <a:ext cx="1332000" cy="6857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5DE6F7F-BE9C-4649-80F3-98D5BDB3B868}"/>
              </a:ext>
            </a:extLst>
          </p:cNvPr>
          <p:cNvSpPr txBox="1"/>
          <p:nvPr/>
        </p:nvSpPr>
        <p:spPr>
          <a:xfrm>
            <a:off x="8530684" y="6010587"/>
            <a:ext cx="649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24C0545-A4DF-4178-A98C-8703093E9EF5}"/>
              </a:ext>
            </a:extLst>
          </p:cNvPr>
          <p:cNvSpPr txBox="1"/>
          <p:nvPr/>
        </p:nvSpPr>
        <p:spPr>
          <a:xfrm>
            <a:off x="2200205" y="706238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7AC4E831-D36A-4A58-9D40-0560A199ED3A}"/>
              </a:ext>
            </a:extLst>
          </p:cNvPr>
          <p:cNvGrpSpPr/>
          <p:nvPr/>
        </p:nvGrpSpPr>
        <p:grpSpPr>
          <a:xfrm>
            <a:off x="435000" y="463848"/>
            <a:ext cx="1008000" cy="1008000"/>
            <a:chOff x="390603" y="464713"/>
            <a:chExt cx="1008000" cy="1008000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ED02D080-599E-4CCD-BAD4-1055129520CA}"/>
                </a:ext>
              </a:extLst>
            </p:cNvPr>
            <p:cNvSpPr/>
            <p:nvPr/>
          </p:nvSpPr>
          <p:spPr>
            <a:xfrm>
              <a:off x="390603" y="464713"/>
              <a:ext cx="1008000" cy="1008000"/>
            </a:xfrm>
            <a:prstGeom prst="rect">
              <a:avLst/>
            </a:prstGeom>
            <a:solidFill>
              <a:schemeClr val="accent1"/>
            </a:solidFill>
            <a:ln w="38100" cap="sq"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フレーム (半分) 14">
              <a:extLst>
                <a:ext uri="{FF2B5EF4-FFF2-40B4-BE49-F238E27FC236}">
                  <a16:creationId xmlns:a16="http://schemas.microsoft.com/office/drawing/2014/main" id="{8DBD85FA-FBF8-4A43-9285-B89A697CACA9}"/>
                </a:ext>
              </a:extLst>
            </p:cNvPr>
            <p:cNvSpPr/>
            <p:nvPr/>
          </p:nvSpPr>
          <p:spPr>
            <a:xfrm flipH="1" flipV="1">
              <a:off x="390603" y="464713"/>
              <a:ext cx="1008000" cy="1008000"/>
            </a:xfrm>
            <a:prstGeom prst="halfFrame">
              <a:avLst/>
            </a:prstGeom>
            <a:solidFill>
              <a:schemeClr val="bg1"/>
            </a:solidFill>
            <a:ln w="38100" cap="sq"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3E6A992-B0A8-4DE5-ACD1-3DD0624126C8}"/>
              </a:ext>
            </a:extLst>
          </p:cNvPr>
          <p:cNvSpPr txBox="1"/>
          <p:nvPr/>
        </p:nvSpPr>
        <p:spPr>
          <a:xfrm>
            <a:off x="470751" y="463848"/>
            <a:ext cx="6496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A87B98A-11CD-412D-B93A-33029A800571}"/>
              </a:ext>
            </a:extLst>
          </p:cNvPr>
          <p:cNvSpPr txBox="1"/>
          <p:nvPr/>
        </p:nvSpPr>
        <p:spPr>
          <a:xfrm>
            <a:off x="399000" y="1704408"/>
            <a:ext cx="108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-89210" y="189000"/>
            <a:ext cx="972221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29EF5F9-28D7-4A7E-96CE-631263FE1B58}"/>
              </a:ext>
            </a:extLst>
          </p:cNvPr>
          <p:cNvSpPr/>
          <p:nvPr/>
        </p:nvSpPr>
        <p:spPr>
          <a:xfrm>
            <a:off x="273000" y="0"/>
            <a:ext cx="1332000" cy="6857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5DE6F7F-BE9C-4649-80F3-98D5BDB3B868}"/>
              </a:ext>
            </a:extLst>
          </p:cNvPr>
          <p:cNvSpPr txBox="1"/>
          <p:nvPr/>
        </p:nvSpPr>
        <p:spPr>
          <a:xfrm>
            <a:off x="8530684" y="6010587"/>
            <a:ext cx="649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24C0545-A4DF-4178-A98C-8703093E9EF5}"/>
              </a:ext>
            </a:extLst>
          </p:cNvPr>
          <p:cNvSpPr txBox="1"/>
          <p:nvPr/>
        </p:nvSpPr>
        <p:spPr>
          <a:xfrm>
            <a:off x="2200205" y="706238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7AC4E831-D36A-4A58-9D40-0560A199ED3A}"/>
              </a:ext>
            </a:extLst>
          </p:cNvPr>
          <p:cNvGrpSpPr/>
          <p:nvPr/>
        </p:nvGrpSpPr>
        <p:grpSpPr>
          <a:xfrm>
            <a:off x="435000" y="463848"/>
            <a:ext cx="1008000" cy="1008000"/>
            <a:chOff x="390603" y="464713"/>
            <a:chExt cx="1008000" cy="1008000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ED02D080-599E-4CCD-BAD4-1055129520CA}"/>
                </a:ext>
              </a:extLst>
            </p:cNvPr>
            <p:cNvSpPr/>
            <p:nvPr/>
          </p:nvSpPr>
          <p:spPr>
            <a:xfrm>
              <a:off x="390603" y="464713"/>
              <a:ext cx="1008000" cy="1008000"/>
            </a:xfrm>
            <a:prstGeom prst="rect">
              <a:avLst/>
            </a:prstGeom>
            <a:solidFill>
              <a:schemeClr val="accent1"/>
            </a:solidFill>
            <a:ln w="38100" cap="sq"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フレーム (半分) 14">
              <a:extLst>
                <a:ext uri="{FF2B5EF4-FFF2-40B4-BE49-F238E27FC236}">
                  <a16:creationId xmlns:a16="http://schemas.microsoft.com/office/drawing/2014/main" id="{8DBD85FA-FBF8-4A43-9285-B89A697CACA9}"/>
                </a:ext>
              </a:extLst>
            </p:cNvPr>
            <p:cNvSpPr/>
            <p:nvPr/>
          </p:nvSpPr>
          <p:spPr>
            <a:xfrm flipH="1" flipV="1">
              <a:off x="390603" y="464713"/>
              <a:ext cx="1008000" cy="1008000"/>
            </a:xfrm>
            <a:prstGeom prst="halfFrame">
              <a:avLst/>
            </a:prstGeom>
            <a:solidFill>
              <a:schemeClr val="bg1"/>
            </a:solidFill>
            <a:ln w="38100" cap="sq"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3E6A992-B0A8-4DE5-ACD1-3DD0624126C8}"/>
              </a:ext>
            </a:extLst>
          </p:cNvPr>
          <p:cNvSpPr txBox="1"/>
          <p:nvPr/>
        </p:nvSpPr>
        <p:spPr>
          <a:xfrm>
            <a:off x="470751" y="463848"/>
            <a:ext cx="6496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A87B98A-11CD-412D-B93A-33029A800571}"/>
              </a:ext>
            </a:extLst>
          </p:cNvPr>
          <p:cNvSpPr txBox="1"/>
          <p:nvPr/>
        </p:nvSpPr>
        <p:spPr>
          <a:xfrm>
            <a:off x="399000" y="1704408"/>
            <a:ext cx="108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032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-89210" y="189000"/>
            <a:ext cx="972221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29EF5F9-28D7-4A7E-96CE-631263FE1B58}"/>
              </a:ext>
            </a:extLst>
          </p:cNvPr>
          <p:cNvSpPr/>
          <p:nvPr/>
        </p:nvSpPr>
        <p:spPr>
          <a:xfrm>
            <a:off x="273000" y="0"/>
            <a:ext cx="1332000" cy="6857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5DE6F7F-BE9C-4649-80F3-98D5BDB3B868}"/>
              </a:ext>
            </a:extLst>
          </p:cNvPr>
          <p:cNvSpPr txBox="1"/>
          <p:nvPr/>
        </p:nvSpPr>
        <p:spPr>
          <a:xfrm>
            <a:off x="8530684" y="6010587"/>
            <a:ext cx="649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24C0545-A4DF-4178-A98C-8703093E9EF5}"/>
              </a:ext>
            </a:extLst>
          </p:cNvPr>
          <p:cNvSpPr txBox="1"/>
          <p:nvPr/>
        </p:nvSpPr>
        <p:spPr>
          <a:xfrm>
            <a:off x="2200205" y="706238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7AC4E831-D36A-4A58-9D40-0560A199ED3A}"/>
              </a:ext>
            </a:extLst>
          </p:cNvPr>
          <p:cNvGrpSpPr/>
          <p:nvPr/>
        </p:nvGrpSpPr>
        <p:grpSpPr>
          <a:xfrm>
            <a:off x="435000" y="463848"/>
            <a:ext cx="1008000" cy="1008000"/>
            <a:chOff x="390603" y="464713"/>
            <a:chExt cx="1008000" cy="1008000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ED02D080-599E-4CCD-BAD4-1055129520CA}"/>
                </a:ext>
              </a:extLst>
            </p:cNvPr>
            <p:cNvSpPr/>
            <p:nvPr/>
          </p:nvSpPr>
          <p:spPr>
            <a:xfrm>
              <a:off x="390603" y="464713"/>
              <a:ext cx="1008000" cy="1008000"/>
            </a:xfrm>
            <a:prstGeom prst="rect">
              <a:avLst/>
            </a:prstGeom>
            <a:solidFill>
              <a:schemeClr val="accent1"/>
            </a:solidFill>
            <a:ln w="38100" cap="sq"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フレーム (半分) 14">
              <a:extLst>
                <a:ext uri="{FF2B5EF4-FFF2-40B4-BE49-F238E27FC236}">
                  <a16:creationId xmlns:a16="http://schemas.microsoft.com/office/drawing/2014/main" id="{8DBD85FA-FBF8-4A43-9285-B89A697CACA9}"/>
                </a:ext>
              </a:extLst>
            </p:cNvPr>
            <p:cNvSpPr/>
            <p:nvPr/>
          </p:nvSpPr>
          <p:spPr>
            <a:xfrm flipH="1" flipV="1">
              <a:off x="390603" y="464713"/>
              <a:ext cx="1008000" cy="1008000"/>
            </a:xfrm>
            <a:prstGeom prst="halfFrame">
              <a:avLst/>
            </a:prstGeom>
            <a:solidFill>
              <a:schemeClr val="bg1"/>
            </a:solidFill>
            <a:ln w="38100" cap="sq"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3E6A992-B0A8-4DE5-ACD1-3DD0624126C8}"/>
              </a:ext>
            </a:extLst>
          </p:cNvPr>
          <p:cNvSpPr txBox="1"/>
          <p:nvPr/>
        </p:nvSpPr>
        <p:spPr>
          <a:xfrm>
            <a:off x="470751" y="463848"/>
            <a:ext cx="6496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A87B98A-11CD-412D-B93A-33029A800571}"/>
              </a:ext>
            </a:extLst>
          </p:cNvPr>
          <p:cNvSpPr txBox="1"/>
          <p:nvPr/>
        </p:nvSpPr>
        <p:spPr>
          <a:xfrm>
            <a:off x="399000" y="1704408"/>
            <a:ext cx="108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822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209</TotalTime>
  <Words>85</Words>
  <Application>Microsoft Office PowerPoint</Application>
  <PresentationFormat>A4 210 x 297 mm</PresentationFormat>
  <Paragraphs>20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29</cp:revision>
  <dcterms:created xsi:type="dcterms:W3CDTF">2017-11-09T07:26:57Z</dcterms:created>
  <dcterms:modified xsi:type="dcterms:W3CDTF">2018-03-05T04:54:22Z</dcterms:modified>
</cp:coreProperties>
</file>