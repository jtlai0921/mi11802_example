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ACF1238-82E7-4918-A189-11051289BA22}"/>
              </a:ext>
            </a:extLst>
          </p:cNvPr>
          <p:cNvGrpSpPr/>
          <p:nvPr/>
        </p:nvGrpSpPr>
        <p:grpSpPr>
          <a:xfrm>
            <a:off x="220133" y="1"/>
            <a:ext cx="4093104" cy="6858001"/>
            <a:chOff x="220133" y="1"/>
            <a:chExt cx="4093104" cy="6858001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605DDD9F-821E-451B-98B3-9A338BB85A46}"/>
                </a:ext>
              </a:extLst>
            </p:cNvPr>
            <p:cNvSpPr/>
            <p:nvPr/>
          </p:nvSpPr>
          <p:spPr bwMode="auto">
            <a:xfrm>
              <a:off x="694795" y="1"/>
              <a:ext cx="1479021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08B363F-3564-41C2-AD93-8D3723EF678F}"/>
                </a:ext>
              </a:extLst>
            </p:cNvPr>
            <p:cNvSpPr/>
            <p:nvPr/>
          </p:nvSpPr>
          <p:spPr bwMode="auto">
            <a:xfrm>
              <a:off x="220133" y="1"/>
              <a:ext cx="144806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B517D43B-ACB8-4C11-8614-18D32AE1FC4B}"/>
                </a:ext>
              </a:extLst>
            </p:cNvPr>
            <p:cNvSpPr/>
            <p:nvPr/>
          </p:nvSpPr>
          <p:spPr bwMode="auto">
            <a:xfrm>
              <a:off x="225293" y="3776664"/>
              <a:ext cx="2098146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C083DDF7-05AE-4001-9412-8A3BD4CBC276}"/>
                </a:ext>
              </a:extLst>
            </p:cNvPr>
            <p:cNvSpPr/>
            <p:nvPr/>
          </p:nvSpPr>
          <p:spPr bwMode="auto">
            <a:xfrm>
              <a:off x="699955" y="3886201"/>
              <a:ext cx="2571089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32A4391-983B-4124-B0CD-EC541A92C800}"/>
                </a:ext>
              </a:extLst>
            </p:cNvPr>
            <p:cNvSpPr/>
            <p:nvPr/>
          </p:nvSpPr>
          <p:spPr bwMode="auto">
            <a:xfrm>
              <a:off x="694795" y="3881439"/>
              <a:ext cx="3618442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A56546FE-BD73-4317-80EB-15D687EC52A9}"/>
                </a:ext>
              </a:extLst>
            </p:cNvPr>
            <p:cNvSpPr/>
            <p:nvPr/>
          </p:nvSpPr>
          <p:spPr bwMode="auto">
            <a:xfrm>
              <a:off x="220133" y="3771901"/>
              <a:ext cx="2882371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DED9C91-7D8B-421D-A51C-11DAB3FB3491}"/>
                </a:ext>
              </a:extLst>
            </p:cNvPr>
            <p:cNvSpPr/>
            <p:nvPr/>
          </p:nvSpPr>
          <p:spPr bwMode="auto">
            <a:xfrm>
              <a:off x="220133" y="3771900"/>
              <a:ext cx="392113" cy="90488"/>
            </a:xfrm>
            <a:custGeom>
              <a:avLst/>
              <a:gdLst/>
              <a:ahLst/>
              <a:cxnLst/>
              <a:rect l="0" t="0" r="r" b="b"/>
              <a:pathLst>
                <a:path w="228" h="57">
                  <a:moveTo>
                    <a:pt x="228" y="57"/>
                  </a:moveTo>
                  <a:lnTo>
                    <a:pt x="0" y="0"/>
                  </a:lnTo>
                  <a:lnTo>
                    <a:pt x="222" y="54"/>
                  </a:lnTo>
                  <a:lnTo>
                    <a:pt x="228" y="57"/>
                  </a:lnTo>
                  <a:close/>
                </a:path>
              </a:pathLst>
            </a:custGeom>
            <a:solidFill>
              <a:srgbClr val="29AB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251BCA05-4FDA-4835-BAC2-9C4564F6DF87}"/>
                </a:ext>
              </a:extLst>
            </p:cNvPr>
            <p:cNvSpPr/>
            <p:nvPr/>
          </p:nvSpPr>
          <p:spPr bwMode="auto">
            <a:xfrm>
              <a:off x="607088" y="3867150"/>
              <a:ext cx="67072" cy="80963"/>
            </a:xfrm>
            <a:custGeom>
              <a:avLst/>
              <a:gdLst/>
              <a:ahLst/>
              <a:cxnLst/>
              <a:rect l="0" t="0" r="r" b="b"/>
              <a:pathLst>
                <a:path w="39" h="51">
                  <a:moveTo>
                    <a:pt x="0" y="0"/>
                  </a:moveTo>
                  <a:lnTo>
                    <a:pt x="39" y="5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AB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489B004-8478-42D7-A1E2-C3F3F1B70040}"/>
              </a:ext>
            </a:extLst>
          </p:cNvPr>
          <p:cNvSpPr txBox="1"/>
          <p:nvPr/>
        </p:nvSpPr>
        <p:spPr>
          <a:xfrm>
            <a:off x="2323439" y="894937"/>
            <a:ext cx="74479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48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48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r>
              <a:rPr kumimoji="1" lang="zh-TW" altLang="en-US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8E9E986-79BF-4860-81B9-01A33576C72F}"/>
              </a:ext>
            </a:extLst>
          </p:cNvPr>
          <p:cNvSpPr txBox="1"/>
          <p:nvPr/>
        </p:nvSpPr>
        <p:spPr>
          <a:xfrm>
            <a:off x="2323439" y="4609966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16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EEB8727-3592-45E7-8E5D-A8A578521FCC}"/>
              </a:ext>
            </a:extLst>
          </p:cNvPr>
          <p:cNvSpPr txBox="1"/>
          <p:nvPr/>
        </p:nvSpPr>
        <p:spPr>
          <a:xfrm>
            <a:off x="2323439" y="2779443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29</cp:revision>
  <dcterms:created xsi:type="dcterms:W3CDTF">2017-11-09T07:26:57Z</dcterms:created>
  <dcterms:modified xsi:type="dcterms:W3CDTF">2018-10-03T09:01:28Z</dcterms:modified>
</cp:coreProperties>
</file>