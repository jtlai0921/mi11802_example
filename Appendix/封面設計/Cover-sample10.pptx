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F90287E0-EF1B-4C4A-857D-E2256ED7317E}"/>
              </a:ext>
            </a:extLst>
          </p:cNvPr>
          <p:cNvSpPr/>
          <p:nvPr/>
        </p:nvSpPr>
        <p:spPr>
          <a:xfrm>
            <a:off x="6017342" y="0"/>
            <a:ext cx="3888657" cy="6858000"/>
          </a:xfrm>
          <a:custGeom>
            <a:avLst/>
            <a:gdLst>
              <a:gd name="connsiteX0" fmla="*/ 274970 w 532040"/>
              <a:gd name="connsiteY0" fmla="*/ 0 h 914400"/>
              <a:gd name="connsiteX1" fmla="*/ 532040 w 532040"/>
              <a:gd name="connsiteY1" fmla="*/ 0 h 914400"/>
              <a:gd name="connsiteX2" fmla="*/ 532040 w 532040"/>
              <a:gd name="connsiteY2" fmla="*/ 914400 h 914400"/>
              <a:gd name="connsiteX3" fmla="*/ 0 w 532040"/>
              <a:gd name="connsiteY3" fmla="*/ 914400 h 914400"/>
              <a:gd name="connsiteX4" fmla="*/ 128568 w 532040"/>
              <a:gd name="connsiteY4" fmla="*/ 830273 h 914400"/>
              <a:gd name="connsiteX5" fmla="*/ 401344 w 532040"/>
              <a:gd name="connsiteY5" fmla="*/ 234425 h 914400"/>
              <a:gd name="connsiteX6" fmla="*/ 282533 w 532040"/>
              <a:gd name="connsiteY6" fmla="*/ 6598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040" h="914400">
                <a:moveTo>
                  <a:pt x="274970" y="0"/>
                </a:moveTo>
                <a:lnTo>
                  <a:pt x="532040" y="0"/>
                </a:lnTo>
                <a:lnTo>
                  <a:pt x="532040" y="914400"/>
                </a:lnTo>
                <a:lnTo>
                  <a:pt x="0" y="914400"/>
                </a:lnTo>
                <a:lnTo>
                  <a:pt x="128568" y="830273"/>
                </a:lnTo>
                <a:cubicBezTo>
                  <a:pt x="335041" y="670177"/>
                  <a:pt x="446458" y="449119"/>
                  <a:pt x="401344" y="234425"/>
                </a:cubicBezTo>
                <a:cubicBezTo>
                  <a:pt x="383298" y="148548"/>
                  <a:pt x="341916" y="71818"/>
                  <a:pt x="282533" y="6598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1229033" y="932169"/>
            <a:ext cx="74479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6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36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72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72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</a:t>
            </a:r>
            <a:br>
              <a:rPr kumimoji="1" lang="en-US" altLang="ja-JP" sz="72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zh-TW" altLang="en-US" sz="3600" b="1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活動</a:t>
            </a:r>
            <a:endParaRPr kumimoji="1" lang="ja-JP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77B509-07FF-43A2-84B7-5EA0337BC01A}"/>
              </a:ext>
            </a:extLst>
          </p:cNvPr>
          <p:cNvSpPr txBox="1"/>
          <p:nvPr/>
        </p:nvSpPr>
        <p:spPr>
          <a:xfrm>
            <a:off x="2779529" y="5773099"/>
            <a:ext cx="434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2782530" y="3913760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39</cp:revision>
  <dcterms:created xsi:type="dcterms:W3CDTF">2017-11-09T07:26:57Z</dcterms:created>
  <dcterms:modified xsi:type="dcterms:W3CDTF">2018-10-03T08:55:18Z</dcterms:modified>
</cp:coreProperties>
</file>