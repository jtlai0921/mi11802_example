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14">
            <a:extLst>
              <a:ext uri="{FF2B5EF4-FFF2-40B4-BE49-F238E27FC236}">
                <a16:creationId xmlns:a16="http://schemas.microsoft.com/office/drawing/2014/main" id="{841BA1C0-FF6E-4104-923E-2BCCBB3E0D8C}"/>
              </a:ext>
            </a:extLst>
          </p:cNvPr>
          <p:cNvSpPr/>
          <p:nvPr/>
        </p:nvSpPr>
        <p:spPr>
          <a:xfrm>
            <a:off x="1179870" y="0"/>
            <a:ext cx="6562725" cy="6858000"/>
          </a:xfrm>
          <a:custGeom>
            <a:avLst/>
            <a:gdLst>
              <a:gd name="connsiteX0" fmla="*/ 0 w 6562725"/>
              <a:gd name="connsiteY0" fmla="*/ 0 h 6857999"/>
              <a:gd name="connsiteX1" fmla="*/ 6562725 w 6562725"/>
              <a:gd name="connsiteY1" fmla="*/ 0 h 6857999"/>
              <a:gd name="connsiteX2" fmla="*/ 6562725 w 6562725"/>
              <a:gd name="connsiteY2" fmla="*/ 6857999 h 6857999"/>
              <a:gd name="connsiteX3" fmla="*/ 0 w 6562725"/>
              <a:gd name="connsiteY3" fmla="*/ 6857999 h 6857999"/>
              <a:gd name="connsiteX4" fmla="*/ 0 w 6562725"/>
              <a:gd name="connsiteY4" fmla="*/ 0 h 6857999"/>
              <a:gd name="connsiteX0" fmla="*/ 0 w 6562725"/>
              <a:gd name="connsiteY0" fmla="*/ 0 h 6857999"/>
              <a:gd name="connsiteX1" fmla="*/ 3996814 w 6562725"/>
              <a:gd name="connsiteY1" fmla="*/ 1 h 6857999"/>
              <a:gd name="connsiteX2" fmla="*/ 6562725 w 6562725"/>
              <a:gd name="connsiteY2" fmla="*/ 0 h 6857999"/>
              <a:gd name="connsiteX3" fmla="*/ 6562725 w 6562725"/>
              <a:gd name="connsiteY3" fmla="*/ 6857999 h 6857999"/>
              <a:gd name="connsiteX4" fmla="*/ 0 w 6562725"/>
              <a:gd name="connsiteY4" fmla="*/ 6857999 h 6857999"/>
              <a:gd name="connsiteX5" fmla="*/ 0 w 6562725"/>
              <a:gd name="connsiteY5" fmla="*/ 0 h 6857999"/>
              <a:gd name="connsiteX0" fmla="*/ 0 w 6562725"/>
              <a:gd name="connsiteY0" fmla="*/ 0 h 6857999"/>
              <a:gd name="connsiteX1" fmla="*/ 3996814 w 6562725"/>
              <a:gd name="connsiteY1" fmla="*/ 1 h 6857999"/>
              <a:gd name="connsiteX2" fmla="*/ 3996814 w 6562725"/>
              <a:gd name="connsiteY2" fmla="*/ 1 h 6857999"/>
              <a:gd name="connsiteX3" fmla="*/ 6562725 w 6562725"/>
              <a:gd name="connsiteY3" fmla="*/ 0 h 6857999"/>
              <a:gd name="connsiteX4" fmla="*/ 6562725 w 6562725"/>
              <a:gd name="connsiteY4" fmla="*/ 6857999 h 6857999"/>
              <a:gd name="connsiteX5" fmla="*/ 0 w 6562725"/>
              <a:gd name="connsiteY5" fmla="*/ 6857999 h 6857999"/>
              <a:gd name="connsiteX6" fmla="*/ 0 w 6562725"/>
              <a:gd name="connsiteY6" fmla="*/ 0 h 6857999"/>
              <a:gd name="connsiteX0" fmla="*/ 0 w 6562725"/>
              <a:gd name="connsiteY0" fmla="*/ 0 h 6857999"/>
              <a:gd name="connsiteX1" fmla="*/ 3996814 w 6562725"/>
              <a:gd name="connsiteY1" fmla="*/ 1 h 6857999"/>
              <a:gd name="connsiteX2" fmla="*/ 3996814 w 6562725"/>
              <a:gd name="connsiteY2" fmla="*/ 1 h 6857999"/>
              <a:gd name="connsiteX3" fmla="*/ 6562725 w 6562725"/>
              <a:gd name="connsiteY3" fmla="*/ 6857999 h 6857999"/>
              <a:gd name="connsiteX4" fmla="*/ 0 w 6562725"/>
              <a:gd name="connsiteY4" fmla="*/ 6857999 h 6857999"/>
              <a:gd name="connsiteX5" fmla="*/ 0 w 6562725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2725" h="6857999">
                <a:moveTo>
                  <a:pt x="0" y="0"/>
                </a:moveTo>
                <a:lnTo>
                  <a:pt x="3996814" y="1"/>
                </a:lnTo>
                <a:lnTo>
                  <a:pt x="3996814" y="1"/>
                </a:lnTo>
                <a:lnTo>
                  <a:pt x="6562725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9" name="正方形/長方形 14">
            <a:extLst>
              <a:ext uri="{FF2B5EF4-FFF2-40B4-BE49-F238E27FC236}">
                <a16:creationId xmlns:a16="http://schemas.microsoft.com/office/drawing/2014/main" id="{AB747E5C-F191-4B0C-B6A7-3EB5651EDCC0}"/>
              </a:ext>
            </a:extLst>
          </p:cNvPr>
          <p:cNvSpPr/>
          <p:nvPr/>
        </p:nvSpPr>
        <p:spPr>
          <a:xfrm>
            <a:off x="589935" y="0"/>
            <a:ext cx="6562725" cy="6858000"/>
          </a:xfrm>
          <a:custGeom>
            <a:avLst/>
            <a:gdLst>
              <a:gd name="connsiteX0" fmla="*/ 0 w 6562725"/>
              <a:gd name="connsiteY0" fmla="*/ 0 h 6857999"/>
              <a:gd name="connsiteX1" fmla="*/ 6562725 w 6562725"/>
              <a:gd name="connsiteY1" fmla="*/ 0 h 6857999"/>
              <a:gd name="connsiteX2" fmla="*/ 6562725 w 6562725"/>
              <a:gd name="connsiteY2" fmla="*/ 6857999 h 6857999"/>
              <a:gd name="connsiteX3" fmla="*/ 0 w 6562725"/>
              <a:gd name="connsiteY3" fmla="*/ 6857999 h 6857999"/>
              <a:gd name="connsiteX4" fmla="*/ 0 w 6562725"/>
              <a:gd name="connsiteY4" fmla="*/ 0 h 6857999"/>
              <a:gd name="connsiteX0" fmla="*/ 0 w 6562725"/>
              <a:gd name="connsiteY0" fmla="*/ 0 h 6857999"/>
              <a:gd name="connsiteX1" fmla="*/ 3996814 w 6562725"/>
              <a:gd name="connsiteY1" fmla="*/ 1 h 6857999"/>
              <a:gd name="connsiteX2" fmla="*/ 6562725 w 6562725"/>
              <a:gd name="connsiteY2" fmla="*/ 0 h 6857999"/>
              <a:gd name="connsiteX3" fmla="*/ 6562725 w 6562725"/>
              <a:gd name="connsiteY3" fmla="*/ 6857999 h 6857999"/>
              <a:gd name="connsiteX4" fmla="*/ 0 w 6562725"/>
              <a:gd name="connsiteY4" fmla="*/ 6857999 h 6857999"/>
              <a:gd name="connsiteX5" fmla="*/ 0 w 6562725"/>
              <a:gd name="connsiteY5" fmla="*/ 0 h 6857999"/>
              <a:gd name="connsiteX0" fmla="*/ 0 w 6562725"/>
              <a:gd name="connsiteY0" fmla="*/ 0 h 6857999"/>
              <a:gd name="connsiteX1" fmla="*/ 3996814 w 6562725"/>
              <a:gd name="connsiteY1" fmla="*/ 1 h 6857999"/>
              <a:gd name="connsiteX2" fmla="*/ 3996814 w 6562725"/>
              <a:gd name="connsiteY2" fmla="*/ 1 h 6857999"/>
              <a:gd name="connsiteX3" fmla="*/ 6562725 w 6562725"/>
              <a:gd name="connsiteY3" fmla="*/ 0 h 6857999"/>
              <a:gd name="connsiteX4" fmla="*/ 6562725 w 6562725"/>
              <a:gd name="connsiteY4" fmla="*/ 6857999 h 6857999"/>
              <a:gd name="connsiteX5" fmla="*/ 0 w 6562725"/>
              <a:gd name="connsiteY5" fmla="*/ 6857999 h 6857999"/>
              <a:gd name="connsiteX6" fmla="*/ 0 w 6562725"/>
              <a:gd name="connsiteY6" fmla="*/ 0 h 6857999"/>
              <a:gd name="connsiteX0" fmla="*/ 0 w 6562725"/>
              <a:gd name="connsiteY0" fmla="*/ 0 h 6857999"/>
              <a:gd name="connsiteX1" fmla="*/ 3996814 w 6562725"/>
              <a:gd name="connsiteY1" fmla="*/ 1 h 6857999"/>
              <a:gd name="connsiteX2" fmla="*/ 3996814 w 6562725"/>
              <a:gd name="connsiteY2" fmla="*/ 1 h 6857999"/>
              <a:gd name="connsiteX3" fmla="*/ 6562725 w 6562725"/>
              <a:gd name="connsiteY3" fmla="*/ 6857999 h 6857999"/>
              <a:gd name="connsiteX4" fmla="*/ 0 w 6562725"/>
              <a:gd name="connsiteY4" fmla="*/ 6857999 h 6857999"/>
              <a:gd name="connsiteX5" fmla="*/ 0 w 6562725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2725" h="6857999">
                <a:moveTo>
                  <a:pt x="0" y="0"/>
                </a:moveTo>
                <a:lnTo>
                  <a:pt x="3996814" y="1"/>
                </a:lnTo>
                <a:lnTo>
                  <a:pt x="3996814" y="1"/>
                </a:lnTo>
                <a:lnTo>
                  <a:pt x="6562725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8" name="正方形/長方形 14">
            <a:extLst>
              <a:ext uri="{FF2B5EF4-FFF2-40B4-BE49-F238E27FC236}">
                <a16:creationId xmlns:a16="http://schemas.microsoft.com/office/drawing/2014/main" id="{D8C1474A-8BF2-463E-9BE1-6420DA0D9C84}"/>
              </a:ext>
            </a:extLst>
          </p:cNvPr>
          <p:cNvSpPr/>
          <p:nvPr/>
        </p:nvSpPr>
        <p:spPr>
          <a:xfrm>
            <a:off x="0" y="0"/>
            <a:ext cx="6562725" cy="6858000"/>
          </a:xfrm>
          <a:custGeom>
            <a:avLst/>
            <a:gdLst>
              <a:gd name="connsiteX0" fmla="*/ 0 w 6562725"/>
              <a:gd name="connsiteY0" fmla="*/ 0 h 6857999"/>
              <a:gd name="connsiteX1" fmla="*/ 6562725 w 6562725"/>
              <a:gd name="connsiteY1" fmla="*/ 0 h 6857999"/>
              <a:gd name="connsiteX2" fmla="*/ 6562725 w 6562725"/>
              <a:gd name="connsiteY2" fmla="*/ 6857999 h 6857999"/>
              <a:gd name="connsiteX3" fmla="*/ 0 w 6562725"/>
              <a:gd name="connsiteY3" fmla="*/ 6857999 h 6857999"/>
              <a:gd name="connsiteX4" fmla="*/ 0 w 6562725"/>
              <a:gd name="connsiteY4" fmla="*/ 0 h 6857999"/>
              <a:gd name="connsiteX0" fmla="*/ 0 w 6562725"/>
              <a:gd name="connsiteY0" fmla="*/ 0 h 6857999"/>
              <a:gd name="connsiteX1" fmla="*/ 3996814 w 6562725"/>
              <a:gd name="connsiteY1" fmla="*/ 1 h 6857999"/>
              <a:gd name="connsiteX2" fmla="*/ 6562725 w 6562725"/>
              <a:gd name="connsiteY2" fmla="*/ 0 h 6857999"/>
              <a:gd name="connsiteX3" fmla="*/ 6562725 w 6562725"/>
              <a:gd name="connsiteY3" fmla="*/ 6857999 h 6857999"/>
              <a:gd name="connsiteX4" fmla="*/ 0 w 6562725"/>
              <a:gd name="connsiteY4" fmla="*/ 6857999 h 6857999"/>
              <a:gd name="connsiteX5" fmla="*/ 0 w 6562725"/>
              <a:gd name="connsiteY5" fmla="*/ 0 h 6857999"/>
              <a:gd name="connsiteX0" fmla="*/ 0 w 6562725"/>
              <a:gd name="connsiteY0" fmla="*/ 0 h 6857999"/>
              <a:gd name="connsiteX1" fmla="*/ 3996814 w 6562725"/>
              <a:gd name="connsiteY1" fmla="*/ 1 h 6857999"/>
              <a:gd name="connsiteX2" fmla="*/ 3996814 w 6562725"/>
              <a:gd name="connsiteY2" fmla="*/ 1 h 6857999"/>
              <a:gd name="connsiteX3" fmla="*/ 6562725 w 6562725"/>
              <a:gd name="connsiteY3" fmla="*/ 0 h 6857999"/>
              <a:gd name="connsiteX4" fmla="*/ 6562725 w 6562725"/>
              <a:gd name="connsiteY4" fmla="*/ 6857999 h 6857999"/>
              <a:gd name="connsiteX5" fmla="*/ 0 w 6562725"/>
              <a:gd name="connsiteY5" fmla="*/ 6857999 h 6857999"/>
              <a:gd name="connsiteX6" fmla="*/ 0 w 6562725"/>
              <a:gd name="connsiteY6" fmla="*/ 0 h 6857999"/>
              <a:gd name="connsiteX0" fmla="*/ 0 w 6562725"/>
              <a:gd name="connsiteY0" fmla="*/ 0 h 6857999"/>
              <a:gd name="connsiteX1" fmla="*/ 3996814 w 6562725"/>
              <a:gd name="connsiteY1" fmla="*/ 1 h 6857999"/>
              <a:gd name="connsiteX2" fmla="*/ 3996814 w 6562725"/>
              <a:gd name="connsiteY2" fmla="*/ 1 h 6857999"/>
              <a:gd name="connsiteX3" fmla="*/ 6562725 w 6562725"/>
              <a:gd name="connsiteY3" fmla="*/ 6857999 h 6857999"/>
              <a:gd name="connsiteX4" fmla="*/ 0 w 6562725"/>
              <a:gd name="connsiteY4" fmla="*/ 6857999 h 6857999"/>
              <a:gd name="connsiteX5" fmla="*/ 0 w 6562725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2725" h="6857999">
                <a:moveTo>
                  <a:pt x="0" y="0"/>
                </a:moveTo>
                <a:lnTo>
                  <a:pt x="3996814" y="1"/>
                </a:lnTo>
                <a:lnTo>
                  <a:pt x="3996814" y="1"/>
                </a:lnTo>
                <a:lnTo>
                  <a:pt x="6562725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434B36-A21A-45EB-BC98-94F55D57E1F3}"/>
              </a:ext>
            </a:extLst>
          </p:cNvPr>
          <p:cNvSpPr txBox="1"/>
          <p:nvPr/>
        </p:nvSpPr>
        <p:spPr>
          <a:xfrm>
            <a:off x="885000" y="920471"/>
            <a:ext cx="36530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br>
              <a:rPr kumimoji="1" lang="en-US" altLang="ja-JP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zh-TW" altLang="en-US" sz="3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3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01F2AD0-8A49-4620-8EB2-45AB0BB4E661}"/>
              </a:ext>
            </a:extLst>
          </p:cNvPr>
          <p:cNvSpPr txBox="1"/>
          <p:nvPr/>
        </p:nvSpPr>
        <p:spPr>
          <a:xfrm>
            <a:off x="885000" y="5773099"/>
            <a:ext cx="365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1600" dirty="0">
              <a:solidFill>
                <a:schemeClr val="bg1"/>
              </a:solidFill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71DB672-D607-4EB0-A9DF-6D61B8FC3D15}"/>
              </a:ext>
            </a:extLst>
          </p:cNvPr>
          <p:cNvSpPr txBox="1"/>
          <p:nvPr/>
        </p:nvSpPr>
        <p:spPr>
          <a:xfrm>
            <a:off x="885000" y="3090446"/>
            <a:ext cx="365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301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28</cp:revision>
  <dcterms:created xsi:type="dcterms:W3CDTF">2017-11-09T07:26:57Z</dcterms:created>
  <dcterms:modified xsi:type="dcterms:W3CDTF">2018-10-03T08:58:14Z</dcterms:modified>
</cp:coreProperties>
</file>