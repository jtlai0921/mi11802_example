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0" y="0"/>
            <a:ext cx="9906000" cy="2880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77B509-07FF-43A2-84B7-5EA0337BC01A}"/>
              </a:ext>
            </a:extLst>
          </p:cNvPr>
          <p:cNvSpPr txBox="1"/>
          <p:nvPr/>
        </p:nvSpPr>
        <p:spPr>
          <a:xfrm>
            <a:off x="2782530" y="5596118"/>
            <a:ext cx="434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2782530" y="3856282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03A5BB2-6484-4937-B6EE-6D2DE2A92091}"/>
              </a:ext>
            </a:extLst>
          </p:cNvPr>
          <p:cNvSpPr/>
          <p:nvPr/>
        </p:nvSpPr>
        <p:spPr>
          <a:xfrm>
            <a:off x="206477" y="216000"/>
            <a:ext cx="4068000" cy="2448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4480954" y="285838"/>
            <a:ext cx="48866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4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4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4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</a:t>
            </a:r>
            <a:br>
              <a:rPr kumimoji="1" lang="en-US" altLang="ja-JP" sz="4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zh-TW" altLang="en-US" sz="4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活動</a:t>
            </a:r>
            <a:endParaRPr kumimoji="1" lang="ja-JP" altLang="en-US" sz="48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29</cp:revision>
  <dcterms:created xsi:type="dcterms:W3CDTF">2017-11-09T07:26:57Z</dcterms:created>
  <dcterms:modified xsi:type="dcterms:W3CDTF">2018-10-03T08:53:21Z</dcterms:modified>
</cp:coreProperties>
</file>