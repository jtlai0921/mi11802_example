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F3A227-A1C2-47C2-BCE2-8D7B4CC2AA1A}"/>
              </a:ext>
            </a:extLst>
          </p:cNvPr>
          <p:cNvSpPr/>
          <p:nvPr/>
        </p:nvSpPr>
        <p:spPr>
          <a:xfrm>
            <a:off x="0" y="0"/>
            <a:ext cx="176980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2298193" y="938757"/>
            <a:ext cx="6137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3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3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倍積分活動</a:t>
            </a:r>
            <a:endParaRPr kumimoji="1" lang="ja-JP" altLang="en-US" sz="3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77B509-07FF-43A2-84B7-5EA0337BC01A}"/>
              </a:ext>
            </a:extLst>
          </p:cNvPr>
          <p:cNvSpPr txBox="1"/>
          <p:nvPr/>
        </p:nvSpPr>
        <p:spPr>
          <a:xfrm rot="5400000">
            <a:off x="-1555959" y="2964119"/>
            <a:ext cx="4881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800" dirty="0">
                <a:solidFill>
                  <a:schemeClr val="bg1"/>
                </a:solidFill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4800" dirty="0">
              <a:solidFill>
                <a:schemeClr val="bg1"/>
              </a:solidFill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2298193" y="3259723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32</cp:revision>
  <dcterms:created xsi:type="dcterms:W3CDTF">2017-11-09T07:26:57Z</dcterms:created>
  <dcterms:modified xsi:type="dcterms:W3CDTF">2018-10-03T08:56:08Z</dcterms:modified>
</cp:coreProperties>
</file>