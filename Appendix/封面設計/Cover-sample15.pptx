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2" y="894937"/>
            <a:ext cx="74479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8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8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1229032" y="5793786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16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1229032" y="2779443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斜め縞 3">
            <a:extLst>
              <a:ext uri="{FF2B5EF4-FFF2-40B4-BE49-F238E27FC236}">
                <a16:creationId xmlns:a16="http://schemas.microsoft.com/office/drawing/2014/main" id="{E2BE537F-37AE-4920-B0FD-4CFA984A26C6}"/>
              </a:ext>
            </a:extLst>
          </p:cNvPr>
          <p:cNvSpPr/>
          <p:nvPr/>
        </p:nvSpPr>
        <p:spPr>
          <a:xfrm rot="5400000" flipH="1">
            <a:off x="5213174" y="2165174"/>
            <a:ext cx="3240492" cy="6145160"/>
          </a:xfrm>
          <a:prstGeom prst="diagStripe">
            <a:avLst>
              <a:gd name="adj" fmla="val 78287"/>
            </a:avLst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斜め縞 11">
            <a:extLst>
              <a:ext uri="{FF2B5EF4-FFF2-40B4-BE49-F238E27FC236}">
                <a16:creationId xmlns:a16="http://schemas.microsoft.com/office/drawing/2014/main" id="{5FF718D2-5223-430D-A737-4B4CED0A02F9}"/>
              </a:ext>
            </a:extLst>
          </p:cNvPr>
          <p:cNvSpPr/>
          <p:nvPr/>
        </p:nvSpPr>
        <p:spPr>
          <a:xfrm rot="5400000" flipH="1">
            <a:off x="5809254" y="2761254"/>
            <a:ext cx="3240492" cy="4953000"/>
          </a:xfrm>
          <a:prstGeom prst="diagStripe">
            <a:avLst>
              <a:gd name="adj" fmla="val 78287"/>
            </a:avLst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斜め縞 12">
            <a:extLst>
              <a:ext uri="{FF2B5EF4-FFF2-40B4-BE49-F238E27FC236}">
                <a16:creationId xmlns:a16="http://schemas.microsoft.com/office/drawing/2014/main" id="{17D8AF47-8213-45B3-8540-0B5440442DB3}"/>
              </a:ext>
            </a:extLst>
          </p:cNvPr>
          <p:cNvSpPr/>
          <p:nvPr/>
        </p:nvSpPr>
        <p:spPr>
          <a:xfrm rot="5400000" flipH="1">
            <a:off x="6338844" y="3290844"/>
            <a:ext cx="3240492" cy="3893820"/>
          </a:xfrm>
          <a:prstGeom prst="diagStripe">
            <a:avLst>
              <a:gd name="adj" fmla="val 78287"/>
            </a:avLst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斜め縞 13">
            <a:extLst>
              <a:ext uri="{FF2B5EF4-FFF2-40B4-BE49-F238E27FC236}">
                <a16:creationId xmlns:a16="http://schemas.microsoft.com/office/drawing/2014/main" id="{CD40C17C-F82F-4BF3-90BD-7816B42424BF}"/>
              </a:ext>
            </a:extLst>
          </p:cNvPr>
          <p:cNvSpPr/>
          <p:nvPr/>
        </p:nvSpPr>
        <p:spPr>
          <a:xfrm rot="5400000" flipH="1">
            <a:off x="6750324" y="3702324"/>
            <a:ext cx="3240492" cy="3070860"/>
          </a:xfrm>
          <a:prstGeom prst="diagStripe">
            <a:avLst>
              <a:gd name="adj" fmla="val 78287"/>
            </a:avLst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5812DF2E-ACC4-46DB-8CDE-411CBA9FDCF0}"/>
              </a:ext>
            </a:extLst>
          </p:cNvPr>
          <p:cNvSpPr/>
          <p:nvPr/>
        </p:nvSpPr>
        <p:spPr>
          <a:xfrm flipH="1">
            <a:off x="7486650" y="4252314"/>
            <a:ext cx="2419350" cy="2605686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44</cp:revision>
  <dcterms:created xsi:type="dcterms:W3CDTF">2017-11-09T07:26:57Z</dcterms:created>
  <dcterms:modified xsi:type="dcterms:W3CDTF">2018-10-03T09:00:31Z</dcterms:modified>
</cp:coreProperties>
</file>