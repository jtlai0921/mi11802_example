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74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309E7AB7-7049-431B-A62C-8C1A8659A6CB}"/>
              </a:ext>
            </a:extLst>
          </p:cNvPr>
          <p:cNvGrpSpPr/>
          <p:nvPr/>
        </p:nvGrpSpPr>
        <p:grpSpPr>
          <a:xfrm>
            <a:off x="-1087818" y="302667"/>
            <a:ext cx="11767712" cy="6708628"/>
            <a:chOff x="-1087818" y="302667"/>
            <a:chExt cx="11767712" cy="6708628"/>
          </a:xfrm>
        </p:grpSpPr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C295FDA4-5E72-4C85-A099-D12D34A1118C}"/>
                </a:ext>
              </a:extLst>
            </p:cNvPr>
            <p:cNvSpPr/>
            <p:nvPr/>
          </p:nvSpPr>
          <p:spPr>
            <a:xfrm rot="18259162">
              <a:off x="3854641" y="186042"/>
              <a:ext cx="6708628" cy="6941878"/>
            </a:xfrm>
            <a:prstGeom prst="arc">
              <a:avLst>
                <a:gd name="adj1" fmla="val 14294647"/>
                <a:gd name="adj2" fmla="val 1273378"/>
              </a:avLst>
            </a:prstGeom>
            <a:noFill/>
            <a:ln w="76200">
              <a:solidFill>
                <a:schemeClr val="accent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弧 16">
              <a:extLst>
                <a:ext uri="{FF2B5EF4-FFF2-40B4-BE49-F238E27FC236}">
                  <a16:creationId xmlns:a16="http://schemas.microsoft.com/office/drawing/2014/main" id="{2D28E386-BE43-426E-8191-B76D1A425178}"/>
                </a:ext>
              </a:extLst>
            </p:cNvPr>
            <p:cNvSpPr/>
            <p:nvPr/>
          </p:nvSpPr>
          <p:spPr>
            <a:xfrm rot="18259162">
              <a:off x="1590421" y="3171370"/>
              <a:ext cx="2902457" cy="3139187"/>
            </a:xfrm>
            <a:prstGeom prst="arc">
              <a:avLst>
                <a:gd name="adj1" fmla="val 15348062"/>
                <a:gd name="adj2" fmla="val 21528723"/>
              </a:avLst>
            </a:prstGeom>
            <a:noFill/>
            <a:ln w="76200">
              <a:solidFill>
                <a:schemeClr val="accent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弧 17">
              <a:extLst>
                <a:ext uri="{FF2B5EF4-FFF2-40B4-BE49-F238E27FC236}">
                  <a16:creationId xmlns:a16="http://schemas.microsoft.com/office/drawing/2014/main" id="{E85C429F-8425-445A-B54F-6D592A9C91DE}"/>
                </a:ext>
              </a:extLst>
            </p:cNvPr>
            <p:cNvSpPr/>
            <p:nvPr/>
          </p:nvSpPr>
          <p:spPr>
            <a:xfrm rot="19800000">
              <a:off x="-484797" y="3632509"/>
              <a:ext cx="2239596" cy="2216907"/>
            </a:xfrm>
            <a:prstGeom prst="arc">
              <a:avLst>
                <a:gd name="adj1" fmla="val 15691592"/>
                <a:gd name="adj2" fmla="val 21528723"/>
              </a:avLst>
            </a:prstGeom>
            <a:noFill/>
            <a:ln w="76200">
              <a:solidFill>
                <a:schemeClr val="accent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弧 18">
              <a:extLst>
                <a:ext uri="{FF2B5EF4-FFF2-40B4-BE49-F238E27FC236}">
                  <a16:creationId xmlns:a16="http://schemas.microsoft.com/office/drawing/2014/main" id="{7918366D-59C3-4197-8CCE-CFA745C82485}"/>
                </a:ext>
              </a:extLst>
            </p:cNvPr>
            <p:cNvSpPr/>
            <p:nvPr/>
          </p:nvSpPr>
          <p:spPr>
            <a:xfrm rot="414958">
              <a:off x="-1087818" y="586455"/>
              <a:ext cx="3178534" cy="3110200"/>
            </a:xfrm>
            <a:prstGeom prst="arc">
              <a:avLst>
                <a:gd name="adj1" fmla="val 14559325"/>
                <a:gd name="adj2" fmla="val 516151"/>
              </a:avLst>
            </a:prstGeom>
            <a:noFill/>
            <a:ln w="76200">
              <a:solidFill>
                <a:schemeClr val="accent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弧 19">
              <a:extLst>
                <a:ext uri="{FF2B5EF4-FFF2-40B4-BE49-F238E27FC236}">
                  <a16:creationId xmlns:a16="http://schemas.microsoft.com/office/drawing/2014/main" id="{56E7F77B-D888-4340-A30F-ACC5062755FA}"/>
                </a:ext>
              </a:extLst>
            </p:cNvPr>
            <p:cNvSpPr/>
            <p:nvPr/>
          </p:nvSpPr>
          <p:spPr>
            <a:xfrm rot="18785013">
              <a:off x="2155269" y="1870686"/>
              <a:ext cx="2121508" cy="2772377"/>
            </a:xfrm>
            <a:prstGeom prst="arc">
              <a:avLst>
                <a:gd name="adj1" fmla="val 15506452"/>
                <a:gd name="adj2" fmla="val 21528723"/>
              </a:avLst>
            </a:prstGeom>
            <a:noFill/>
            <a:ln w="76200">
              <a:solidFill>
                <a:schemeClr val="accent1"/>
              </a:solidFill>
            </a:ln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5F92899-A2E6-476C-864F-BD6E94B52B21}"/>
              </a:ext>
            </a:extLst>
          </p:cNvPr>
          <p:cNvSpPr txBox="1"/>
          <p:nvPr/>
        </p:nvSpPr>
        <p:spPr>
          <a:xfrm>
            <a:off x="4166113" y="1682433"/>
            <a:ext cx="502817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br>
              <a:rPr kumimoji="1" lang="en-US" altLang="ja-JP" sz="4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2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EB8316E-8A5C-4B85-AB0E-D7C6FC9832A3}"/>
              </a:ext>
            </a:extLst>
          </p:cNvPr>
          <p:cNvSpPr txBox="1"/>
          <p:nvPr/>
        </p:nvSpPr>
        <p:spPr>
          <a:xfrm>
            <a:off x="4166113" y="6100610"/>
            <a:ext cx="5028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16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BD53EF5-A3B6-45CE-B3A4-6841DF000EC6}"/>
              </a:ext>
            </a:extLst>
          </p:cNvPr>
          <p:cNvSpPr txBox="1"/>
          <p:nvPr/>
        </p:nvSpPr>
        <p:spPr>
          <a:xfrm>
            <a:off x="4166113" y="3996265"/>
            <a:ext cx="5028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30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206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29</cp:revision>
  <dcterms:created xsi:type="dcterms:W3CDTF">2017-11-09T07:26:57Z</dcterms:created>
  <dcterms:modified xsi:type="dcterms:W3CDTF">2018-10-03T08:59:33Z</dcterms:modified>
</cp:coreProperties>
</file>