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0" y="1430594"/>
            <a:ext cx="9906000" cy="1818812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A22329-8060-4968-AA1A-A9642D1387A3}"/>
              </a:ext>
            </a:extLst>
          </p:cNvPr>
          <p:cNvSpPr txBox="1"/>
          <p:nvPr/>
        </p:nvSpPr>
        <p:spPr>
          <a:xfrm>
            <a:off x="1229033" y="1739835"/>
            <a:ext cx="7447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3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愛與笑容的</a:t>
            </a:r>
            <a:br>
              <a:rPr kumimoji="1" lang="en-US" altLang="ja-JP" sz="3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en-US" altLang="zh-TW" sz="3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kumimoji="1" lang="zh-TW" altLang="en-US" sz="3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倍積分活動</a:t>
            </a:r>
            <a:endParaRPr kumimoji="1" lang="ja-JP" altLang="en-US" sz="36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477B509-07FF-43A2-84B7-5EA0337BC01A}"/>
              </a:ext>
            </a:extLst>
          </p:cNvPr>
          <p:cNvSpPr txBox="1"/>
          <p:nvPr/>
        </p:nvSpPr>
        <p:spPr>
          <a:xfrm>
            <a:off x="2782530" y="5596118"/>
            <a:ext cx="4340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rPr>
              <a:t>Presentation</a:t>
            </a:r>
            <a:endParaRPr kumimoji="1" lang="ja-JP" altLang="en-US" sz="2400" dirty="0">
              <a:latin typeface="Arial" panose="020B0604020202020204" pitchFamily="34" charset="0"/>
              <a:ea typeface="游ゴシック Medium" panose="020B05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D18B3A-7452-4556-A3AF-1A5F651F7C59}"/>
              </a:ext>
            </a:extLst>
          </p:cNvPr>
          <p:cNvSpPr txBox="1"/>
          <p:nvPr/>
        </p:nvSpPr>
        <p:spPr>
          <a:xfrm>
            <a:off x="2782530" y="3856282"/>
            <a:ext cx="4340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促銷企劃書</a:t>
            </a:r>
            <a:endParaRPr kumimoji="1" lang="ja-JP" altLang="en-US" sz="16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196</TotalTime>
  <Words>8</Words>
  <Application>Microsoft Office PowerPoint</Application>
  <PresentationFormat>A4 紙張 (210x297 公釐)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游ゴシック</vt:lpstr>
      <vt:lpstr>游ゴシック Light</vt:lpstr>
      <vt:lpstr>游ゴシック Medium</vt:lpstr>
      <vt:lpstr>微軟正黑體</vt:lpstr>
      <vt:lpstr>Arial</vt:lpstr>
      <vt:lpstr>Calibri</vt:lpstr>
      <vt:lpstr>Calibri Light</vt:lpstr>
      <vt:lpstr>Office テーマ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29</cp:revision>
  <dcterms:created xsi:type="dcterms:W3CDTF">2017-11-09T07:26:57Z</dcterms:created>
  <dcterms:modified xsi:type="dcterms:W3CDTF">2018-10-03T08:50:14Z</dcterms:modified>
</cp:coreProperties>
</file>