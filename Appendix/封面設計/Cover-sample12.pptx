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F3A227-A1C2-47C2-BCE2-8D7B4CC2AA1A}"/>
              </a:ext>
            </a:extLst>
          </p:cNvPr>
          <p:cNvSpPr/>
          <p:nvPr/>
        </p:nvSpPr>
        <p:spPr>
          <a:xfrm>
            <a:off x="0" y="0"/>
            <a:ext cx="13004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2298193" y="938757"/>
            <a:ext cx="613788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28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54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54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br>
              <a:rPr kumimoji="1" lang="en-US" altLang="ja-JP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28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298193" y="3259723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80257FB-27FD-49DE-AE2F-B6A926EC0243}"/>
              </a:ext>
            </a:extLst>
          </p:cNvPr>
          <p:cNvSpPr/>
          <p:nvPr/>
        </p:nvSpPr>
        <p:spPr>
          <a:xfrm rot="5400000" flipH="1">
            <a:off x="-2027699" y="3316948"/>
            <a:ext cx="6858000" cy="224104"/>
          </a:xfrm>
          <a:custGeom>
            <a:avLst/>
            <a:gdLst>
              <a:gd name="connsiteX0" fmla="*/ 0 w 6604000"/>
              <a:gd name="connsiteY0" fmla="*/ 368317 h 381019"/>
              <a:gd name="connsiteX1" fmla="*/ 831850 w 6604000"/>
              <a:gd name="connsiteY1" fmla="*/ 17 h 381019"/>
              <a:gd name="connsiteX2" fmla="*/ 1657350 w 6604000"/>
              <a:gd name="connsiteY2" fmla="*/ 381017 h 381019"/>
              <a:gd name="connsiteX3" fmla="*/ 2476500 w 6604000"/>
              <a:gd name="connsiteY3" fmla="*/ 6367 h 381019"/>
              <a:gd name="connsiteX4" fmla="*/ 3302000 w 6604000"/>
              <a:gd name="connsiteY4" fmla="*/ 368317 h 381019"/>
              <a:gd name="connsiteX5" fmla="*/ 4133850 w 6604000"/>
              <a:gd name="connsiteY5" fmla="*/ 6367 h 381019"/>
              <a:gd name="connsiteX6" fmla="*/ 4953000 w 6604000"/>
              <a:gd name="connsiteY6" fmla="*/ 368317 h 381019"/>
              <a:gd name="connsiteX7" fmla="*/ 5772150 w 6604000"/>
              <a:gd name="connsiteY7" fmla="*/ 6367 h 381019"/>
              <a:gd name="connsiteX8" fmla="*/ 6604000 w 6604000"/>
              <a:gd name="connsiteY8" fmla="*/ 381017 h 38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04000" h="381019">
                <a:moveTo>
                  <a:pt x="0" y="368317"/>
                </a:moveTo>
                <a:cubicBezTo>
                  <a:pt x="277812" y="183108"/>
                  <a:pt x="555625" y="-2100"/>
                  <a:pt x="831850" y="17"/>
                </a:cubicBezTo>
                <a:cubicBezTo>
                  <a:pt x="1108075" y="2134"/>
                  <a:pt x="1383242" y="379959"/>
                  <a:pt x="1657350" y="381017"/>
                </a:cubicBezTo>
                <a:cubicBezTo>
                  <a:pt x="1931458" y="382075"/>
                  <a:pt x="2202392" y="8484"/>
                  <a:pt x="2476500" y="6367"/>
                </a:cubicBezTo>
                <a:cubicBezTo>
                  <a:pt x="2750608" y="4250"/>
                  <a:pt x="3025775" y="368317"/>
                  <a:pt x="3302000" y="368317"/>
                </a:cubicBezTo>
                <a:cubicBezTo>
                  <a:pt x="3578225" y="368317"/>
                  <a:pt x="3858683" y="6367"/>
                  <a:pt x="4133850" y="6367"/>
                </a:cubicBezTo>
                <a:cubicBezTo>
                  <a:pt x="4409017" y="6367"/>
                  <a:pt x="4679950" y="368317"/>
                  <a:pt x="4953000" y="368317"/>
                </a:cubicBezTo>
                <a:cubicBezTo>
                  <a:pt x="5226050" y="368317"/>
                  <a:pt x="5496983" y="4250"/>
                  <a:pt x="5772150" y="6367"/>
                </a:cubicBezTo>
                <a:cubicBezTo>
                  <a:pt x="6047317" y="8484"/>
                  <a:pt x="6325658" y="194750"/>
                  <a:pt x="6604000" y="381017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008CD91-9C99-4B7D-880B-3C53FDAA3D5F}"/>
              </a:ext>
            </a:extLst>
          </p:cNvPr>
          <p:cNvSpPr txBox="1"/>
          <p:nvPr/>
        </p:nvSpPr>
        <p:spPr>
          <a:xfrm>
            <a:off x="2298193" y="5773099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57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33</cp:revision>
  <dcterms:created xsi:type="dcterms:W3CDTF">2017-11-09T07:26:57Z</dcterms:created>
  <dcterms:modified xsi:type="dcterms:W3CDTF">2018-10-03T08:57:13Z</dcterms:modified>
</cp:coreProperties>
</file>