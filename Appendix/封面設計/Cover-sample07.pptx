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747251" y="4508505"/>
            <a:ext cx="2548878" cy="1800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55A88A1-3A73-4696-916F-C2C95740B866}"/>
              </a:ext>
            </a:extLst>
          </p:cNvPr>
          <p:cNvSpPr/>
          <p:nvPr/>
        </p:nvSpPr>
        <p:spPr>
          <a:xfrm>
            <a:off x="6609871" y="4508505"/>
            <a:ext cx="2548878" cy="1800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95D78E3-744E-447B-B077-AE21FF3E0E2C}"/>
              </a:ext>
            </a:extLst>
          </p:cNvPr>
          <p:cNvSpPr/>
          <p:nvPr/>
        </p:nvSpPr>
        <p:spPr>
          <a:xfrm>
            <a:off x="3678561" y="4508505"/>
            <a:ext cx="2548878" cy="1800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793712-6CE3-455A-AEF2-A67A7E5D2478}"/>
              </a:ext>
            </a:extLst>
          </p:cNvPr>
          <p:cNvSpPr txBox="1"/>
          <p:nvPr/>
        </p:nvSpPr>
        <p:spPr>
          <a:xfrm>
            <a:off x="901974" y="5177672"/>
            <a:ext cx="2239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accent1"/>
                </a:solidFill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solidFill>
                <a:schemeClr val="accent1"/>
              </a:solidFill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6ADC15D-7CA5-4267-8604-025EFE36B554}"/>
              </a:ext>
            </a:extLst>
          </p:cNvPr>
          <p:cNvSpPr txBox="1"/>
          <p:nvPr/>
        </p:nvSpPr>
        <p:spPr>
          <a:xfrm>
            <a:off x="6764594" y="5177672"/>
            <a:ext cx="2239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accent1"/>
                </a:solidFill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solidFill>
                <a:schemeClr val="accent1"/>
              </a:solidFill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EACA32E-868B-438E-B89A-4CEF1C1BAA37}"/>
              </a:ext>
            </a:extLst>
          </p:cNvPr>
          <p:cNvSpPr txBox="1"/>
          <p:nvPr/>
        </p:nvSpPr>
        <p:spPr>
          <a:xfrm>
            <a:off x="3833284" y="5177672"/>
            <a:ext cx="2239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accent1"/>
                </a:solidFill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solidFill>
                <a:schemeClr val="accent1"/>
              </a:solidFill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FF66CCE-EE25-48A5-AF40-4384E9AFD1C6}"/>
              </a:ext>
            </a:extLst>
          </p:cNvPr>
          <p:cNvSpPr txBox="1"/>
          <p:nvPr/>
        </p:nvSpPr>
        <p:spPr>
          <a:xfrm>
            <a:off x="901974" y="869220"/>
            <a:ext cx="8102052" cy="1800000"/>
          </a:xfrm>
          <a:prstGeom prst="rect">
            <a:avLst/>
          </a:prstGeom>
          <a:noFill/>
        </p:spPr>
        <p:txBody>
          <a:bodyPr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kumimoji="1" lang="zh-TW" altLang="en-US" sz="4000" b="1" spc="-15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4000" b="1" spc="-15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4000" b="1" spc="-15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4000" b="1" spc="-15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倍積分活動</a:t>
            </a:r>
            <a:endParaRPr kumimoji="1" lang="ja-JP" altLang="en-US" sz="4000" b="1" spc="-15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BF7A26-D6D6-41AD-AA28-6DA1BF3A351F}"/>
              </a:ext>
            </a:extLst>
          </p:cNvPr>
          <p:cNvSpPr txBox="1"/>
          <p:nvPr/>
        </p:nvSpPr>
        <p:spPr>
          <a:xfrm>
            <a:off x="3833284" y="3150527"/>
            <a:ext cx="2239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2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</TotalTime>
  <Words>10</Words>
  <Application>Microsoft Office PowerPoint</Application>
  <PresentationFormat>A4 紙張 (210x297 公釐)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33</cp:revision>
  <dcterms:created xsi:type="dcterms:W3CDTF">2017-11-09T07:26:57Z</dcterms:created>
  <dcterms:modified xsi:type="dcterms:W3CDTF">2018-10-03T08:52:27Z</dcterms:modified>
</cp:coreProperties>
</file>