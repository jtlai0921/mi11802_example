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0" y="0"/>
            <a:ext cx="9906000" cy="4680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1124282"/>
            <a:ext cx="744793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8000" b="1" spc="-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8000" b="1" spc="-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8000" b="1" spc="-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3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82530" y="5905835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4968782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29</cp:revision>
  <dcterms:created xsi:type="dcterms:W3CDTF">2017-11-09T07:26:57Z</dcterms:created>
  <dcterms:modified xsi:type="dcterms:W3CDTF">2018-10-03T08:49:21Z</dcterms:modified>
</cp:coreProperties>
</file>