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1229033" y="1213701"/>
            <a:ext cx="7447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倍積分活動</a:t>
            </a:r>
            <a:endParaRPr kumimoji="1" lang="ja-JP" altLang="en-US" sz="3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2782530" y="5773099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782530" y="3090446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F3A227-A1C2-47C2-BCE2-8D7B4CC2AA1A}"/>
              </a:ext>
            </a:extLst>
          </p:cNvPr>
          <p:cNvSpPr/>
          <p:nvPr/>
        </p:nvSpPr>
        <p:spPr>
          <a:xfrm>
            <a:off x="885000" y="2672311"/>
            <a:ext cx="8136000" cy="1032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31</cp:revision>
  <dcterms:created xsi:type="dcterms:W3CDTF">2017-11-09T07:26:57Z</dcterms:created>
  <dcterms:modified xsi:type="dcterms:W3CDTF">2018-10-03T08:45:28Z</dcterms:modified>
</cp:coreProperties>
</file>