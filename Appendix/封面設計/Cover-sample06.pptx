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747251" y="4508505"/>
            <a:ext cx="2548878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869220"/>
            <a:ext cx="7447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4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40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55A88A1-3A73-4696-916F-C2C95740B866}"/>
              </a:ext>
            </a:extLst>
          </p:cNvPr>
          <p:cNvSpPr/>
          <p:nvPr/>
        </p:nvSpPr>
        <p:spPr>
          <a:xfrm>
            <a:off x="6609871" y="4508505"/>
            <a:ext cx="2548878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95D78E3-744E-447B-B077-AE21FF3E0E2C}"/>
              </a:ext>
            </a:extLst>
          </p:cNvPr>
          <p:cNvSpPr/>
          <p:nvPr/>
        </p:nvSpPr>
        <p:spPr>
          <a:xfrm>
            <a:off x="3678561" y="4508505"/>
            <a:ext cx="2548878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793712-6CE3-455A-AEF2-A67A7E5D2478}"/>
              </a:ext>
            </a:extLst>
          </p:cNvPr>
          <p:cNvSpPr txBox="1"/>
          <p:nvPr/>
        </p:nvSpPr>
        <p:spPr>
          <a:xfrm>
            <a:off x="90197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6ADC15D-7CA5-4267-8604-025EFE36B554}"/>
              </a:ext>
            </a:extLst>
          </p:cNvPr>
          <p:cNvSpPr txBox="1"/>
          <p:nvPr/>
        </p:nvSpPr>
        <p:spPr>
          <a:xfrm>
            <a:off x="676459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3833284" y="3150527"/>
            <a:ext cx="2239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20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ACA32E-868B-438E-B89A-4CEF1C1BAA37}"/>
              </a:ext>
            </a:extLst>
          </p:cNvPr>
          <p:cNvSpPr txBox="1"/>
          <p:nvPr/>
        </p:nvSpPr>
        <p:spPr>
          <a:xfrm>
            <a:off x="383328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10</Words>
  <Application>Microsoft Office PowerPoint</Application>
  <PresentationFormat>A4 紙張 (210x297 公釐)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30</cp:revision>
  <dcterms:created xsi:type="dcterms:W3CDTF">2017-11-09T07:26:57Z</dcterms:created>
  <dcterms:modified xsi:type="dcterms:W3CDTF">2018-10-03T08:51:06Z</dcterms:modified>
</cp:coreProperties>
</file>