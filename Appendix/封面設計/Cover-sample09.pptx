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BD66425D-62A8-4CE4-945B-82F23269C8DD}"/>
              </a:ext>
            </a:extLst>
          </p:cNvPr>
          <p:cNvSpPr/>
          <p:nvPr/>
        </p:nvSpPr>
        <p:spPr>
          <a:xfrm>
            <a:off x="0" y="4536996"/>
            <a:ext cx="9906000" cy="2321004"/>
          </a:xfrm>
          <a:custGeom>
            <a:avLst/>
            <a:gdLst>
              <a:gd name="connsiteX0" fmla="*/ 352737 w 705475"/>
              <a:gd name="connsiteY0" fmla="*/ 0 h 169602"/>
              <a:gd name="connsiteX1" fmla="*/ 676026 w 705475"/>
              <a:gd name="connsiteY1" fmla="*/ 133911 h 169602"/>
              <a:gd name="connsiteX2" fmla="*/ 705475 w 705475"/>
              <a:gd name="connsiteY2" fmla="*/ 169602 h 169602"/>
              <a:gd name="connsiteX3" fmla="*/ 0 w 705475"/>
              <a:gd name="connsiteY3" fmla="*/ 169602 h 169602"/>
              <a:gd name="connsiteX4" fmla="*/ 29448 w 705475"/>
              <a:gd name="connsiteY4" fmla="*/ 133911 h 169602"/>
              <a:gd name="connsiteX5" fmla="*/ 352737 w 705475"/>
              <a:gd name="connsiteY5" fmla="*/ 0 h 16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5475" h="169602">
                <a:moveTo>
                  <a:pt x="352737" y="0"/>
                </a:moveTo>
                <a:cubicBezTo>
                  <a:pt x="478990" y="0"/>
                  <a:pt x="593290" y="51174"/>
                  <a:pt x="676026" y="133911"/>
                </a:cubicBezTo>
                <a:lnTo>
                  <a:pt x="705475" y="169602"/>
                </a:lnTo>
                <a:lnTo>
                  <a:pt x="0" y="169602"/>
                </a:lnTo>
                <a:lnTo>
                  <a:pt x="29448" y="133911"/>
                </a:lnTo>
                <a:cubicBezTo>
                  <a:pt x="112185" y="51174"/>
                  <a:pt x="226485" y="0"/>
                  <a:pt x="3527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1229033" y="932169"/>
            <a:ext cx="74479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7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7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br>
              <a:rPr kumimoji="1" lang="en-US" altLang="ja-JP" sz="7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zh-TW" altLang="en-US"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3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>
            <a:off x="2779529" y="5773099"/>
            <a:ext cx="43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2782530" y="3913760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38</cp:revision>
  <dcterms:created xsi:type="dcterms:W3CDTF">2017-11-09T07:26:57Z</dcterms:created>
  <dcterms:modified xsi:type="dcterms:W3CDTF">2018-10-03T08:54:21Z</dcterms:modified>
</cp:coreProperties>
</file>