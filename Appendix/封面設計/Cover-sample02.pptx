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3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94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826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667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4475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183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07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343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1081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04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901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48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278228-730F-428F-BDD8-7FD4DE5CF34A}" type="datetimeFigureOut">
              <a:rPr kumimoji="1" lang="ja-JP" altLang="en-US" smtClean="0"/>
              <a:t>2018/10/3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96B3D-3B18-4A16-835B-BBB43F6FB6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6077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A22329-8060-4968-AA1A-A9642D1387A3}"/>
              </a:ext>
            </a:extLst>
          </p:cNvPr>
          <p:cNvSpPr txBox="1"/>
          <p:nvPr/>
        </p:nvSpPr>
        <p:spPr>
          <a:xfrm>
            <a:off x="885000" y="1390928"/>
            <a:ext cx="7447935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愛與笑容的</a:t>
            </a:r>
            <a:br>
              <a:rPr kumimoji="1" lang="en-US" altLang="ja-JP" sz="20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</a:br>
            <a:r>
              <a:rPr kumimoji="1" lang="en-US" altLang="zh-TW" sz="44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10</a:t>
            </a:r>
            <a:r>
              <a:rPr kumimoji="1" lang="zh-TW" altLang="en-US" sz="44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倍積分</a:t>
            </a:r>
            <a:r>
              <a:rPr kumimoji="1" lang="zh-TW" altLang="en-US" sz="24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活動</a:t>
            </a:r>
            <a:endParaRPr kumimoji="1" lang="ja-JP" altLang="en-US" sz="24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477B509-07FF-43A2-84B7-5EA0337BC01A}"/>
              </a:ext>
            </a:extLst>
          </p:cNvPr>
          <p:cNvSpPr txBox="1"/>
          <p:nvPr/>
        </p:nvSpPr>
        <p:spPr>
          <a:xfrm>
            <a:off x="885000" y="5773099"/>
            <a:ext cx="43409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Arial" panose="020B0604020202020204" pitchFamily="34" charset="0"/>
                <a:ea typeface="游ゴシック Medium" panose="020B0500000000000000" pitchFamily="50" charset="-128"/>
                <a:cs typeface="Arial" panose="020B0604020202020204" pitchFamily="34" charset="0"/>
              </a:rPr>
              <a:t>Presentation</a:t>
            </a:r>
            <a:endParaRPr kumimoji="1" lang="ja-JP" altLang="en-US" sz="2400" dirty="0">
              <a:latin typeface="Arial" panose="020B0604020202020204" pitchFamily="34" charset="0"/>
              <a:ea typeface="游ゴシック Medium" panose="020B0500000000000000" pitchFamily="50" charset="-128"/>
              <a:cs typeface="Arial" panose="020B0604020202020204" pitchFamily="34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5D18B3A-7452-4556-A3AF-1A5F651F7C59}"/>
              </a:ext>
            </a:extLst>
          </p:cNvPr>
          <p:cNvSpPr txBox="1"/>
          <p:nvPr/>
        </p:nvSpPr>
        <p:spPr>
          <a:xfrm>
            <a:off x="885000" y="2918160"/>
            <a:ext cx="4340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1600">
                <a:latin typeface="微軟正黑體" panose="020B0604030504040204" pitchFamily="34" charset="-120"/>
                <a:ea typeface="微軟正黑體" panose="020B0604030504040204" pitchFamily="34" charset="-120"/>
                <a:cs typeface="Arial" panose="020B0604020202020204" pitchFamily="34" charset="0"/>
              </a:rPr>
              <a:t>促銷企劃書</a:t>
            </a:r>
            <a:endParaRPr kumimoji="1" lang="ja-JP" altLang="en-US" sz="1600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 pitchFamily="34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9F3A227-A1C2-47C2-BCE2-8D7B4CC2AA1A}"/>
              </a:ext>
            </a:extLst>
          </p:cNvPr>
          <p:cNvSpPr/>
          <p:nvPr/>
        </p:nvSpPr>
        <p:spPr>
          <a:xfrm>
            <a:off x="885000" y="2672311"/>
            <a:ext cx="8136000" cy="10323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7328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201</TotalTime>
  <Words>8</Words>
  <Application>Microsoft Office PowerPoint</Application>
  <PresentationFormat>A4 紙張 (210x297 公釐)</PresentationFormat>
  <Paragraphs>3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9" baseType="lpstr">
      <vt:lpstr>游ゴシック</vt:lpstr>
      <vt:lpstr>游ゴシック Light</vt:lpstr>
      <vt:lpstr>游ゴシック Medium</vt:lpstr>
      <vt:lpstr>微軟正黑體</vt:lpstr>
      <vt:lpstr>Arial</vt:lpstr>
      <vt:lpstr>Calibri</vt:lpstr>
      <vt:lpstr>Calibri Light</vt:lpstr>
      <vt:lpstr>Office テーマ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渡辺克之</dc:creator>
  <cp:lastModifiedBy>Windows 使用者</cp:lastModifiedBy>
  <cp:revision>31</cp:revision>
  <dcterms:created xsi:type="dcterms:W3CDTF">2017-11-09T07:26:57Z</dcterms:created>
  <dcterms:modified xsi:type="dcterms:W3CDTF">2018-10-03T08:46:45Z</dcterms:modified>
</cp:coreProperties>
</file>