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0" y="0"/>
            <a:ext cx="9906000" cy="4680000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1229033" y="1739835"/>
            <a:ext cx="7447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倍積分活動</a:t>
            </a:r>
            <a:endParaRPr kumimoji="1" lang="ja-JP" altLang="en-US" sz="3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2782530" y="5596118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2782530" y="3856282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28</cp:revision>
  <dcterms:created xsi:type="dcterms:W3CDTF">2017-11-09T07:26:57Z</dcterms:created>
  <dcterms:modified xsi:type="dcterms:W3CDTF">2018-10-03T08:47:43Z</dcterms:modified>
</cp:coreProperties>
</file>