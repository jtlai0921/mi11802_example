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64-453B-B017-1FAA0D6976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64-453B-B017-1FAA0D6976B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カテゴリ 1</c:v>
                </c:pt>
                <c:pt idx="1">
                  <c:v>カテゴリ 2</c:v>
                </c:pt>
                <c:pt idx="2">
                  <c:v>カテゴリ 3</c:v>
                </c:pt>
                <c:pt idx="3">
                  <c:v>カテゴリ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64-453B-B017-1FAA0D6976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75216272"/>
        <c:axId val="274047408"/>
      </c:barChart>
      <c:catAx>
        <c:axId val="275216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74047408"/>
        <c:crosses val="autoZero"/>
        <c:auto val="1"/>
        <c:lblAlgn val="ctr"/>
        <c:lblOffset val="100"/>
        <c:noMultiLvlLbl val="0"/>
      </c:catAx>
      <c:valAx>
        <c:axId val="2740474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75216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7CF37DFA-1EC8-4893-A765-3406AA653714}"/>
              </a:ext>
            </a:extLst>
          </p:cNvPr>
          <p:cNvSpPr/>
          <p:nvPr/>
        </p:nvSpPr>
        <p:spPr>
          <a:xfrm>
            <a:off x="4528408" y="1150374"/>
            <a:ext cx="604591" cy="55169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ECF344-6E42-44F1-9CE7-D246931529E9}"/>
              </a:ext>
            </a:extLst>
          </p:cNvPr>
          <p:cNvSpPr/>
          <p:nvPr/>
        </p:nvSpPr>
        <p:spPr>
          <a:xfrm>
            <a:off x="273000" y="189948"/>
            <a:ext cx="9360000" cy="715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A93778-8238-496D-BD66-F31640581698}"/>
              </a:ext>
            </a:extLst>
          </p:cNvPr>
          <p:cNvSpPr txBox="1"/>
          <p:nvPr/>
        </p:nvSpPr>
        <p:spPr>
          <a:xfrm>
            <a:off x="1410929" y="287290"/>
            <a:ext cx="7084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二等辺三角形 50">
            <a:extLst>
              <a:ext uri="{FF2B5EF4-FFF2-40B4-BE49-F238E27FC236}">
                <a16:creationId xmlns:a16="http://schemas.microsoft.com/office/drawing/2014/main" id="{2D40E35A-D8E2-41AD-AACD-0DEBFEB47935}"/>
              </a:ext>
            </a:extLst>
          </p:cNvPr>
          <p:cNvSpPr/>
          <p:nvPr/>
        </p:nvSpPr>
        <p:spPr>
          <a:xfrm rot="5400000">
            <a:off x="4178169" y="3728857"/>
            <a:ext cx="1317523" cy="360000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DE2FF9E-0C1D-4E59-B83D-24B65AD53455}"/>
              </a:ext>
            </a:extLst>
          </p:cNvPr>
          <p:cNvSpPr/>
          <p:nvPr/>
        </p:nvSpPr>
        <p:spPr>
          <a:xfrm>
            <a:off x="5133000" y="5029200"/>
            <a:ext cx="4500000" cy="5795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ADF2B78-53FF-4BA3-BC93-207DE7F40390}"/>
              </a:ext>
            </a:extLst>
          </p:cNvPr>
          <p:cNvSpPr txBox="1"/>
          <p:nvPr/>
        </p:nvSpPr>
        <p:spPr>
          <a:xfrm>
            <a:off x="939170" y="2243944"/>
            <a:ext cx="2915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A8CCA9CE-CC52-433C-8820-C67F132F28CD}"/>
              </a:ext>
            </a:extLst>
          </p:cNvPr>
          <p:cNvSpPr/>
          <p:nvPr/>
        </p:nvSpPr>
        <p:spPr>
          <a:xfrm>
            <a:off x="541888" y="1461895"/>
            <a:ext cx="3710222" cy="50104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D9FBC41-3421-4FD9-BF0F-E737454EFAB8}"/>
              </a:ext>
            </a:extLst>
          </p:cNvPr>
          <p:cNvSpPr txBox="1"/>
          <p:nvPr/>
        </p:nvSpPr>
        <p:spPr>
          <a:xfrm>
            <a:off x="1697325" y="1558527"/>
            <a:ext cx="1399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4951A21-631D-410D-B449-9C3B6657B5CE}"/>
              </a:ext>
            </a:extLst>
          </p:cNvPr>
          <p:cNvSpPr/>
          <p:nvPr/>
        </p:nvSpPr>
        <p:spPr>
          <a:xfrm>
            <a:off x="272999" y="1150374"/>
            <a:ext cx="4248000" cy="5516966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092D85D7-200B-4EFA-AF5F-25F5D997900A}"/>
              </a:ext>
            </a:extLst>
          </p:cNvPr>
          <p:cNvSpPr/>
          <p:nvPr/>
        </p:nvSpPr>
        <p:spPr>
          <a:xfrm>
            <a:off x="5133000" y="1150373"/>
            <a:ext cx="4500000" cy="3878827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グラフ 19">
            <a:extLst>
              <a:ext uri="{FF2B5EF4-FFF2-40B4-BE49-F238E27FC236}">
                <a16:creationId xmlns:a16="http://schemas.microsoft.com/office/drawing/2014/main" id="{A35DAEF3-C495-49D1-B070-7FD58177A1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6215852"/>
              </p:ext>
            </p:extLst>
          </p:nvPr>
        </p:nvGraphicFramePr>
        <p:xfrm>
          <a:off x="489044" y="3429000"/>
          <a:ext cx="3815910" cy="2543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62C9A12B-8424-4D2C-A1DC-8963CC163F1E}"/>
              </a:ext>
            </a:extLst>
          </p:cNvPr>
          <p:cNvSpPr/>
          <p:nvPr/>
        </p:nvSpPr>
        <p:spPr>
          <a:xfrm>
            <a:off x="5133000" y="5608704"/>
            <a:ext cx="4500000" cy="1058635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二等辺三角形 56">
            <a:extLst>
              <a:ext uri="{FF2B5EF4-FFF2-40B4-BE49-F238E27FC236}">
                <a16:creationId xmlns:a16="http://schemas.microsoft.com/office/drawing/2014/main" id="{F5BC235C-6016-4F70-83A5-52235062C5F3}"/>
              </a:ext>
            </a:extLst>
          </p:cNvPr>
          <p:cNvSpPr/>
          <p:nvPr/>
        </p:nvSpPr>
        <p:spPr>
          <a:xfrm rot="10800000">
            <a:off x="6724238" y="5138952"/>
            <a:ext cx="1317523" cy="360000"/>
          </a:xfrm>
          <a:prstGeom prst="triangle">
            <a:avLst/>
          </a:prstGeom>
          <a:solidFill>
            <a:schemeClr val="bg1"/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F64166D-327F-4A03-A290-6890A11FCED9}"/>
              </a:ext>
            </a:extLst>
          </p:cNvPr>
          <p:cNvSpPr txBox="1"/>
          <p:nvPr/>
        </p:nvSpPr>
        <p:spPr>
          <a:xfrm>
            <a:off x="5925171" y="2243944"/>
            <a:ext cx="2915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781729DF-96F0-471E-A4EA-32F98D26AFE5}"/>
              </a:ext>
            </a:extLst>
          </p:cNvPr>
          <p:cNvSpPr/>
          <p:nvPr/>
        </p:nvSpPr>
        <p:spPr>
          <a:xfrm>
            <a:off x="5527889" y="1461895"/>
            <a:ext cx="3710222" cy="50104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CC52C643-ED91-4C21-852D-676FD14CF5AF}"/>
              </a:ext>
            </a:extLst>
          </p:cNvPr>
          <p:cNvSpPr txBox="1"/>
          <p:nvPr/>
        </p:nvSpPr>
        <p:spPr>
          <a:xfrm>
            <a:off x="6683326" y="1558527"/>
            <a:ext cx="1399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ja-JP" alt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0B57BD46-74C5-4F65-863D-B1714628CC56}"/>
              </a:ext>
            </a:extLst>
          </p:cNvPr>
          <p:cNvSpPr txBox="1"/>
          <p:nvPr/>
        </p:nvSpPr>
        <p:spPr>
          <a:xfrm>
            <a:off x="5925171" y="5755857"/>
            <a:ext cx="2915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  <p:sp>
        <p:nvSpPr>
          <p:cNvPr id="65" name="二等辺三角形 64">
            <a:extLst>
              <a:ext uri="{FF2B5EF4-FFF2-40B4-BE49-F238E27FC236}">
                <a16:creationId xmlns:a16="http://schemas.microsoft.com/office/drawing/2014/main" id="{66C148C9-A60A-4A37-9835-C67D7DC2FEE8}"/>
              </a:ext>
            </a:extLst>
          </p:cNvPr>
          <p:cNvSpPr/>
          <p:nvPr/>
        </p:nvSpPr>
        <p:spPr>
          <a:xfrm rot="10800000">
            <a:off x="6724238" y="3248198"/>
            <a:ext cx="1317523" cy="36000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F886A573-2A94-4D78-8732-F3A68D7032E8}"/>
              </a:ext>
            </a:extLst>
          </p:cNvPr>
          <p:cNvSpPr txBox="1"/>
          <p:nvPr/>
        </p:nvSpPr>
        <p:spPr>
          <a:xfrm>
            <a:off x="5925171" y="3844946"/>
            <a:ext cx="29156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ja-JP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○○○○○○○○○○○○○○○○○○○○○○○○○○○○○○○○○○○○○○○○○○○○○○○○○○○○○○○○○○○○○○○○○○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323</TotalTime>
  <Words>286</Words>
  <Application>Microsoft Office PowerPoint</Application>
  <PresentationFormat>A4 210 x 297 mm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42</cp:revision>
  <dcterms:created xsi:type="dcterms:W3CDTF">2017-11-09T07:26:57Z</dcterms:created>
  <dcterms:modified xsi:type="dcterms:W3CDTF">2018-03-02T02:21:22Z</dcterms:modified>
</cp:coreProperties>
</file>