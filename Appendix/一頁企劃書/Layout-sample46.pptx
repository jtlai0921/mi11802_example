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3957" autoAdjust="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1A4798-0BE1-49FF-98AB-DB9B43446EA8}" type="doc">
      <dgm:prSet loTypeId="urn:microsoft.com/office/officeart/2005/8/layout/chevron2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kumimoji="1" lang="ja-JP" altLang="en-US"/>
        </a:p>
      </dgm:t>
    </dgm:pt>
    <dgm:pt modelId="{46122CF1-1161-4873-BC52-CC495BD99343}">
      <dgm:prSet phldrT="[テキスト]"/>
      <dgm:spPr/>
      <dgm:t>
        <a:bodyPr/>
        <a:lstStyle/>
        <a:p>
          <a:r>
            <a:rPr kumimoji="1" lang="en-US" altLang="ja-JP" dirty="0"/>
            <a:t>AAA</a:t>
          </a:r>
          <a:endParaRPr kumimoji="1" lang="ja-JP" altLang="en-US" dirty="0"/>
        </a:p>
      </dgm:t>
    </dgm:pt>
    <dgm:pt modelId="{2D50FBD1-58C3-41F6-A70B-BD088411B9B2}" type="parTrans" cxnId="{836C99FC-160F-4AE5-9C80-D0B24051696E}">
      <dgm:prSet/>
      <dgm:spPr/>
      <dgm:t>
        <a:bodyPr/>
        <a:lstStyle/>
        <a:p>
          <a:endParaRPr kumimoji="1" lang="ja-JP" altLang="en-US"/>
        </a:p>
      </dgm:t>
    </dgm:pt>
    <dgm:pt modelId="{09D290A4-47DA-4A51-85B3-B77A88745C8D}" type="sibTrans" cxnId="{836C99FC-160F-4AE5-9C80-D0B24051696E}">
      <dgm:prSet/>
      <dgm:spPr/>
      <dgm:t>
        <a:bodyPr/>
        <a:lstStyle/>
        <a:p>
          <a:endParaRPr kumimoji="1" lang="ja-JP" altLang="en-US"/>
        </a:p>
      </dgm:t>
    </dgm:pt>
    <dgm:pt modelId="{3AD7305E-F34F-4373-A890-67D54F970B55}">
      <dgm:prSet phldrT="[テキスト]"/>
      <dgm:spPr/>
      <dgm:t>
        <a:bodyPr/>
        <a:lstStyle/>
        <a:p>
          <a:r>
            <a:rPr kumimoji="1" lang="ja-JP" altLang="en-US" dirty="0"/>
            <a:t>あああああ</a:t>
          </a:r>
        </a:p>
      </dgm:t>
    </dgm:pt>
    <dgm:pt modelId="{C86CD3C2-E1D4-4784-B8A7-475A50AB74C3}" type="parTrans" cxnId="{4B6A4AF8-33BF-454C-8959-20BF95AA684D}">
      <dgm:prSet/>
      <dgm:spPr/>
      <dgm:t>
        <a:bodyPr/>
        <a:lstStyle/>
        <a:p>
          <a:endParaRPr kumimoji="1" lang="ja-JP" altLang="en-US"/>
        </a:p>
      </dgm:t>
    </dgm:pt>
    <dgm:pt modelId="{FFA58DBE-F266-406B-AFB4-25B9DC13AD69}" type="sibTrans" cxnId="{4B6A4AF8-33BF-454C-8959-20BF95AA684D}">
      <dgm:prSet/>
      <dgm:spPr/>
      <dgm:t>
        <a:bodyPr/>
        <a:lstStyle/>
        <a:p>
          <a:endParaRPr kumimoji="1" lang="ja-JP" altLang="en-US"/>
        </a:p>
      </dgm:t>
    </dgm:pt>
    <dgm:pt modelId="{F5B635CE-5C97-4A0F-B0C7-1C8B2E142489}">
      <dgm:prSet phldrT="[テキスト]"/>
      <dgm:spPr/>
      <dgm:t>
        <a:bodyPr/>
        <a:lstStyle/>
        <a:p>
          <a:r>
            <a:rPr kumimoji="1" lang="ja-JP" altLang="en-US" dirty="0"/>
            <a:t>あああああ</a:t>
          </a:r>
        </a:p>
      </dgm:t>
    </dgm:pt>
    <dgm:pt modelId="{44B76A0D-C4F4-4863-B0BC-77F27615FFB1}" type="parTrans" cxnId="{AEABF968-FB4C-4963-A142-23F13CFF8E2F}">
      <dgm:prSet/>
      <dgm:spPr/>
      <dgm:t>
        <a:bodyPr/>
        <a:lstStyle/>
        <a:p>
          <a:endParaRPr kumimoji="1" lang="ja-JP" altLang="en-US"/>
        </a:p>
      </dgm:t>
    </dgm:pt>
    <dgm:pt modelId="{ABDCF7AD-8912-4174-9FB6-A24FB0C52D20}" type="sibTrans" cxnId="{AEABF968-FB4C-4963-A142-23F13CFF8E2F}">
      <dgm:prSet/>
      <dgm:spPr/>
      <dgm:t>
        <a:bodyPr/>
        <a:lstStyle/>
        <a:p>
          <a:endParaRPr kumimoji="1" lang="ja-JP" altLang="en-US"/>
        </a:p>
      </dgm:t>
    </dgm:pt>
    <dgm:pt modelId="{122CC627-8820-4A63-A1D2-8C478EB06DB2}">
      <dgm:prSet phldrT="[テキスト]"/>
      <dgm:spPr/>
      <dgm:t>
        <a:bodyPr/>
        <a:lstStyle/>
        <a:p>
          <a:r>
            <a:rPr kumimoji="1" lang="en-US" altLang="ja-JP" dirty="0"/>
            <a:t>BBB</a:t>
          </a:r>
          <a:endParaRPr kumimoji="1" lang="ja-JP" altLang="en-US" dirty="0"/>
        </a:p>
      </dgm:t>
    </dgm:pt>
    <dgm:pt modelId="{02253D84-8AEC-405E-9EE3-AE2C1637EFCF}" type="parTrans" cxnId="{91EC5CEB-814E-47F3-8904-3D8DE90F29CB}">
      <dgm:prSet/>
      <dgm:spPr/>
      <dgm:t>
        <a:bodyPr/>
        <a:lstStyle/>
        <a:p>
          <a:endParaRPr kumimoji="1" lang="ja-JP" altLang="en-US"/>
        </a:p>
      </dgm:t>
    </dgm:pt>
    <dgm:pt modelId="{FA1A36CA-8ECA-4B20-B6F8-05ED01224D74}" type="sibTrans" cxnId="{91EC5CEB-814E-47F3-8904-3D8DE90F29CB}">
      <dgm:prSet/>
      <dgm:spPr/>
      <dgm:t>
        <a:bodyPr/>
        <a:lstStyle/>
        <a:p>
          <a:endParaRPr kumimoji="1" lang="ja-JP" altLang="en-US"/>
        </a:p>
      </dgm:t>
    </dgm:pt>
    <dgm:pt modelId="{41AF4DD3-1E06-41D9-B0DA-468EC044DAAC}">
      <dgm:prSet phldrT="[テキスト]"/>
      <dgm:spPr/>
      <dgm:t>
        <a:bodyPr/>
        <a:lstStyle/>
        <a:p>
          <a:r>
            <a:rPr kumimoji="1" lang="ja-JP" altLang="en-US"/>
            <a:t>いいいいい</a:t>
          </a:r>
          <a:endParaRPr kumimoji="1" lang="ja-JP" altLang="en-US" dirty="0"/>
        </a:p>
      </dgm:t>
    </dgm:pt>
    <dgm:pt modelId="{1A98CC4F-7DB3-40E8-AC14-94F469951A90}" type="parTrans" cxnId="{079C10B0-0E56-41C9-B1E3-34DD6351C2EE}">
      <dgm:prSet/>
      <dgm:spPr/>
      <dgm:t>
        <a:bodyPr/>
        <a:lstStyle/>
        <a:p>
          <a:endParaRPr kumimoji="1" lang="ja-JP" altLang="en-US"/>
        </a:p>
      </dgm:t>
    </dgm:pt>
    <dgm:pt modelId="{BEFD4756-FC95-4915-BEE8-D11E8E3D5A4E}" type="sibTrans" cxnId="{079C10B0-0E56-41C9-B1E3-34DD6351C2EE}">
      <dgm:prSet/>
      <dgm:spPr/>
      <dgm:t>
        <a:bodyPr/>
        <a:lstStyle/>
        <a:p>
          <a:endParaRPr kumimoji="1" lang="ja-JP" altLang="en-US"/>
        </a:p>
      </dgm:t>
    </dgm:pt>
    <dgm:pt modelId="{4EA936A2-46F6-42A8-BF1C-1CAE8EAF4E72}">
      <dgm:prSet phldrT="[テキスト]"/>
      <dgm:spPr/>
      <dgm:t>
        <a:bodyPr/>
        <a:lstStyle/>
        <a:p>
          <a:r>
            <a:rPr kumimoji="1" lang="ja-JP" altLang="en-US" dirty="0" err="1"/>
            <a:t>いい</a:t>
          </a:r>
          <a:r>
            <a:rPr kumimoji="1" lang="ja-JP" altLang="en-US" dirty="0"/>
            <a:t>いいい</a:t>
          </a:r>
        </a:p>
      </dgm:t>
    </dgm:pt>
    <dgm:pt modelId="{4D25E158-276C-425A-847F-0200672723C2}" type="parTrans" cxnId="{2E99BED7-9741-4ACE-BDA7-7CBED0F6F922}">
      <dgm:prSet/>
      <dgm:spPr/>
      <dgm:t>
        <a:bodyPr/>
        <a:lstStyle/>
        <a:p>
          <a:endParaRPr kumimoji="1" lang="ja-JP" altLang="en-US"/>
        </a:p>
      </dgm:t>
    </dgm:pt>
    <dgm:pt modelId="{D8C4A3E8-1FA8-4EDF-ACB7-B07C327EA07B}" type="sibTrans" cxnId="{2E99BED7-9741-4ACE-BDA7-7CBED0F6F922}">
      <dgm:prSet/>
      <dgm:spPr/>
      <dgm:t>
        <a:bodyPr/>
        <a:lstStyle/>
        <a:p>
          <a:endParaRPr kumimoji="1" lang="ja-JP" altLang="en-US"/>
        </a:p>
      </dgm:t>
    </dgm:pt>
    <dgm:pt modelId="{5504D365-FD1D-43BA-BEF4-7168D03198BE}">
      <dgm:prSet phldrT="[テキスト]"/>
      <dgm:spPr/>
      <dgm:t>
        <a:bodyPr/>
        <a:lstStyle/>
        <a:p>
          <a:r>
            <a:rPr kumimoji="1" lang="en-US" altLang="ja-JP" dirty="0"/>
            <a:t>CCC</a:t>
          </a:r>
          <a:endParaRPr kumimoji="1" lang="ja-JP" altLang="en-US" dirty="0"/>
        </a:p>
      </dgm:t>
    </dgm:pt>
    <dgm:pt modelId="{F98021BF-04EF-45F1-94E1-9B412BB94DAC}" type="parTrans" cxnId="{E6632FFC-CCA9-4716-8EE8-45CE9A7289AD}">
      <dgm:prSet/>
      <dgm:spPr/>
      <dgm:t>
        <a:bodyPr/>
        <a:lstStyle/>
        <a:p>
          <a:endParaRPr kumimoji="1" lang="ja-JP" altLang="en-US"/>
        </a:p>
      </dgm:t>
    </dgm:pt>
    <dgm:pt modelId="{E4F56739-1907-4656-BC37-6C5C9BA46485}" type="sibTrans" cxnId="{E6632FFC-CCA9-4716-8EE8-45CE9A7289AD}">
      <dgm:prSet/>
      <dgm:spPr/>
      <dgm:t>
        <a:bodyPr/>
        <a:lstStyle/>
        <a:p>
          <a:endParaRPr kumimoji="1" lang="ja-JP" altLang="en-US"/>
        </a:p>
      </dgm:t>
    </dgm:pt>
    <dgm:pt modelId="{A11255E5-96E9-41C6-9DCF-F76DA0404DAC}">
      <dgm:prSet phldrT="[テキスト]"/>
      <dgm:spPr/>
      <dgm:t>
        <a:bodyPr/>
        <a:lstStyle/>
        <a:p>
          <a:r>
            <a:rPr kumimoji="1" lang="ja-JP" altLang="en-US" dirty="0" err="1"/>
            <a:t>ううううう</a:t>
          </a:r>
          <a:endParaRPr kumimoji="1" lang="ja-JP" altLang="en-US" dirty="0"/>
        </a:p>
      </dgm:t>
    </dgm:pt>
    <dgm:pt modelId="{80386776-2DAF-4344-83D0-D8B2E360AFED}" type="parTrans" cxnId="{E38D3B8B-CFCF-4028-A331-E9412F81F433}">
      <dgm:prSet/>
      <dgm:spPr/>
      <dgm:t>
        <a:bodyPr/>
        <a:lstStyle/>
        <a:p>
          <a:endParaRPr kumimoji="1" lang="ja-JP" altLang="en-US"/>
        </a:p>
      </dgm:t>
    </dgm:pt>
    <dgm:pt modelId="{D9F17520-4DB2-44EF-91F9-2F8D6CDD0B20}" type="sibTrans" cxnId="{E38D3B8B-CFCF-4028-A331-E9412F81F433}">
      <dgm:prSet/>
      <dgm:spPr/>
      <dgm:t>
        <a:bodyPr/>
        <a:lstStyle/>
        <a:p>
          <a:endParaRPr kumimoji="1" lang="ja-JP" altLang="en-US"/>
        </a:p>
      </dgm:t>
    </dgm:pt>
    <dgm:pt modelId="{2F73D578-60B3-46BA-9E28-82FB787E8015}">
      <dgm:prSet phldrT="[テキスト]"/>
      <dgm:spPr/>
      <dgm:t>
        <a:bodyPr/>
        <a:lstStyle/>
        <a:p>
          <a:r>
            <a:rPr kumimoji="1" lang="ja-JP" altLang="en-US"/>
            <a:t>ううううう</a:t>
          </a:r>
          <a:endParaRPr kumimoji="1" lang="ja-JP" altLang="en-US" dirty="0"/>
        </a:p>
      </dgm:t>
    </dgm:pt>
    <dgm:pt modelId="{7C5E7A0E-910A-48E0-B157-5389BE94D722}" type="parTrans" cxnId="{F4CC2807-2D84-4E92-B995-70936B19B848}">
      <dgm:prSet/>
      <dgm:spPr/>
      <dgm:t>
        <a:bodyPr/>
        <a:lstStyle/>
        <a:p>
          <a:endParaRPr kumimoji="1" lang="ja-JP" altLang="en-US"/>
        </a:p>
      </dgm:t>
    </dgm:pt>
    <dgm:pt modelId="{A5D3CE33-BA1B-47EC-85DB-7E0A71A030E8}" type="sibTrans" cxnId="{F4CC2807-2D84-4E92-B995-70936B19B848}">
      <dgm:prSet/>
      <dgm:spPr/>
      <dgm:t>
        <a:bodyPr/>
        <a:lstStyle/>
        <a:p>
          <a:endParaRPr kumimoji="1" lang="ja-JP" altLang="en-US"/>
        </a:p>
      </dgm:t>
    </dgm:pt>
    <dgm:pt modelId="{DEDFD31E-7B1A-463D-9E51-EE811B594187}" type="pres">
      <dgm:prSet presAssocID="{0C1A4798-0BE1-49FF-98AB-DB9B43446EA8}" presName="linearFlow" presStyleCnt="0">
        <dgm:presLayoutVars>
          <dgm:dir/>
          <dgm:animLvl val="lvl"/>
          <dgm:resizeHandles val="exact"/>
        </dgm:presLayoutVars>
      </dgm:prSet>
      <dgm:spPr/>
    </dgm:pt>
    <dgm:pt modelId="{6A2286E6-267D-4D77-9EFE-3EB5300EB3CA}" type="pres">
      <dgm:prSet presAssocID="{46122CF1-1161-4873-BC52-CC495BD99343}" presName="composite" presStyleCnt="0"/>
      <dgm:spPr/>
    </dgm:pt>
    <dgm:pt modelId="{F4D35836-7905-4EE2-B307-85C9B123A496}" type="pres">
      <dgm:prSet presAssocID="{46122CF1-1161-4873-BC52-CC495BD9934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0916BF7D-F008-4EAF-B391-918A613EC83A}" type="pres">
      <dgm:prSet presAssocID="{46122CF1-1161-4873-BC52-CC495BD99343}" presName="descendantText" presStyleLbl="alignAcc1" presStyleIdx="0" presStyleCnt="3">
        <dgm:presLayoutVars>
          <dgm:bulletEnabled val="1"/>
        </dgm:presLayoutVars>
      </dgm:prSet>
      <dgm:spPr/>
    </dgm:pt>
    <dgm:pt modelId="{DD008A01-3FD1-4FD5-826C-1243FF4DB2DD}" type="pres">
      <dgm:prSet presAssocID="{09D290A4-47DA-4A51-85B3-B77A88745C8D}" presName="sp" presStyleCnt="0"/>
      <dgm:spPr/>
    </dgm:pt>
    <dgm:pt modelId="{FDE89A94-1A99-429D-9681-40DBE494A28E}" type="pres">
      <dgm:prSet presAssocID="{122CC627-8820-4A63-A1D2-8C478EB06DB2}" presName="composite" presStyleCnt="0"/>
      <dgm:spPr/>
    </dgm:pt>
    <dgm:pt modelId="{C82EE31F-ED80-4431-930E-4C0832EC5A60}" type="pres">
      <dgm:prSet presAssocID="{122CC627-8820-4A63-A1D2-8C478EB06DB2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C22F799-1013-4E8E-95D2-D77AD6653131}" type="pres">
      <dgm:prSet presAssocID="{122CC627-8820-4A63-A1D2-8C478EB06DB2}" presName="descendantText" presStyleLbl="alignAcc1" presStyleIdx="1" presStyleCnt="3">
        <dgm:presLayoutVars>
          <dgm:bulletEnabled val="1"/>
        </dgm:presLayoutVars>
      </dgm:prSet>
      <dgm:spPr/>
    </dgm:pt>
    <dgm:pt modelId="{A56EE614-1D06-4678-A0E7-7C00C07F3E86}" type="pres">
      <dgm:prSet presAssocID="{FA1A36CA-8ECA-4B20-B6F8-05ED01224D74}" presName="sp" presStyleCnt="0"/>
      <dgm:spPr/>
    </dgm:pt>
    <dgm:pt modelId="{2B682139-B04F-4D53-8FFC-0D8D589D910E}" type="pres">
      <dgm:prSet presAssocID="{5504D365-FD1D-43BA-BEF4-7168D03198BE}" presName="composite" presStyleCnt="0"/>
      <dgm:spPr/>
    </dgm:pt>
    <dgm:pt modelId="{F6168046-5B48-4589-97EB-D797EAF077EF}" type="pres">
      <dgm:prSet presAssocID="{5504D365-FD1D-43BA-BEF4-7168D03198B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97FD198C-DBB6-45B4-A3DD-215B99925A70}" type="pres">
      <dgm:prSet presAssocID="{5504D365-FD1D-43BA-BEF4-7168D03198BE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F4CC2807-2D84-4E92-B995-70936B19B848}" srcId="{5504D365-FD1D-43BA-BEF4-7168D03198BE}" destId="{2F73D578-60B3-46BA-9E28-82FB787E8015}" srcOrd="1" destOrd="0" parTransId="{7C5E7A0E-910A-48E0-B157-5389BE94D722}" sibTransId="{A5D3CE33-BA1B-47EC-85DB-7E0A71A030E8}"/>
    <dgm:cxn modelId="{32E4F22C-48A2-498E-8BF8-8DC6456C2BE0}" type="presOf" srcId="{A11255E5-96E9-41C6-9DCF-F76DA0404DAC}" destId="{97FD198C-DBB6-45B4-A3DD-215B99925A70}" srcOrd="0" destOrd="0" presId="urn:microsoft.com/office/officeart/2005/8/layout/chevron2"/>
    <dgm:cxn modelId="{D5901132-7E62-480D-930B-EB6EA0A697B4}" type="presOf" srcId="{2F73D578-60B3-46BA-9E28-82FB787E8015}" destId="{97FD198C-DBB6-45B4-A3DD-215B99925A70}" srcOrd="0" destOrd="1" presId="urn:microsoft.com/office/officeart/2005/8/layout/chevron2"/>
    <dgm:cxn modelId="{6321D736-0FB9-4DEA-BC60-3EFD41BCE981}" type="presOf" srcId="{122CC627-8820-4A63-A1D2-8C478EB06DB2}" destId="{C82EE31F-ED80-4431-930E-4C0832EC5A60}" srcOrd="0" destOrd="0" presId="urn:microsoft.com/office/officeart/2005/8/layout/chevron2"/>
    <dgm:cxn modelId="{8BABD33C-29FF-459C-AF50-FDD518A970B7}" type="presOf" srcId="{F5B635CE-5C97-4A0F-B0C7-1C8B2E142489}" destId="{0916BF7D-F008-4EAF-B391-918A613EC83A}" srcOrd="0" destOrd="1" presId="urn:microsoft.com/office/officeart/2005/8/layout/chevron2"/>
    <dgm:cxn modelId="{EBFE6B45-23F8-483C-85D8-D55CF34D2E68}" type="presOf" srcId="{4EA936A2-46F6-42A8-BF1C-1CAE8EAF4E72}" destId="{0C22F799-1013-4E8E-95D2-D77AD6653131}" srcOrd="0" destOrd="1" presId="urn:microsoft.com/office/officeart/2005/8/layout/chevron2"/>
    <dgm:cxn modelId="{AEABF968-FB4C-4963-A142-23F13CFF8E2F}" srcId="{46122CF1-1161-4873-BC52-CC495BD99343}" destId="{F5B635CE-5C97-4A0F-B0C7-1C8B2E142489}" srcOrd="1" destOrd="0" parTransId="{44B76A0D-C4F4-4863-B0BC-77F27615FFB1}" sibTransId="{ABDCF7AD-8912-4174-9FB6-A24FB0C52D20}"/>
    <dgm:cxn modelId="{460CFE7A-7781-4440-8C36-6BDF6C62A9BA}" type="presOf" srcId="{5504D365-FD1D-43BA-BEF4-7168D03198BE}" destId="{F6168046-5B48-4589-97EB-D797EAF077EF}" srcOrd="0" destOrd="0" presId="urn:microsoft.com/office/officeart/2005/8/layout/chevron2"/>
    <dgm:cxn modelId="{E38D3B8B-CFCF-4028-A331-E9412F81F433}" srcId="{5504D365-FD1D-43BA-BEF4-7168D03198BE}" destId="{A11255E5-96E9-41C6-9DCF-F76DA0404DAC}" srcOrd="0" destOrd="0" parTransId="{80386776-2DAF-4344-83D0-D8B2E360AFED}" sibTransId="{D9F17520-4DB2-44EF-91F9-2F8D6CDD0B20}"/>
    <dgm:cxn modelId="{0CA41391-ED13-42C4-B70C-BF8FE9B29AE9}" type="presOf" srcId="{3AD7305E-F34F-4373-A890-67D54F970B55}" destId="{0916BF7D-F008-4EAF-B391-918A613EC83A}" srcOrd="0" destOrd="0" presId="urn:microsoft.com/office/officeart/2005/8/layout/chevron2"/>
    <dgm:cxn modelId="{079C10B0-0E56-41C9-B1E3-34DD6351C2EE}" srcId="{122CC627-8820-4A63-A1D2-8C478EB06DB2}" destId="{41AF4DD3-1E06-41D9-B0DA-468EC044DAAC}" srcOrd="0" destOrd="0" parTransId="{1A98CC4F-7DB3-40E8-AC14-94F469951A90}" sibTransId="{BEFD4756-FC95-4915-BEE8-D11E8E3D5A4E}"/>
    <dgm:cxn modelId="{250833B1-605C-4997-BFBA-7EE47184ECCE}" type="presOf" srcId="{46122CF1-1161-4873-BC52-CC495BD99343}" destId="{F4D35836-7905-4EE2-B307-85C9B123A496}" srcOrd="0" destOrd="0" presId="urn:microsoft.com/office/officeart/2005/8/layout/chevron2"/>
    <dgm:cxn modelId="{3A3F9FCF-6222-4937-86E2-F35CF5793562}" type="presOf" srcId="{0C1A4798-0BE1-49FF-98AB-DB9B43446EA8}" destId="{DEDFD31E-7B1A-463D-9E51-EE811B594187}" srcOrd="0" destOrd="0" presId="urn:microsoft.com/office/officeart/2005/8/layout/chevron2"/>
    <dgm:cxn modelId="{2E99BED7-9741-4ACE-BDA7-7CBED0F6F922}" srcId="{122CC627-8820-4A63-A1D2-8C478EB06DB2}" destId="{4EA936A2-46F6-42A8-BF1C-1CAE8EAF4E72}" srcOrd="1" destOrd="0" parTransId="{4D25E158-276C-425A-847F-0200672723C2}" sibTransId="{D8C4A3E8-1FA8-4EDF-ACB7-B07C327EA07B}"/>
    <dgm:cxn modelId="{16937BDE-5297-4FC2-A65F-A5207B886A48}" type="presOf" srcId="{41AF4DD3-1E06-41D9-B0DA-468EC044DAAC}" destId="{0C22F799-1013-4E8E-95D2-D77AD6653131}" srcOrd="0" destOrd="0" presId="urn:microsoft.com/office/officeart/2005/8/layout/chevron2"/>
    <dgm:cxn modelId="{91EC5CEB-814E-47F3-8904-3D8DE90F29CB}" srcId="{0C1A4798-0BE1-49FF-98AB-DB9B43446EA8}" destId="{122CC627-8820-4A63-A1D2-8C478EB06DB2}" srcOrd="1" destOrd="0" parTransId="{02253D84-8AEC-405E-9EE3-AE2C1637EFCF}" sibTransId="{FA1A36CA-8ECA-4B20-B6F8-05ED01224D74}"/>
    <dgm:cxn modelId="{4B6A4AF8-33BF-454C-8959-20BF95AA684D}" srcId="{46122CF1-1161-4873-BC52-CC495BD99343}" destId="{3AD7305E-F34F-4373-A890-67D54F970B55}" srcOrd="0" destOrd="0" parTransId="{C86CD3C2-E1D4-4784-B8A7-475A50AB74C3}" sibTransId="{FFA58DBE-F266-406B-AFB4-25B9DC13AD69}"/>
    <dgm:cxn modelId="{E6632FFC-CCA9-4716-8EE8-45CE9A7289AD}" srcId="{0C1A4798-0BE1-49FF-98AB-DB9B43446EA8}" destId="{5504D365-FD1D-43BA-BEF4-7168D03198BE}" srcOrd="2" destOrd="0" parTransId="{F98021BF-04EF-45F1-94E1-9B412BB94DAC}" sibTransId="{E4F56739-1907-4656-BC37-6C5C9BA46485}"/>
    <dgm:cxn modelId="{836C99FC-160F-4AE5-9C80-D0B24051696E}" srcId="{0C1A4798-0BE1-49FF-98AB-DB9B43446EA8}" destId="{46122CF1-1161-4873-BC52-CC495BD99343}" srcOrd="0" destOrd="0" parTransId="{2D50FBD1-58C3-41F6-A70B-BD088411B9B2}" sibTransId="{09D290A4-47DA-4A51-85B3-B77A88745C8D}"/>
    <dgm:cxn modelId="{87194800-8610-4D40-B20B-329D9A704CCB}" type="presParOf" srcId="{DEDFD31E-7B1A-463D-9E51-EE811B594187}" destId="{6A2286E6-267D-4D77-9EFE-3EB5300EB3CA}" srcOrd="0" destOrd="0" presId="urn:microsoft.com/office/officeart/2005/8/layout/chevron2"/>
    <dgm:cxn modelId="{CA94E356-E023-4D5B-BFB1-83A9D1B5A05E}" type="presParOf" srcId="{6A2286E6-267D-4D77-9EFE-3EB5300EB3CA}" destId="{F4D35836-7905-4EE2-B307-85C9B123A496}" srcOrd="0" destOrd="0" presId="urn:microsoft.com/office/officeart/2005/8/layout/chevron2"/>
    <dgm:cxn modelId="{5F69DE26-A865-4EB1-B979-1F5AC9138D87}" type="presParOf" srcId="{6A2286E6-267D-4D77-9EFE-3EB5300EB3CA}" destId="{0916BF7D-F008-4EAF-B391-918A613EC83A}" srcOrd="1" destOrd="0" presId="urn:microsoft.com/office/officeart/2005/8/layout/chevron2"/>
    <dgm:cxn modelId="{261F3C57-4AAF-4E30-8948-2D9EF583A7AB}" type="presParOf" srcId="{DEDFD31E-7B1A-463D-9E51-EE811B594187}" destId="{DD008A01-3FD1-4FD5-826C-1243FF4DB2DD}" srcOrd="1" destOrd="0" presId="urn:microsoft.com/office/officeart/2005/8/layout/chevron2"/>
    <dgm:cxn modelId="{E258B9FE-DF48-4BF5-80BD-048946694F56}" type="presParOf" srcId="{DEDFD31E-7B1A-463D-9E51-EE811B594187}" destId="{FDE89A94-1A99-429D-9681-40DBE494A28E}" srcOrd="2" destOrd="0" presId="urn:microsoft.com/office/officeart/2005/8/layout/chevron2"/>
    <dgm:cxn modelId="{C02A318A-222F-4917-BF2E-B2950522AC24}" type="presParOf" srcId="{FDE89A94-1A99-429D-9681-40DBE494A28E}" destId="{C82EE31F-ED80-4431-930E-4C0832EC5A60}" srcOrd="0" destOrd="0" presId="urn:microsoft.com/office/officeart/2005/8/layout/chevron2"/>
    <dgm:cxn modelId="{248B34BC-BDBA-4681-A5BA-EDAD4B81C8DE}" type="presParOf" srcId="{FDE89A94-1A99-429D-9681-40DBE494A28E}" destId="{0C22F799-1013-4E8E-95D2-D77AD6653131}" srcOrd="1" destOrd="0" presId="urn:microsoft.com/office/officeart/2005/8/layout/chevron2"/>
    <dgm:cxn modelId="{1BE25C02-C911-43FC-8981-BFEB04A3D295}" type="presParOf" srcId="{DEDFD31E-7B1A-463D-9E51-EE811B594187}" destId="{A56EE614-1D06-4678-A0E7-7C00C07F3E86}" srcOrd="3" destOrd="0" presId="urn:microsoft.com/office/officeart/2005/8/layout/chevron2"/>
    <dgm:cxn modelId="{7EDE3D52-0712-4485-ACE2-0BF59D1FADE4}" type="presParOf" srcId="{DEDFD31E-7B1A-463D-9E51-EE811B594187}" destId="{2B682139-B04F-4D53-8FFC-0D8D589D910E}" srcOrd="4" destOrd="0" presId="urn:microsoft.com/office/officeart/2005/8/layout/chevron2"/>
    <dgm:cxn modelId="{BC6F8A90-0EF4-4B51-8436-06ACF258CCA0}" type="presParOf" srcId="{2B682139-B04F-4D53-8FFC-0D8D589D910E}" destId="{F6168046-5B48-4589-97EB-D797EAF077EF}" srcOrd="0" destOrd="0" presId="urn:microsoft.com/office/officeart/2005/8/layout/chevron2"/>
    <dgm:cxn modelId="{0679F783-5441-4008-9A35-3470641FB16F}" type="presParOf" srcId="{2B682139-B04F-4D53-8FFC-0D8D589D910E}" destId="{97FD198C-DBB6-45B4-A3DD-215B99925A7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35836-7905-4EE2-B307-85C9B123A496}">
      <dsp:nvSpPr>
        <dsp:cNvPr id="0" name=""/>
        <dsp:cNvSpPr/>
      </dsp:nvSpPr>
      <dsp:spPr>
        <a:xfrm rot="5400000">
          <a:off x="-116529" y="117531"/>
          <a:ext cx="776860" cy="543802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500" kern="1200" dirty="0"/>
            <a:t>AAA</a:t>
          </a:r>
          <a:endParaRPr kumimoji="1" lang="ja-JP" altLang="en-US" sz="1500" kern="1200" dirty="0"/>
        </a:p>
      </dsp:txBody>
      <dsp:txXfrm rot="-5400000">
        <a:off x="0" y="272903"/>
        <a:ext cx="543802" cy="233058"/>
      </dsp:txXfrm>
    </dsp:sp>
    <dsp:sp modelId="{0916BF7D-F008-4EAF-B391-918A613EC83A}">
      <dsp:nvSpPr>
        <dsp:cNvPr id="0" name=""/>
        <dsp:cNvSpPr/>
      </dsp:nvSpPr>
      <dsp:spPr>
        <a:xfrm rot="5400000">
          <a:off x="1559109" y="-1014304"/>
          <a:ext cx="504959" cy="25355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000" kern="1200" dirty="0"/>
            <a:t>あああああ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000" kern="1200" dirty="0"/>
            <a:t>あああああ</a:t>
          </a:r>
        </a:p>
      </dsp:txBody>
      <dsp:txXfrm rot="-5400000">
        <a:off x="543803" y="25652"/>
        <a:ext cx="2510922" cy="455659"/>
      </dsp:txXfrm>
    </dsp:sp>
    <dsp:sp modelId="{C82EE31F-ED80-4431-930E-4C0832EC5A60}">
      <dsp:nvSpPr>
        <dsp:cNvPr id="0" name=""/>
        <dsp:cNvSpPr/>
      </dsp:nvSpPr>
      <dsp:spPr>
        <a:xfrm rot="5400000">
          <a:off x="-116529" y="754557"/>
          <a:ext cx="776860" cy="543802"/>
        </a:xfrm>
        <a:prstGeom prst="chevron">
          <a:avLst/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2700" cap="flat" cmpd="sng" algn="ctr">
          <a:solidFill>
            <a:schemeClr val="accent1">
              <a:shade val="80000"/>
              <a:hueOff val="174641"/>
              <a:satOff val="-3128"/>
              <a:lumOff val="132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500" kern="1200" dirty="0"/>
            <a:t>BBB</a:t>
          </a:r>
          <a:endParaRPr kumimoji="1" lang="ja-JP" altLang="en-US" sz="1500" kern="1200" dirty="0"/>
        </a:p>
      </dsp:txBody>
      <dsp:txXfrm rot="-5400000">
        <a:off x="0" y="909929"/>
        <a:ext cx="543802" cy="233058"/>
      </dsp:txXfrm>
    </dsp:sp>
    <dsp:sp modelId="{0C22F799-1013-4E8E-95D2-D77AD6653131}">
      <dsp:nvSpPr>
        <dsp:cNvPr id="0" name=""/>
        <dsp:cNvSpPr/>
      </dsp:nvSpPr>
      <dsp:spPr>
        <a:xfrm rot="5400000">
          <a:off x="1559109" y="-377278"/>
          <a:ext cx="504959" cy="25355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74641"/>
              <a:satOff val="-3128"/>
              <a:lumOff val="132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000" kern="1200"/>
            <a:t>いいいいい</a:t>
          </a:r>
          <a:endParaRPr kumimoji="1" lang="ja-JP" alt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000" kern="1200" dirty="0" err="1"/>
            <a:t>いい</a:t>
          </a:r>
          <a:r>
            <a:rPr kumimoji="1" lang="ja-JP" altLang="en-US" sz="1000" kern="1200" dirty="0"/>
            <a:t>いいい</a:t>
          </a:r>
        </a:p>
      </dsp:txBody>
      <dsp:txXfrm rot="-5400000">
        <a:off x="543803" y="662678"/>
        <a:ext cx="2510922" cy="455659"/>
      </dsp:txXfrm>
    </dsp:sp>
    <dsp:sp modelId="{F6168046-5B48-4589-97EB-D797EAF077EF}">
      <dsp:nvSpPr>
        <dsp:cNvPr id="0" name=""/>
        <dsp:cNvSpPr/>
      </dsp:nvSpPr>
      <dsp:spPr>
        <a:xfrm rot="5400000">
          <a:off x="-116529" y="1391583"/>
          <a:ext cx="776860" cy="543802"/>
        </a:xfrm>
        <a:prstGeom prst="chevron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500" kern="1200" dirty="0"/>
            <a:t>CCC</a:t>
          </a:r>
          <a:endParaRPr kumimoji="1" lang="ja-JP" altLang="en-US" sz="1500" kern="1200" dirty="0"/>
        </a:p>
      </dsp:txBody>
      <dsp:txXfrm rot="-5400000">
        <a:off x="0" y="1546955"/>
        <a:ext cx="543802" cy="233058"/>
      </dsp:txXfrm>
    </dsp:sp>
    <dsp:sp modelId="{97FD198C-DBB6-45B4-A3DD-215B99925A70}">
      <dsp:nvSpPr>
        <dsp:cNvPr id="0" name=""/>
        <dsp:cNvSpPr/>
      </dsp:nvSpPr>
      <dsp:spPr>
        <a:xfrm rot="5400000">
          <a:off x="1559109" y="259747"/>
          <a:ext cx="504959" cy="25355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000" kern="1200" dirty="0" err="1"/>
            <a:t>ううううう</a:t>
          </a:r>
          <a:endParaRPr kumimoji="1" lang="ja-JP" alt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000" kern="1200"/>
            <a:t>ううううう</a:t>
          </a:r>
          <a:endParaRPr kumimoji="1" lang="ja-JP" altLang="en-US" sz="1000" kern="1200" dirty="0"/>
        </a:p>
      </dsp:txBody>
      <dsp:txXfrm rot="-5400000">
        <a:off x="543803" y="1299703"/>
        <a:ext cx="2510922" cy="455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06E421A-ABD7-4EC8-A618-055B19DC7C23}"/>
              </a:ext>
            </a:extLst>
          </p:cNvPr>
          <p:cNvSpPr/>
          <p:nvPr/>
        </p:nvSpPr>
        <p:spPr>
          <a:xfrm>
            <a:off x="273000" y="159503"/>
            <a:ext cx="93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C48678A-56BB-4E3E-9A56-1215C07B5EF5}"/>
              </a:ext>
            </a:extLst>
          </p:cNvPr>
          <p:cNvSpPr/>
          <p:nvPr/>
        </p:nvSpPr>
        <p:spPr>
          <a:xfrm>
            <a:off x="273000" y="4060571"/>
            <a:ext cx="6258586" cy="2578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D5FE43-6365-4FEE-91DF-FF9B4C3012B1}"/>
              </a:ext>
            </a:extLst>
          </p:cNvPr>
          <p:cNvSpPr/>
          <p:nvPr/>
        </p:nvSpPr>
        <p:spPr>
          <a:xfrm>
            <a:off x="273000" y="1049607"/>
            <a:ext cx="3096000" cy="2047554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777B259-9BE7-4265-9784-911BBEE52521}"/>
              </a:ext>
            </a:extLst>
          </p:cNvPr>
          <p:cNvSpPr/>
          <p:nvPr/>
        </p:nvSpPr>
        <p:spPr>
          <a:xfrm>
            <a:off x="3369000" y="1049607"/>
            <a:ext cx="3162586" cy="2047554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341FD9F-366D-4D1E-8A3E-BCA2DAD5B514}"/>
              </a:ext>
            </a:extLst>
          </p:cNvPr>
          <p:cNvSpPr/>
          <p:nvPr/>
        </p:nvSpPr>
        <p:spPr>
          <a:xfrm>
            <a:off x="6534293" y="1049607"/>
            <a:ext cx="3096000" cy="2047554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二等辺三角形 10">
            <a:extLst>
              <a:ext uri="{FF2B5EF4-FFF2-40B4-BE49-F238E27FC236}">
                <a16:creationId xmlns:a16="http://schemas.microsoft.com/office/drawing/2014/main" id="{A1C7E44B-954B-412D-83DD-DA6D96258E3B}"/>
              </a:ext>
            </a:extLst>
          </p:cNvPr>
          <p:cNvSpPr/>
          <p:nvPr/>
        </p:nvSpPr>
        <p:spPr>
          <a:xfrm flipV="1">
            <a:off x="275707" y="3097154"/>
            <a:ext cx="9354586" cy="515839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4FBA81-3E98-4C5C-B1CE-BAB8A9413E3B}"/>
              </a:ext>
            </a:extLst>
          </p:cNvPr>
          <p:cNvSpPr txBox="1"/>
          <p:nvPr/>
        </p:nvSpPr>
        <p:spPr>
          <a:xfrm>
            <a:off x="2459426" y="278474"/>
            <a:ext cx="4981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5CED15C-A291-4B1E-8E94-5178F5DB8FB7}"/>
              </a:ext>
            </a:extLst>
          </p:cNvPr>
          <p:cNvSpPr txBox="1"/>
          <p:nvPr/>
        </p:nvSpPr>
        <p:spPr>
          <a:xfrm>
            <a:off x="620201" y="1604020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95FC8B5-F4BF-4AB1-B9AA-80B424DC528C}"/>
              </a:ext>
            </a:extLst>
          </p:cNvPr>
          <p:cNvSpPr/>
          <p:nvPr/>
        </p:nvSpPr>
        <p:spPr>
          <a:xfrm>
            <a:off x="273000" y="3097156"/>
            <a:ext cx="9357293" cy="515838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51568619-E960-4604-8B99-E51403989AE5}"/>
              </a:ext>
            </a:extLst>
          </p:cNvPr>
          <p:cNvGrpSpPr/>
          <p:nvPr/>
        </p:nvGrpSpPr>
        <p:grpSpPr>
          <a:xfrm>
            <a:off x="3122320" y="1828053"/>
            <a:ext cx="490654" cy="490654"/>
            <a:chOff x="1821000" y="4326673"/>
            <a:chExt cx="490654" cy="490654"/>
          </a:xfrm>
        </p:grpSpPr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E3E9D9D3-796A-4259-89B6-4EC438D2BB6C}"/>
                </a:ext>
              </a:extLst>
            </p:cNvPr>
            <p:cNvSpPr/>
            <p:nvPr/>
          </p:nvSpPr>
          <p:spPr>
            <a:xfrm>
              <a:off x="1821000" y="4326673"/>
              <a:ext cx="490654" cy="49065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ADFFB492-2648-4BE3-A6BC-6553A80C7F96}"/>
                </a:ext>
              </a:extLst>
            </p:cNvPr>
            <p:cNvSpPr/>
            <p:nvPr/>
          </p:nvSpPr>
          <p:spPr>
            <a:xfrm rot="5400000">
              <a:off x="1950140" y="4466081"/>
              <a:ext cx="276979" cy="211839"/>
            </a:xfrm>
            <a:prstGeom prst="triangle">
              <a:avLst/>
            </a:prstGeom>
            <a:solidFill>
              <a:schemeClr val="bg1"/>
            </a:solidFill>
            <a:ln w="381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5F5CB0E-1FF0-4A0E-A144-AA9358B5C4F4}"/>
              </a:ext>
            </a:extLst>
          </p:cNvPr>
          <p:cNvGrpSpPr/>
          <p:nvPr/>
        </p:nvGrpSpPr>
        <p:grpSpPr>
          <a:xfrm>
            <a:off x="6298764" y="1828053"/>
            <a:ext cx="490654" cy="490654"/>
            <a:chOff x="1821000" y="4326673"/>
            <a:chExt cx="490654" cy="490654"/>
          </a:xfrm>
        </p:grpSpPr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38201228-2BE9-4C98-92EC-B55861BFB20B}"/>
                </a:ext>
              </a:extLst>
            </p:cNvPr>
            <p:cNvSpPr/>
            <p:nvPr/>
          </p:nvSpPr>
          <p:spPr>
            <a:xfrm>
              <a:off x="1821000" y="4326673"/>
              <a:ext cx="490654" cy="49065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99CF758B-9C4F-4DC8-9205-210257A3E205}"/>
                </a:ext>
              </a:extLst>
            </p:cNvPr>
            <p:cNvSpPr/>
            <p:nvPr/>
          </p:nvSpPr>
          <p:spPr>
            <a:xfrm rot="5400000">
              <a:off x="1950140" y="4466081"/>
              <a:ext cx="276979" cy="211839"/>
            </a:xfrm>
            <a:prstGeom prst="triangle">
              <a:avLst/>
            </a:prstGeom>
            <a:solidFill>
              <a:schemeClr val="bg1"/>
            </a:solidFill>
            <a:ln w="381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632459D-E6D8-4A9C-B08F-438ABB3350E6}"/>
              </a:ext>
            </a:extLst>
          </p:cNvPr>
          <p:cNvSpPr txBox="1"/>
          <p:nvPr/>
        </p:nvSpPr>
        <p:spPr>
          <a:xfrm>
            <a:off x="3744935" y="1604020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57E38C4-FE65-4EEC-A833-58D9AB7698D6}"/>
              </a:ext>
            </a:extLst>
          </p:cNvPr>
          <p:cNvSpPr txBox="1"/>
          <p:nvPr/>
        </p:nvSpPr>
        <p:spPr>
          <a:xfrm>
            <a:off x="6884201" y="1604020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9391E74-C7C2-4DE5-8B42-545620036A8E}"/>
              </a:ext>
            </a:extLst>
          </p:cNvPr>
          <p:cNvSpPr txBox="1"/>
          <p:nvPr/>
        </p:nvSpPr>
        <p:spPr>
          <a:xfrm>
            <a:off x="6884201" y="4656889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8FA2CEA-239A-4649-A089-D9CA8EB12959}"/>
              </a:ext>
            </a:extLst>
          </p:cNvPr>
          <p:cNvSpPr/>
          <p:nvPr/>
        </p:nvSpPr>
        <p:spPr>
          <a:xfrm>
            <a:off x="273000" y="3611978"/>
            <a:ext cx="6263999" cy="44859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9017DB1-9B9A-4F49-B7E9-0D6B0782604B}"/>
              </a:ext>
            </a:extLst>
          </p:cNvPr>
          <p:cNvSpPr/>
          <p:nvPr/>
        </p:nvSpPr>
        <p:spPr>
          <a:xfrm>
            <a:off x="6534293" y="3612986"/>
            <a:ext cx="3096000" cy="3026508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0C393D5-1223-4CC8-AD30-7D2B348656F4}"/>
              </a:ext>
            </a:extLst>
          </p:cNvPr>
          <p:cNvSpPr txBox="1"/>
          <p:nvPr/>
        </p:nvSpPr>
        <p:spPr>
          <a:xfrm>
            <a:off x="1672640" y="3688087"/>
            <a:ext cx="3434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283371A-5091-4142-87E5-B6C104CB1325}"/>
              </a:ext>
            </a:extLst>
          </p:cNvPr>
          <p:cNvGrpSpPr/>
          <p:nvPr/>
        </p:nvGrpSpPr>
        <p:grpSpPr>
          <a:xfrm>
            <a:off x="6298764" y="4880922"/>
            <a:ext cx="490654" cy="490654"/>
            <a:chOff x="1821000" y="4326673"/>
            <a:chExt cx="490654" cy="490654"/>
          </a:xfrm>
        </p:grpSpPr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1984D0C8-2E85-44BC-BBCD-6005AB41D02A}"/>
                </a:ext>
              </a:extLst>
            </p:cNvPr>
            <p:cNvSpPr/>
            <p:nvPr/>
          </p:nvSpPr>
          <p:spPr>
            <a:xfrm>
              <a:off x="1821000" y="4326673"/>
              <a:ext cx="490654" cy="49065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二等辺三角形 25">
              <a:extLst>
                <a:ext uri="{FF2B5EF4-FFF2-40B4-BE49-F238E27FC236}">
                  <a16:creationId xmlns:a16="http://schemas.microsoft.com/office/drawing/2014/main" id="{337C2778-CA88-4822-9C17-57DA4E25B523}"/>
                </a:ext>
              </a:extLst>
            </p:cNvPr>
            <p:cNvSpPr/>
            <p:nvPr/>
          </p:nvSpPr>
          <p:spPr>
            <a:xfrm rot="5400000">
              <a:off x="1950140" y="4466081"/>
              <a:ext cx="276979" cy="211839"/>
            </a:xfrm>
            <a:prstGeom prst="triangle">
              <a:avLst/>
            </a:prstGeom>
            <a:solidFill>
              <a:schemeClr val="bg1"/>
            </a:solidFill>
            <a:ln w="381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9" name="図表 28">
            <a:extLst>
              <a:ext uri="{FF2B5EF4-FFF2-40B4-BE49-F238E27FC236}">
                <a16:creationId xmlns:a16="http://schemas.microsoft.com/office/drawing/2014/main" id="{23DD947F-8A81-4FBE-BBB0-53692EFB65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416022"/>
              </p:ext>
            </p:extLst>
          </p:nvPr>
        </p:nvGraphicFramePr>
        <p:xfrm>
          <a:off x="2844148" y="4391440"/>
          <a:ext cx="3079375" cy="2052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0D37FAC-ED2F-4437-8DD6-CFCE265163C5}"/>
              </a:ext>
            </a:extLst>
          </p:cNvPr>
          <p:cNvSpPr txBox="1"/>
          <p:nvPr/>
        </p:nvSpPr>
        <p:spPr>
          <a:xfrm>
            <a:off x="620201" y="4315187"/>
            <a:ext cx="1615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367</Words>
  <Application>Microsoft Office PowerPoint</Application>
  <PresentationFormat>A4 210 x 297 mm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31</cp:revision>
  <dcterms:created xsi:type="dcterms:W3CDTF">2017-11-09T07:26:57Z</dcterms:created>
  <dcterms:modified xsi:type="dcterms:W3CDTF">2018-03-03T01:30:08Z</dcterms:modified>
</cp:coreProperties>
</file>