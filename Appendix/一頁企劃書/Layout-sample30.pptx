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97C96A7-560A-4B97-8A80-3F1E7B63F520}"/>
              </a:ext>
            </a:extLst>
          </p:cNvPr>
          <p:cNvSpPr/>
          <p:nvPr/>
        </p:nvSpPr>
        <p:spPr>
          <a:xfrm>
            <a:off x="344487" y="1504965"/>
            <a:ext cx="921702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7F127AC-B3E2-4982-B4EE-4ECFA8644F7B}"/>
              </a:ext>
            </a:extLst>
          </p:cNvPr>
          <p:cNvSpPr/>
          <p:nvPr/>
        </p:nvSpPr>
        <p:spPr>
          <a:xfrm>
            <a:off x="344487" y="335777"/>
            <a:ext cx="9217024" cy="86399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0E01388-8D62-4E9E-BA14-DE186F5B7BC6}"/>
              </a:ext>
            </a:extLst>
          </p:cNvPr>
          <p:cNvSpPr/>
          <p:nvPr/>
        </p:nvSpPr>
        <p:spPr>
          <a:xfrm>
            <a:off x="344488" y="2028186"/>
            <a:ext cx="3407713" cy="1872386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196DD3F-9E6F-433B-BDB1-4AD1A71C366D}"/>
              </a:ext>
            </a:extLst>
          </p:cNvPr>
          <p:cNvSpPr/>
          <p:nvPr/>
        </p:nvSpPr>
        <p:spPr>
          <a:xfrm>
            <a:off x="6153798" y="2028186"/>
            <a:ext cx="3407713" cy="1872386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矢印: 山形 20">
            <a:extLst>
              <a:ext uri="{FF2B5EF4-FFF2-40B4-BE49-F238E27FC236}">
                <a16:creationId xmlns:a16="http://schemas.microsoft.com/office/drawing/2014/main" id="{EEA538E2-04AF-4697-8898-CAC610800AEC}"/>
              </a:ext>
            </a:extLst>
          </p:cNvPr>
          <p:cNvSpPr/>
          <p:nvPr/>
        </p:nvSpPr>
        <p:spPr>
          <a:xfrm>
            <a:off x="3248400" y="2028186"/>
            <a:ext cx="3409200" cy="1872386"/>
          </a:xfrm>
          <a:prstGeom prst="chevron">
            <a:avLst>
              <a:gd name="adj" fmla="val 118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DF2B78-53FF-4BA3-BC93-207DE7F40390}"/>
              </a:ext>
            </a:extLst>
          </p:cNvPr>
          <p:cNvSpPr txBox="1"/>
          <p:nvPr/>
        </p:nvSpPr>
        <p:spPr>
          <a:xfrm>
            <a:off x="595645" y="2495020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" name="ブローチ 1">
            <a:extLst>
              <a:ext uri="{FF2B5EF4-FFF2-40B4-BE49-F238E27FC236}">
                <a16:creationId xmlns:a16="http://schemas.microsoft.com/office/drawing/2014/main" id="{01D36B9C-A2D6-4D8F-BA4E-6A07C4D1DD7F}"/>
              </a:ext>
            </a:extLst>
          </p:cNvPr>
          <p:cNvSpPr/>
          <p:nvPr/>
        </p:nvSpPr>
        <p:spPr>
          <a:xfrm>
            <a:off x="344487" y="335776"/>
            <a:ext cx="9217024" cy="864000"/>
          </a:xfrm>
          <a:prstGeom prst="plaque">
            <a:avLst>
              <a:gd name="adj" fmla="val 23537"/>
            </a:avLst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A93778-8238-496D-BD66-F31640581698}"/>
              </a:ext>
            </a:extLst>
          </p:cNvPr>
          <p:cNvSpPr txBox="1"/>
          <p:nvPr/>
        </p:nvSpPr>
        <p:spPr>
          <a:xfrm>
            <a:off x="2462133" y="524852"/>
            <a:ext cx="4981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FDF19F3-E259-4801-B5D6-115CFCB74A41}"/>
              </a:ext>
            </a:extLst>
          </p:cNvPr>
          <p:cNvSpPr/>
          <p:nvPr/>
        </p:nvSpPr>
        <p:spPr>
          <a:xfrm>
            <a:off x="344486" y="3893621"/>
            <a:ext cx="9217023" cy="10463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4744060-5C90-4B6F-8DDC-76935662CE7D}"/>
              </a:ext>
            </a:extLst>
          </p:cNvPr>
          <p:cNvSpPr txBox="1"/>
          <p:nvPr/>
        </p:nvSpPr>
        <p:spPr>
          <a:xfrm>
            <a:off x="6908755" y="2495020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C37441C-49B3-413A-8B1D-8F0670F552A9}"/>
              </a:ext>
            </a:extLst>
          </p:cNvPr>
          <p:cNvSpPr txBox="1"/>
          <p:nvPr/>
        </p:nvSpPr>
        <p:spPr>
          <a:xfrm>
            <a:off x="3752201" y="2495020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6" name="フローチャート: 手操作入力 35">
            <a:extLst>
              <a:ext uri="{FF2B5EF4-FFF2-40B4-BE49-F238E27FC236}">
                <a16:creationId xmlns:a16="http://schemas.microsoft.com/office/drawing/2014/main" id="{F09272C5-D127-4F1F-907C-8BC7A944CF05}"/>
              </a:ext>
            </a:extLst>
          </p:cNvPr>
          <p:cNvSpPr/>
          <p:nvPr/>
        </p:nvSpPr>
        <p:spPr>
          <a:xfrm flipH="1">
            <a:off x="344487" y="4432100"/>
            <a:ext cx="4608512" cy="2090124"/>
          </a:xfrm>
          <a:prstGeom prst="flowChartManualInpu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フローチャート: 手操作入力 40">
            <a:extLst>
              <a:ext uri="{FF2B5EF4-FFF2-40B4-BE49-F238E27FC236}">
                <a16:creationId xmlns:a16="http://schemas.microsoft.com/office/drawing/2014/main" id="{E189C25A-0622-42F6-AC01-3185A310994D}"/>
              </a:ext>
            </a:extLst>
          </p:cNvPr>
          <p:cNvSpPr/>
          <p:nvPr/>
        </p:nvSpPr>
        <p:spPr>
          <a:xfrm>
            <a:off x="4952996" y="4432100"/>
            <a:ext cx="4608512" cy="2090124"/>
          </a:xfrm>
          <a:prstGeom prst="flowChartManualInpu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33ED2229-ECE1-48D0-8C78-65EFCA99F756}"/>
              </a:ext>
            </a:extLst>
          </p:cNvPr>
          <p:cNvSpPr txBox="1"/>
          <p:nvPr/>
        </p:nvSpPr>
        <p:spPr>
          <a:xfrm>
            <a:off x="2462133" y="4156705"/>
            <a:ext cx="4981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</a:t>
            </a:r>
            <a:endParaRPr lang="en-US" altLang="ja-JP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CEDD732D-9BEA-47D3-BF3F-6EE5D6CCC33B}"/>
              </a:ext>
            </a:extLst>
          </p:cNvPr>
          <p:cNvSpPr txBox="1"/>
          <p:nvPr/>
        </p:nvSpPr>
        <p:spPr>
          <a:xfrm>
            <a:off x="648776" y="5027658"/>
            <a:ext cx="19468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3F9E95F-F721-433F-8FD4-5E6C25E015BC}"/>
              </a:ext>
            </a:extLst>
          </p:cNvPr>
          <p:cNvSpPr txBox="1"/>
          <p:nvPr/>
        </p:nvSpPr>
        <p:spPr>
          <a:xfrm>
            <a:off x="2701874" y="5027658"/>
            <a:ext cx="19468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605AA8BA-F9A9-4162-B1DC-6801A10F8954}"/>
              </a:ext>
            </a:extLst>
          </p:cNvPr>
          <p:cNvSpPr txBox="1"/>
          <p:nvPr/>
        </p:nvSpPr>
        <p:spPr>
          <a:xfrm>
            <a:off x="5257286" y="5027658"/>
            <a:ext cx="19468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3759F2A6-3396-4DA1-8A40-7DBD005748A2}"/>
              </a:ext>
            </a:extLst>
          </p:cNvPr>
          <p:cNvSpPr txBox="1"/>
          <p:nvPr/>
        </p:nvSpPr>
        <p:spPr>
          <a:xfrm>
            <a:off x="7310384" y="5027658"/>
            <a:ext cx="19468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C54DAAE3-15A1-4518-843E-7B9C7BE3D0FA}"/>
              </a:ext>
            </a:extLst>
          </p:cNvPr>
          <p:cNvSpPr txBox="1"/>
          <p:nvPr/>
        </p:nvSpPr>
        <p:spPr>
          <a:xfrm>
            <a:off x="2462133" y="1578952"/>
            <a:ext cx="49817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6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341</TotalTime>
  <Words>502</Words>
  <Application>Microsoft Office PowerPoint</Application>
  <PresentationFormat>A4 210 x 297 mm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45</cp:revision>
  <dcterms:created xsi:type="dcterms:W3CDTF">2017-11-09T07:26:57Z</dcterms:created>
  <dcterms:modified xsi:type="dcterms:W3CDTF">2018-03-01T07:48:49Z</dcterms:modified>
</cp:coreProperties>
</file>