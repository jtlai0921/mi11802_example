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CECF344-6E42-44F1-9CE7-D246931529E9}"/>
              </a:ext>
            </a:extLst>
          </p:cNvPr>
          <p:cNvSpPr/>
          <p:nvPr/>
        </p:nvSpPr>
        <p:spPr>
          <a:xfrm>
            <a:off x="273000" y="185636"/>
            <a:ext cx="9360000" cy="79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EA93778-8238-496D-BD66-F31640581698}"/>
              </a:ext>
            </a:extLst>
          </p:cNvPr>
          <p:cNvSpPr txBox="1"/>
          <p:nvPr/>
        </p:nvSpPr>
        <p:spPr>
          <a:xfrm>
            <a:off x="2561302" y="374711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CD495461-9863-4904-BB5B-2E8D1AD74968}"/>
              </a:ext>
            </a:extLst>
          </p:cNvPr>
          <p:cNvSpPr/>
          <p:nvPr/>
        </p:nvSpPr>
        <p:spPr>
          <a:xfrm>
            <a:off x="273000" y="1166710"/>
            <a:ext cx="9360000" cy="5502289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45A15495-6A3A-4D08-9DCA-134CF3F72D74}"/>
              </a:ext>
            </a:extLst>
          </p:cNvPr>
          <p:cNvGrpSpPr/>
          <p:nvPr/>
        </p:nvGrpSpPr>
        <p:grpSpPr>
          <a:xfrm>
            <a:off x="923718" y="4279542"/>
            <a:ext cx="8058565" cy="2155703"/>
            <a:chOff x="923718" y="4172324"/>
            <a:chExt cx="8058565" cy="2155703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9ADF2B78-53FF-4BA3-BC93-207DE7F40390}"/>
                </a:ext>
              </a:extLst>
            </p:cNvPr>
            <p:cNvSpPr txBox="1"/>
            <p:nvPr/>
          </p:nvSpPr>
          <p:spPr>
            <a:xfrm>
              <a:off x="1315016" y="4910029"/>
              <a:ext cx="1529087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ja-JP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○○○○○○○○○○○○○○○○○○○○○○○○○○○○○○○○○○○○○○○○○○○○○○○○</a:t>
              </a:r>
            </a:p>
          </p:txBody>
        </p: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7A0C12FC-0503-4D7E-AE67-617F8F871E16}"/>
                </a:ext>
              </a:extLst>
            </p:cNvPr>
            <p:cNvGrpSpPr/>
            <p:nvPr/>
          </p:nvGrpSpPr>
          <p:grpSpPr>
            <a:xfrm>
              <a:off x="923718" y="4172324"/>
              <a:ext cx="2219428" cy="2155703"/>
              <a:chOff x="856077" y="4172324"/>
              <a:chExt cx="2219428" cy="2155703"/>
            </a:xfrm>
          </p:grpSpPr>
          <p:sp>
            <p:nvSpPr>
              <p:cNvPr id="12" name="矢印: 山形 11">
                <a:extLst>
                  <a:ext uri="{FF2B5EF4-FFF2-40B4-BE49-F238E27FC236}">
                    <a16:creationId xmlns:a16="http://schemas.microsoft.com/office/drawing/2014/main" id="{4A4C0D23-F38A-4D6A-8E92-353EF4590777}"/>
                  </a:ext>
                </a:extLst>
              </p:cNvPr>
              <p:cNvSpPr/>
              <p:nvPr/>
            </p:nvSpPr>
            <p:spPr>
              <a:xfrm>
                <a:off x="948333" y="4600027"/>
                <a:ext cx="2127172" cy="1728000"/>
              </a:xfrm>
              <a:prstGeom prst="chevron">
                <a:avLst>
                  <a:gd name="adj" fmla="val 10445"/>
                </a:avLst>
              </a:prstGeom>
              <a:noFill/>
              <a:ln w="381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" name="平行四辺形 2">
                <a:extLst>
                  <a:ext uri="{FF2B5EF4-FFF2-40B4-BE49-F238E27FC236}">
                    <a16:creationId xmlns:a16="http://schemas.microsoft.com/office/drawing/2014/main" id="{BC70BC10-4598-4EED-9643-5C85FFB30905}"/>
                  </a:ext>
                </a:extLst>
              </p:cNvPr>
              <p:cNvSpPr/>
              <p:nvPr/>
            </p:nvSpPr>
            <p:spPr>
              <a:xfrm flipH="1">
                <a:off x="856077" y="4172324"/>
                <a:ext cx="2037600" cy="427703"/>
              </a:xfrm>
              <a:prstGeom prst="parallelogram">
                <a:avLst>
                  <a:gd name="adj" fmla="val 20926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381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2" name="グループ化 31">
              <a:extLst>
                <a:ext uri="{FF2B5EF4-FFF2-40B4-BE49-F238E27FC236}">
                  <a16:creationId xmlns:a16="http://schemas.microsoft.com/office/drawing/2014/main" id="{B2200BE1-B826-41B5-91D7-56716633D88D}"/>
                </a:ext>
              </a:extLst>
            </p:cNvPr>
            <p:cNvGrpSpPr/>
            <p:nvPr/>
          </p:nvGrpSpPr>
          <p:grpSpPr>
            <a:xfrm>
              <a:off x="2871079" y="4172324"/>
              <a:ext cx="2219428" cy="2155703"/>
              <a:chOff x="856077" y="4172324"/>
              <a:chExt cx="2219428" cy="2155703"/>
            </a:xfrm>
          </p:grpSpPr>
          <p:sp>
            <p:nvSpPr>
              <p:cNvPr id="33" name="矢印: 山形 32">
                <a:extLst>
                  <a:ext uri="{FF2B5EF4-FFF2-40B4-BE49-F238E27FC236}">
                    <a16:creationId xmlns:a16="http://schemas.microsoft.com/office/drawing/2014/main" id="{FDE2EE49-7B9A-4227-8144-FA205E53242E}"/>
                  </a:ext>
                </a:extLst>
              </p:cNvPr>
              <p:cNvSpPr/>
              <p:nvPr/>
            </p:nvSpPr>
            <p:spPr>
              <a:xfrm>
                <a:off x="948333" y="4600027"/>
                <a:ext cx="2127172" cy="1728000"/>
              </a:xfrm>
              <a:prstGeom prst="chevron">
                <a:avLst>
                  <a:gd name="adj" fmla="val 10445"/>
                </a:avLst>
              </a:prstGeom>
              <a:noFill/>
              <a:ln w="381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平行四辺形 33">
                <a:extLst>
                  <a:ext uri="{FF2B5EF4-FFF2-40B4-BE49-F238E27FC236}">
                    <a16:creationId xmlns:a16="http://schemas.microsoft.com/office/drawing/2014/main" id="{7043D9B0-0BE2-45F0-B80F-BA4C9B4E6947}"/>
                  </a:ext>
                </a:extLst>
              </p:cNvPr>
              <p:cNvSpPr/>
              <p:nvPr/>
            </p:nvSpPr>
            <p:spPr>
              <a:xfrm flipH="1">
                <a:off x="856077" y="4172324"/>
                <a:ext cx="2037600" cy="427703"/>
              </a:xfrm>
              <a:prstGeom prst="parallelogram">
                <a:avLst>
                  <a:gd name="adj" fmla="val 20926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381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5" name="グループ化 34">
              <a:extLst>
                <a:ext uri="{FF2B5EF4-FFF2-40B4-BE49-F238E27FC236}">
                  <a16:creationId xmlns:a16="http://schemas.microsoft.com/office/drawing/2014/main" id="{AF79F5EF-824B-4D5D-9882-6CC15F3D244F}"/>
                </a:ext>
              </a:extLst>
            </p:cNvPr>
            <p:cNvGrpSpPr/>
            <p:nvPr/>
          </p:nvGrpSpPr>
          <p:grpSpPr>
            <a:xfrm>
              <a:off x="4815494" y="4172324"/>
              <a:ext cx="2219428" cy="2155703"/>
              <a:chOff x="856077" y="4172324"/>
              <a:chExt cx="2219428" cy="2155703"/>
            </a:xfrm>
          </p:grpSpPr>
          <p:sp>
            <p:nvSpPr>
              <p:cNvPr id="36" name="矢印: 山形 35">
                <a:extLst>
                  <a:ext uri="{FF2B5EF4-FFF2-40B4-BE49-F238E27FC236}">
                    <a16:creationId xmlns:a16="http://schemas.microsoft.com/office/drawing/2014/main" id="{AAD9581B-1D92-44FB-8AF7-036CDAEAEDA2}"/>
                  </a:ext>
                </a:extLst>
              </p:cNvPr>
              <p:cNvSpPr/>
              <p:nvPr/>
            </p:nvSpPr>
            <p:spPr>
              <a:xfrm>
                <a:off x="948333" y="4600027"/>
                <a:ext cx="2127172" cy="1728000"/>
              </a:xfrm>
              <a:prstGeom prst="chevron">
                <a:avLst>
                  <a:gd name="adj" fmla="val 10445"/>
                </a:avLst>
              </a:prstGeom>
              <a:noFill/>
              <a:ln w="381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" name="平行四辺形 36">
                <a:extLst>
                  <a:ext uri="{FF2B5EF4-FFF2-40B4-BE49-F238E27FC236}">
                    <a16:creationId xmlns:a16="http://schemas.microsoft.com/office/drawing/2014/main" id="{9E2FEF2B-A394-41DC-8D09-E1D56A3507F4}"/>
                  </a:ext>
                </a:extLst>
              </p:cNvPr>
              <p:cNvSpPr/>
              <p:nvPr/>
            </p:nvSpPr>
            <p:spPr>
              <a:xfrm flipH="1">
                <a:off x="856077" y="4172324"/>
                <a:ext cx="2037600" cy="427703"/>
              </a:xfrm>
              <a:prstGeom prst="parallelogram">
                <a:avLst>
                  <a:gd name="adj" fmla="val 20926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381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8" name="グループ化 37">
              <a:extLst>
                <a:ext uri="{FF2B5EF4-FFF2-40B4-BE49-F238E27FC236}">
                  <a16:creationId xmlns:a16="http://schemas.microsoft.com/office/drawing/2014/main" id="{7F9C5DB2-A505-4A94-95EB-FDB8CB274086}"/>
                </a:ext>
              </a:extLst>
            </p:cNvPr>
            <p:cNvGrpSpPr/>
            <p:nvPr/>
          </p:nvGrpSpPr>
          <p:grpSpPr>
            <a:xfrm>
              <a:off x="6762855" y="4172324"/>
              <a:ext cx="2219428" cy="2155703"/>
              <a:chOff x="856077" y="4172324"/>
              <a:chExt cx="2219428" cy="2155703"/>
            </a:xfrm>
          </p:grpSpPr>
          <p:sp>
            <p:nvSpPr>
              <p:cNvPr id="39" name="矢印: 山形 38">
                <a:extLst>
                  <a:ext uri="{FF2B5EF4-FFF2-40B4-BE49-F238E27FC236}">
                    <a16:creationId xmlns:a16="http://schemas.microsoft.com/office/drawing/2014/main" id="{850D434D-6BB8-4A2C-9178-F79E48BF204B}"/>
                  </a:ext>
                </a:extLst>
              </p:cNvPr>
              <p:cNvSpPr/>
              <p:nvPr/>
            </p:nvSpPr>
            <p:spPr>
              <a:xfrm>
                <a:off x="948333" y="4600027"/>
                <a:ext cx="2127172" cy="1728000"/>
              </a:xfrm>
              <a:prstGeom prst="chevron">
                <a:avLst>
                  <a:gd name="adj" fmla="val 10445"/>
                </a:avLst>
              </a:prstGeom>
              <a:noFill/>
              <a:ln w="381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" name="平行四辺形 39">
                <a:extLst>
                  <a:ext uri="{FF2B5EF4-FFF2-40B4-BE49-F238E27FC236}">
                    <a16:creationId xmlns:a16="http://schemas.microsoft.com/office/drawing/2014/main" id="{30C3492B-B517-4736-A6E1-E9515C2ABAFB}"/>
                  </a:ext>
                </a:extLst>
              </p:cNvPr>
              <p:cNvSpPr/>
              <p:nvPr/>
            </p:nvSpPr>
            <p:spPr>
              <a:xfrm flipH="1">
                <a:off x="856077" y="4172324"/>
                <a:ext cx="2037600" cy="427703"/>
              </a:xfrm>
              <a:prstGeom prst="parallelogram">
                <a:avLst>
                  <a:gd name="adj" fmla="val 20926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381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92FA4EAD-B881-4385-8278-95283326A777}"/>
                </a:ext>
              </a:extLst>
            </p:cNvPr>
            <p:cNvSpPr txBox="1"/>
            <p:nvPr/>
          </p:nvSpPr>
          <p:spPr>
            <a:xfrm>
              <a:off x="3263370" y="4910029"/>
              <a:ext cx="1529087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ja-JP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○○○○○○○○○○○○○○○○○○○○○○○○○○○○○○○○○○○○○○○○○○○○○○○○</a:t>
              </a:r>
            </a:p>
          </p:txBody>
        </p:sp>
        <p:sp>
          <p:nvSpPr>
            <p:cNvPr id="49" name="テキスト ボックス 48">
              <a:extLst>
                <a:ext uri="{FF2B5EF4-FFF2-40B4-BE49-F238E27FC236}">
                  <a16:creationId xmlns:a16="http://schemas.microsoft.com/office/drawing/2014/main" id="{4444C28D-05EF-4BF0-BCA1-7AE392A39930}"/>
                </a:ext>
              </a:extLst>
            </p:cNvPr>
            <p:cNvSpPr txBox="1"/>
            <p:nvPr/>
          </p:nvSpPr>
          <p:spPr>
            <a:xfrm>
              <a:off x="5210896" y="4910029"/>
              <a:ext cx="1529087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ja-JP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○○○○○○○○○○○○○○○○○○○○○○○○○○○○○○○○○○○○○○○○○○○○○○○○</a:t>
              </a:r>
            </a:p>
          </p:txBody>
        </p:sp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0F887C57-8179-499D-A7B5-430D4C1546B2}"/>
                </a:ext>
              </a:extLst>
            </p:cNvPr>
            <p:cNvSpPr txBox="1"/>
            <p:nvPr/>
          </p:nvSpPr>
          <p:spPr>
            <a:xfrm>
              <a:off x="7150050" y="4910029"/>
              <a:ext cx="1529087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ja-JP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○○○○○○○○○○○○○○○○○○○○○○○○○○○○○○○○○○○○○○○○○○○○○○○○</a:t>
              </a:r>
            </a:p>
          </p:txBody>
        </p:sp>
        <p:sp>
          <p:nvSpPr>
            <p:cNvPr id="52" name="テキスト ボックス 51">
              <a:extLst>
                <a:ext uri="{FF2B5EF4-FFF2-40B4-BE49-F238E27FC236}">
                  <a16:creationId xmlns:a16="http://schemas.microsoft.com/office/drawing/2014/main" id="{3B22B304-7922-4386-98E1-62F27EAE03A1}"/>
                </a:ext>
              </a:extLst>
            </p:cNvPr>
            <p:cNvSpPr txBox="1"/>
            <p:nvPr/>
          </p:nvSpPr>
          <p:spPr>
            <a:xfrm>
              <a:off x="1267399" y="4255371"/>
              <a:ext cx="126576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○○○○○</a:t>
              </a:r>
              <a:endParaRPr lang="ja-JP" altLang="en-US" sz="11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D8527021-EE72-4CC9-8124-46EDD5629D3B}"/>
                </a:ext>
              </a:extLst>
            </p:cNvPr>
            <p:cNvSpPr txBox="1"/>
            <p:nvPr/>
          </p:nvSpPr>
          <p:spPr>
            <a:xfrm>
              <a:off x="3255059" y="4255371"/>
              <a:ext cx="126576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○○○○○</a:t>
              </a:r>
              <a:endParaRPr lang="ja-JP" altLang="en-US" sz="11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テキスト ボックス 57">
              <a:extLst>
                <a:ext uri="{FF2B5EF4-FFF2-40B4-BE49-F238E27FC236}">
                  <a16:creationId xmlns:a16="http://schemas.microsoft.com/office/drawing/2014/main" id="{AE11196A-BED8-428C-8166-6C28E2B5424B}"/>
                </a:ext>
              </a:extLst>
            </p:cNvPr>
            <p:cNvSpPr txBox="1"/>
            <p:nvPr/>
          </p:nvSpPr>
          <p:spPr>
            <a:xfrm>
              <a:off x="5202420" y="4255371"/>
              <a:ext cx="126576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○○○○○</a:t>
              </a:r>
              <a:endParaRPr lang="ja-JP" altLang="en-US" sz="11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テキスト ボックス 58">
              <a:extLst>
                <a:ext uri="{FF2B5EF4-FFF2-40B4-BE49-F238E27FC236}">
                  <a16:creationId xmlns:a16="http://schemas.microsoft.com/office/drawing/2014/main" id="{65B8BC40-626A-486B-804D-75E4E21A9AB8}"/>
                </a:ext>
              </a:extLst>
            </p:cNvPr>
            <p:cNvSpPr txBox="1"/>
            <p:nvPr/>
          </p:nvSpPr>
          <p:spPr>
            <a:xfrm>
              <a:off x="7201436" y="4255371"/>
              <a:ext cx="126576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○○○○○</a:t>
              </a:r>
              <a:endParaRPr lang="ja-JP" altLang="en-US" sz="11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" name="吹き出し: 四角形 16">
            <a:extLst>
              <a:ext uri="{FF2B5EF4-FFF2-40B4-BE49-F238E27FC236}">
                <a16:creationId xmlns:a16="http://schemas.microsoft.com/office/drawing/2014/main" id="{8212F654-CD6D-4B58-AABE-16DBE89473C3}"/>
              </a:ext>
            </a:extLst>
          </p:cNvPr>
          <p:cNvSpPr/>
          <p:nvPr/>
        </p:nvSpPr>
        <p:spPr>
          <a:xfrm>
            <a:off x="273000" y="1162876"/>
            <a:ext cx="9360000" cy="2266124"/>
          </a:xfrm>
          <a:prstGeom prst="wedgeRectCallou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6D145FE-C816-4F54-940A-F26AB466B24F}"/>
              </a:ext>
            </a:extLst>
          </p:cNvPr>
          <p:cNvSpPr/>
          <p:nvPr/>
        </p:nvSpPr>
        <p:spPr>
          <a:xfrm>
            <a:off x="923718" y="1858520"/>
            <a:ext cx="3423424" cy="1290278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BFBC765-FD3C-444E-8A02-B2457C3B801E}"/>
              </a:ext>
            </a:extLst>
          </p:cNvPr>
          <p:cNvSpPr/>
          <p:nvPr/>
        </p:nvSpPr>
        <p:spPr>
          <a:xfrm>
            <a:off x="923718" y="1450469"/>
            <a:ext cx="3423424" cy="4080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D9FBC41-3421-4FD9-BF0F-E737454EFAB8}"/>
              </a:ext>
            </a:extLst>
          </p:cNvPr>
          <p:cNvSpPr txBox="1"/>
          <p:nvPr/>
        </p:nvSpPr>
        <p:spPr>
          <a:xfrm>
            <a:off x="2002547" y="1500606"/>
            <a:ext cx="1265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ja-JP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D0DF8662-E955-4BA9-8285-3AFD3BB2432A}"/>
              </a:ext>
            </a:extLst>
          </p:cNvPr>
          <p:cNvSpPr/>
          <p:nvPr/>
        </p:nvSpPr>
        <p:spPr>
          <a:xfrm>
            <a:off x="5558860" y="1858520"/>
            <a:ext cx="3423424" cy="1290278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F15306AD-2D9C-442D-8A58-3B819122EF6F}"/>
              </a:ext>
            </a:extLst>
          </p:cNvPr>
          <p:cNvSpPr/>
          <p:nvPr/>
        </p:nvSpPr>
        <p:spPr>
          <a:xfrm>
            <a:off x="5558860" y="1450469"/>
            <a:ext cx="3423424" cy="4080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F1924B1A-D47E-4CFB-812F-12D858002A5E}"/>
              </a:ext>
            </a:extLst>
          </p:cNvPr>
          <p:cNvSpPr txBox="1"/>
          <p:nvPr/>
        </p:nvSpPr>
        <p:spPr>
          <a:xfrm>
            <a:off x="6637689" y="1500606"/>
            <a:ext cx="1265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ja-JP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矢印: ストライプ 52">
            <a:extLst>
              <a:ext uri="{FF2B5EF4-FFF2-40B4-BE49-F238E27FC236}">
                <a16:creationId xmlns:a16="http://schemas.microsoft.com/office/drawing/2014/main" id="{4E2AA490-ECBF-4CBB-A45B-4E8BBB8A8C44}"/>
              </a:ext>
            </a:extLst>
          </p:cNvPr>
          <p:cNvSpPr/>
          <p:nvPr/>
        </p:nvSpPr>
        <p:spPr>
          <a:xfrm rot="10800000" flipH="1" flipV="1">
            <a:off x="4523105" y="2216361"/>
            <a:ext cx="859790" cy="574595"/>
          </a:xfrm>
          <a:prstGeom prst="striped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7A723651-96AA-4C86-8702-C8A0C5458102}"/>
              </a:ext>
            </a:extLst>
          </p:cNvPr>
          <p:cNvSpPr txBox="1"/>
          <p:nvPr/>
        </p:nvSpPr>
        <p:spPr>
          <a:xfrm>
            <a:off x="1569414" y="2118938"/>
            <a:ext cx="213203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</a:t>
            </a: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564DE0EA-E936-44D9-9E34-E0EA7EC16A97}"/>
              </a:ext>
            </a:extLst>
          </p:cNvPr>
          <p:cNvSpPr txBox="1"/>
          <p:nvPr/>
        </p:nvSpPr>
        <p:spPr>
          <a:xfrm>
            <a:off x="6204556" y="2118938"/>
            <a:ext cx="213203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</a:t>
            </a: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A21F1B2A-05DA-4407-ABC5-288190D48773}"/>
              </a:ext>
            </a:extLst>
          </p:cNvPr>
          <p:cNvSpPr txBox="1"/>
          <p:nvPr/>
        </p:nvSpPr>
        <p:spPr>
          <a:xfrm>
            <a:off x="1288970" y="3844909"/>
            <a:ext cx="3344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ja-JP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307</TotalTime>
  <Words>338</Words>
  <Application>Microsoft Office PowerPoint</Application>
  <PresentationFormat>A4 210 x 297 mm</PresentationFormat>
  <Paragraphs>14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40</cp:revision>
  <dcterms:created xsi:type="dcterms:W3CDTF">2017-11-09T07:26:57Z</dcterms:created>
  <dcterms:modified xsi:type="dcterms:W3CDTF">2018-03-02T05:19:41Z</dcterms:modified>
</cp:coreProperties>
</file>