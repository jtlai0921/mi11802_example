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81BFA8-54D8-423E-85C1-F32C8E77CAA0}" type="doc">
      <dgm:prSet loTypeId="urn:microsoft.com/office/officeart/2005/8/layout/pyramid2" loCatId="pyramid" qsTypeId="urn:microsoft.com/office/officeart/2005/8/quickstyle/simple1" qsCatId="simple" csTypeId="urn:microsoft.com/office/officeart/2005/8/colors/accent1_5" csCatId="accent1" phldr="1"/>
      <dgm:spPr/>
    </dgm:pt>
    <dgm:pt modelId="{0CEE2E5B-51A4-46FD-9C34-8C95639C938A}">
      <dgm:prSet phldrT="[テキスト]"/>
      <dgm:spPr/>
      <dgm:t>
        <a:bodyPr/>
        <a:lstStyle/>
        <a:p>
          <a:r>
            <a:rPr kumimoji="1" lang="en-US" altLang="ja-JP" dirty="0"/>
            <a:t>AAAAA</a:t>
          </a:r>
          <a:endParaRPr kumimoji="1" lang="ja-JP" altLang="en-US" dirty="0"/>
        </a:p>
      </dgm:t>
    </dgm:pt>
    <dgm:pt modelId="{5EE8A913-9E2F-487E-942F-FB72E6DD46E7}" type="parTrans" cxnId="{52145055-18D1-4F78-8F23-CE9840CC0229}">
      <dgm:prSet/>
      <dgm:spPr/>
      <dgm:t>
        <a:bodyPr/>
        <a:lstStyle/>
        <a:p>
          <a:endParaRPr kumimoji="1" lang="ja-JP" altLang="en-US"/>
        </a:p>
      </dgm:t>
    </dgm:pt>
    <dgm:pt modelId="{74A851C0-D4D3-4BFE-BF29-50F194BCF973}" type="sibTrans" cxnId="{52145055-18D1-4F78-8F23-CE9840CC0229}">
      <dgm:prSet/>
      <dgm:spPr/>
      <dgm:t>
        <a:bodyPr/>
        <a:lstStyle/>
        <a:p>
          <a:endParaRPr kumimoji="1" lang="ja-JP" altLang="en-US"/>
        </a:p>
      </dgm:t>
    </dgm:pt>
    <dgm:pt modelId="{C167F912-437C-441D-A654-79060151A7C4}">
      <dgm:prSet phldrT="[テキスト]"/>
      <dgm:spPr/>
      <dgm:t>
        <a:bodyPr/>
        <a:lstStyle/>
        <a:p>
          <a:r>
            <a:rPr kumimoji="1" lang="en-US" altLang="ja-JP" dirty="0"/>
            <a:t>BBBBB</a:t>
          </a:r>
          <a:endParaRPr kumimoji="1" lang="ja-JP" altLang="en-US" dirty="0"/>
        </a:p>
      </dgm:t>
    </dgm:pt>
    <dgm:pt modelId="{10077FEC-94A6-47A2-9DFB-249D3DC858BA}" type="parTrans" cxnId="{55764969-606A-491F-9D92-14338FADA924}">
      <dgm:prSet/>
      <dgm:spPr/>
      <dgm:t>
        <a:bodyPr/>
        <a:lstStyle/>
        <a:p>
          <a:endParaRPr kumimoji="1" lang="ja-JP" altLang="en-US"/>
        </a:p>
      </dgm:t>
    </dgm:pt>
    <dgm:pt modelId="{992B717C-C224-4C1E-87E7-C2835A0E793E}" type="sibTrans" cxnId="{55764969-606A-491F-9D92-14338FADA924}">
      <dgm:prSet/>
      <dgm:spPr/>
      <dgm:t>
        <a:bodyPr/>
        <a:lstStyle/>
        <a:p>
          <a:endParaRPr kumimoji="1" lang="ja-JP" altLang="en-US"/>
        </a:p>
      </dgm:t>
    </dgm:pt>
    <dgm:pt modelId="{DCF7D12C-541B-4688-934F-B1D8B251B0A9}">
      <dgm:prSet phldrT="[テキスト]"/>
      <dgm:spPr/>
      <dgm:t>
        <a:bodyPr/>
        <a:lstStyle/>
        <a:p>
          <a:r>
            <a:rPr kumimoji="1" lang="en-US" altLang="ja-JP" dirty="0"/>
            <a:t>CCCCC</a:t>
          </a:r>
          <a:endParaRPr kumimoji="1" lang="ja-JP" altLang="en-US" dirty="0"/>
        </a:p>
      </dgm:t>
    </dgm:pt>
    <dgm:pt modelId="{C4A5E8A1-4405-40AE-BD70-A11101F0C7C3}" type="parTrans" cxnId="{1EEC17D8-6929-4482-8D0B-F26A53007566}">
      <dgm:prSet/>
      <dgm:spPr/>
      <dgm:t>
        <a:bodyPr/>
        <a:lstStyle/>
        <a:p>
          <a:endParaRPr kumimoji="1" lang="ja-JP" altLang="en-US"/>
        </a:p>
      </dgm:t>
    </dgm:pt>
    <dgm:pt modelId="{9452E2A2-FD32-4AB7-AF92-ABD6F30502BC}" type="sibTrans" cxnId="{1EEC17D8-6929-4482-8D0B-F26A53007566}">
      <dgm:prSet/>
      <dgm:spPr/>
      <dgm:t>
        <a:bodyPr/>
        <a:lstStyle/>
        <a:p>
          <a:endParaRPr kumimoji="1" lang="ja-JP" altLang="en-US"/>
        </a:p>
      </dgm:t>
    </dgm:pt>
    <dgm:pt modelId="{B9AAA972-3285-4566-91C8-654FCFE64A3F}" type="pres">
      <dgm:prSet presAssocID="{0181BFA8-54D8-423E-85C1-F32C8E77CAA0}" presName="compositeShape" presStyleCnt="0">
        <dgm:presLayoutVars>
          <dgm:dir/>
          <dgm:resizeHandles/>
        </dgm:presLayoutVars>
      </dgm:prSet>
      <dgm:spPr/>
    </dgm:pt>
    <dgm:pt modelId="{7BA13ACF-EE4D-4244-BDC8-3546589F8708}" type="pres">
      <dgm:prSet presAssocID="{0181BFA8-54D8-423E-85C1-F32C8E77CAA0}" presName="pyramid" presStyleLbl="node1" presStyleIdx="0" presStyleCnt="1"/>
      <dgm:spPr/>
    </dgm:pt>
    <dgm:pt modelId="{D650666C-7A4B-451C-BAEE-9C3F752192E9}" type="pres">
      <dgm:prSet presAssocID="{0181BFA8-54D8-423E-85C1-F32C8E77CAA0}" presName="theList" presStyleCnt="0"/>
      <dgm:spPr/>
    </dgm:pt>
    <dgm:pt modelId="{0A29F612-66AE-49FD-BF87-FF754FF7A284}" type="pres">
      <dgm:prSet presAssocID="{0CEE2E5B-51A4-46FD-9C34-8C95639C938A}" presName="aNode" presStyleLbl="fgAcc1" presStyleIdx="0" presStyleCnt="3">
        <dgm:presLayoutVars>
          <dgm:bulletEnabled val="1"/>
        </dgm:presLayoutVars>
      </dgm:prSet>
      <dgm:spPr/>
    </dgm:pt>
    <dgm:pt modelId="{0C64293F-7758-4ABC-A866-E33B4408524C}" type="pres">
      <dgm:prSet presAssocID="{0CEE2E5B-51A4-46FD-9C34-8C95639C938A}" presName="aSpace" presStyleCnt="0"/>
      <dgm:spPr/>
    </dgm:pt>
    <dgm:pt modelId="{9105E942-0F9C-498A-BB36-544371A521FF}" type="pres">
      <dgm:prSet presAssocID="{C167F912-437C-441D-A654-79060151A7C4}" presName="aNode" presStyleLbl="fgAcc1" presStyleIdx="1" presStyleCnt="3">
        <dgm:presLayoutVars>
          <dgm:bulletEnabled val="1"/>
        </dgm:presLayoutVars>
      </dgm:prSet>
      <dgm:spPr/>
    </dgm:pt>
    <dgm:pt modelId="{E91878FD-0E0A-4431-8543-E5619D143B5E}" type="pres">
      <dgm:prSet presAssocID="{C167F912-437C-441D-A654-79060151A7C4}" presName="aSpace" presStyleCnt="0"/>
      <dgm:spPr/>
    </dgm:pt>
    <dgm:pt modelId="{6711C115-F0D0-4083-8E78-EDF57F116B6D}" type="pres">
      <dgm:prSet presAssocID="{DCF7D12C-541B-4688-934F-B1D8B251B0A9}" presName="aNode" presStyleLbl="fgAcc1" presStyleIdx="2" presStyleCnt="3">
        <dgm:presLayoutVars>
          <dgm:bulletEnabled val="1"/>
        </dgm:presLayoutVars>
      </dgm:prSet>
      <dgm:spPr/>
    </dgm:pt>
    <dgm:pt modelId="{5BDFAA89-22D3-41AE-B714-2C047ED731CE}" type="pres">
      <dgm:prSet presAssocID="{DCF7D12C-541B-4688-934F-B1D8B251B0A9}" presName="aSpace" presStyleCnt="0"/>
      <dgm:spPr/>
    </dgm:pt>
  </dgm:ptLst>
  <dgm:cxnLst>
    <dgm:cxn modelId="{55764969-606A-491F-9D92-14338FADA924}" srcId="{0181BFA8-54D8-423E-85C1-F32C8E77CAA0}" destId="{C167F912-437C-441D-A654-79060151A7C4}" srcOrd="1" destOrd="0" parTransId="{10077FEC-94A6-47A2-9DFB-249D3DC858BA}" sibTransId="{992B717C-C224-4C1E-87E7-C2835A0E793E}"/>
    <dgm:cxn modelId="{A93F886A-FFC6-471E-968E-88CCA3164BE3}" type="presOf" srcId="{DCF7D12C-541B-4688-934F-B1D8B251B0A9}" destId="{6711C115-F0D0-4083-8E78-EDF57F116B6D}" srcOrd="0" destOrd="0" presId="urn:microsoft.com/office/officeart/2005/8/layout/pyramid2"/>
    <dgm:cxn modelId="{B6BAF54C-5884-41B8-B193-75E83476A0AB}" type="presOf" srcId="{0CEE2E5B-51A4-46FD-9C34-8C95639C938A}" destId="{0A29F612-66AE-49FD-BF87-FF754FF7A284}" srcOrd="0" destOrd="0" presId="urn:microsoft.com/office/officeart/2005/8/layout/pyramid2"/>
    <dgm:cxn modelId="{52145055-18D1-4F78-8F23-CE9840CC0229}" srcId="{0181BFA8-54D8-423E-85C1-F32C8E77CAA0}" destId="{0CEE2E5B-51A4-46FD-9C34-8C95639C938A}" srcOrd="0" destOrd="0" parTransId="{5EE8A913-9E2F-487E-942F-FB72E6DD46E7}" sibTransId="{74A851C0-D4D3-4BFE-BF29-50F194BCF973}"/>
    <dgm:cxn modelId="{AED2D69D-80F2-4C54-838B-52ACFAD952AB}" type="presOf" srcId="{C167F912-437C-441D-A654-79060151A7C4}" destId="{9105E942-0F9C-498A-BB36-544371A521FF}" srcOrd="0" destOrd="0" presId="urn:microsoft.com/office/officeart/2005/8/layout/pyramid2"/>
    <dgm:cxn modelId="{1EEC17D8-6929-4482-8D0B-F26A53007566}" srcId="{0181BFA8-54D8-423E-85C1-F32C8E77CAA0}" destId="{DCF7D12C-541B-4688-934F-B1D8B251B0A9}" srcOrd="2" destOrd="0" parTransId="{C4A5E8A1-4405-40AE-BD70-A11101F0C7C3}" sibTransId="{9452E2A2-FD32-4AB7-AF92-ABD6F30502BC}"/>
    <dgm:cxn modelId="{C0C65CEC-DE67-4E2A-881C-70D5D9BE08F2}" type="presOf" srcId="{0181BFA8-54D8-423E-85C1-F32C8E77CAA0}" destId="{B9AAA972-3285-4566-91C8-654FCFE64A3F}" srcOrd="0" destOrd="0" presId="urn:microsoft.com/office/officeart/2005/8/layout/pyramid2"/>
    <dgm:cxn modelId="{AEE32407-8F0F-4412-A5F7-ADF87F603E8A}" type="presParOf" srcId="{B9AAA972-3285-4566-91C8-654FCFE64A3F}" destId="{7BA13ACF-EE4D-4244-BDC8-3546589F8708}" srcOrd="0" destOrd="0" presId="urn:microsoft.com/office/officeart/2005/8/layout/pyramid2"/>
    <dgm:cxn modelId="{86657D0A-B302-4CD1-B4D8-F28D93D5694F}" type="presParOf" srcId="{B9AAA972-3285-4566-91C8-654FCFE64A3F}" destId="{D650666C-7A4B-451C-BAEE-9C3F752192E9}" srcOrd="1" destOrd="0" presId="urn:microsoft.com/office/officeart/2005/8/layout/pyramid2"/>
    <dgm:cxn modelId="{D1C16A93-D1E4-4802-94C7-197D66FCC9DD}" type="presParOf" srcId="{D650666C-7A4B-451C-BAEE-9C3F752192E9}" destId="{0A29F612-66AE-49FD-BF87-FF754FF7A284}" srcOrd="0" destOrd="0" presId="urn:microsoft.com/office/officeart/2005/8/layout/pyramid2"/>
    <dgm:cxn modelId="{93E7D066-E623-40E9-B9D8-229FAF402662}" type="presParOf" srcId="{D650666C-7A4B-451C-BAEE-9C3F752192E9}" destId="{0C64293F-7758-4ABC-A866-E33B4408524C}" srcOrd="1" destOrd="0" presId="urn:microsoft.com/office/officeart/2005/8/layout/pyramid2"/>
    <dgm:cxn modelId="{4BA68FD5-2203-4474-8B33-12A3A54760EE}" type="presParOf" srcId="{D650666C-7A4B-451C-BAEE-9C3F752192E9}" destId="{9105E942-0F9C-498A-BB36-544371A521FF}" srcOrd="2" destOrd="0" presId="urn:microsoft.com/office/officeart/2005/8/layout/pyramid2"/>
    <dgm:cxn modelId="{7B7783C1-1714-49C0-8396-77E13342A638}" type="presParOf" srcId="{D650666C-7A4B-451C-BAEE-9C3F752192E9}" destId="{E91878FD-0E0A-4431-8543-E5619D143B5E}" srcOrd="3" destOrd="0" presId="urn:microsoft.com/office/officeart/2005/8/layout/pyramid2"/>
    <dgm:cxn modelId="{48FA822B-B287-41EF-8B70-7ACBCEF4B568}" type="presParOf" srcId="{D650666C-7A4B-451C-BAEE-9C3F752192E9}" destId="{6711C115-F0D0-4083-8E78-EDF57F116B6D}" srcOrd="4" destOrd="0" presId="urn:microsoft.com/office/officeart/2005/8/layout/pyramid2"/>
    <dgm:cxn modelId="{604D8F4B-021B-4844-AB34-B8CBD634E777}" type="presParOf" srcId="{D650666C-7A4B-451C-BAEE-9C3F752192E9}" destId="{5BDFAA89-22D3-41AE-B714-2C047ED731CE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13ACF-EE4D-4244-BDC8-3546589F8708}">
      <dsp:nvSpPr>
        <dsp:cNvPr id="0" name=""/>
        <dsp:cNvSpPr/>
      </dsp:nvSpPr>
      <dsp:spPr>
        <a:xfrm>
          <a:off x="425937" y="0"/>
          <a:ext cx="2433934" cy="2433934"/>
        </a:xfrm>
        <a:prstGeom prst="triangl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9F612-66AE-49FD-BF87-FF754FF7A284}">
      <dsp:nvSpPr>
        <dsp:cNvPr id="0" name=""/>
        <dsp:cNvSpPr/>
      </dsp:nvSpPr>
      <dsp:spPr>
        <a:xfrm>
          <a:off x="1642904" y="244700"/>
          <a:ext cx="1582057" cy="57615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AAAAA</a:t>
          </a:r>
          <a:endParaRPr kumimoji="1" lang="ja-JP" altLang="en-US" sz="2400" kern="1200" dirty="0"/>
        </a:p>
      </dsp:txBody>
      <dsp:txXfrm>
        <a:off x="1671030" y="272826"/>
        <a:ext cx="1525805" cy="519905"/>
      </dsp:txXfrm>
    </dsp:sp>
    <dsp:sp modelId="{9105E942-0F9C-498A-BB36-544371A521FF}">
      <dsp:nvSpPr>
        <dsp:cNvPr id="0" name=""/>
        <dsp:cNvSpPr/>
      </dsp:nvSpPr>
      <dsp:spPr>
        <a:xfrm>
          <a:off x="1642904" y="892878"/>
          <a:ext cx="1582057" cy="57615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BBBBB</a:t>
          </a:r>
          <a:endParaRPr kumimoji="1" lang="ja-JP" altLang="en-US" sz="2400" kern="1200" dirty="0"/>
        </a:p>
      </dsp:txBody>
      <dsp:txXfrm>
        <a:off x="1671030" y="921004"/>
        <a:ext cx="1525805" cy="519905"/>
      </dsp:txXfrm>
    </dsp:sp>
    <dsp:sp modelId="{6711C115-F0D0-4083-8E78-EDF57F116B6D}">
      <dsp:nvSpPr>
        <dsp:cNvPr id="0" name=""/>
        <dsp:cNvSpPr/>
      </dsp:nvSpPr>
      <dsp:spPr>
        <a:xfrm>
          <a:off x="1642904" y="1541055"/>
          <a:ext cx="1582057" cy="57615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/>
            <a:t>CCCCC</a:t>
          </a:r>
          <a:endParaRPr kumimoji="1" lang="ja-JP" altLang="en-US" sz="2400" kern="1200" dirty="0"/>
        </a:p>
      </dsp:txBody>
      <dsp:txXfrm>
        <a:off x="1671030" y="1569181"/>
        <a:ext cx="1525805" cy="519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レーム 2">
            <a:extLst>
              <a:ext uri="{FF2B5EF4-FFF2-40B4-BE49-F238E27FC236}">
                <a16:creationId xmlns:a16="http://schemas.microsoft.com/office/drawing/2014/main" id="{E25E816A-09A1-4E75-991F-E48913A0028F}"/>
              </a:ext>
            </a:extLst>
          </p:cNvPr>
          <p:cNvSpPr/>
          <p:nvPr/>
        </p:nvSpPr>
        <p:spPr>
          <a:xfrm>
            <a:off x="273000" y="189000"/>
            <a:ext cx="9360000" cy="720000"/>
          </a:xfrm>
          <a:prstGeom prst="fram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0B69EA-F120-425D-B46E-73E7571CE904}"/>
              </a:ext>
            </a:extLst>
          </p:cNvPr>
          <p:cNvSpPr txBox="1"/>
          <p:nvPr/>
        </p:nvSpPr>
        <p:spPr>
          <a:xfrm>
            <a:off x="3321784" y="318167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kumimoji="1" lang="ja-JP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3B4398-A2B4-43A4-B4F4-274924B09BDD}"/>
              </a:ext>
            </a:extLst>
          </p:cNvPr>
          <p:cNvSpPr/>
          <p:nvPr/>
        </p:nvSpPr>
        <p:spPr>
          <a:xfrm>
            <a:off x="273000" y="3142046"/>
            <a:ext cx="9360000" cy="46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D2C2215-CDDA-4549-90E7-EE7B068C021D}"/>
              </a:ext>
            </a:extLst>
          </p:cNvPr>
          <p:cNvSpPr/>
          <p:nvPr/>
        </p:nvSpPr>
        <p:spPr>
          <a:xfrm>
            <a:off x="273000" y="3610046"/>
            <a:ext cx="9360000" cy="305895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2A43F4-DA56-42CE-9500-C47A73720025}"/>
              </a:ext>
            </a:extLst>
          </p:cNvPr>
          <p:cNvSpPr/>
          <p:nvPr/>
        </p:nvSpPr>
        <p:spPr>
          <a:xfrm>
            <a:off x="273000" y="1511586"/>
            <a:ext cx="3060000" cy="14760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DB6051D-62CF-457A-B2B5-2E671ECA0703}"/>
              </a:ext>
            </a:extLst>
          </p:cNvPr>
          <p:cNvSpPr txBox="1"/>
          <p:nvPr/>
        </p:nvSpPr>
        <p:spPr>
          <a:xfrm>
            <a:off x="602201" y="1780227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2658DC-6750-4EB0-B2D3-6C661D245AC7}"/>
              </a:ext>
            </a:extLst>
          </p:cNvPr>
          <p:cNvSpPr/>
          <p:nvPr/>
        </p:nvSpPr>
        <p:spPr>
          <a:xfrm>
            <a:off x="273000" y="1151586"/>
            <a:ext cx="30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6D0DDE2-F3C8-4987-A95B-3A0EFA72CAF7}"/>
              </a:ext>
            </a:extLst>
          </p:cNvPr>
          <p:cNvSpPr txBox="1"/>
          <p:nvPr/>
        </p:nvSpPr>
        <p:spPr>
          <a:xfrm>
            <a:off x="1005345" y="1196400"/>
            <a:ext cx="1595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kumimoji="1"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19F9F4E-6499-4BFA-9D1B-0BE51F7C6A72}"/>
              </a:ext>
            </a:extLst>
          </p:cNvPr>
          <p:cNvSpPr txBox="1"/>
          <p:nvPr/>
        </p:nvSpPr>
        <p:spPr>
          <a:xfrm>
            <a:off x="602201" y="4668211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1446D31-8C88-42A4-B7CF-950D828212FD}"/>
              </a:ext>
            </a:extLst>
          </p:cNvPr>
          <p:cNvSpPr/>
          <p:nvPr/>
        </p:nvSpPr>
        <p:spPr>
          <a:xfrm>
            <a:off x="6573000" y="1511586"/>
            <a:ext cx="3060000" cy="14760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B20A260-EAB3-4960-82FB-BE9117176E5A}"/>
              </a:ext>
            </a:extLst>
          </p:cNvPr>
          <p:cNvSpPr txBox="1"/>
          <p:nvPr/>
        </p:nvSpPr>
        <p:spPr>
          <a:xfrm>
            <a:off x="6902201" y="1780227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0E35693-C3C1-4081-8052-41A6E0BEC3CD}"/>
              </a:ext>
            </a:extLst>
          </p:cNvPr>
          <p:cNvSpPr/>
          <p:nvPr/>
        </p:nvSpPr>
        <p:spPr>
          <a:xfrm>
            <a:off x="6573000" y="1151586"/>
            <a:ext cx="30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A46245D-3839-4076-9A84-2DA2764EBACF}"/>
              </a:ext>
            </a:extLst>
          </p:cNvPr>
          <p:cNvSpPr txBox="1"/>
          <p:nvPr/>
        </p:nvSpPr>
        <p:spPr>
          <a:xfrm>
            <a:off x="7305345" y="1196400"/>
            <a:ext cx="1595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kumimoji="1"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D23544E-CFE5-4CFB-80A6-991CA41372BE}"/>
              </a:ext>
            </a:extLst>
          </p:cNvPr>
          <p:cNvSpPr/>
          <p:nvPr/>
        </p:nvSpPr>
        <p:spPr>
          <a:xfrm>
            <a:off x="3423000" y="1511586"/>
            <a:ext cx="3060000" cy="147600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5427798-910F-4745-8A83-4B88D6E80521}"/>
              </a:ext>
            </a:extLst>
          </p:cNvPr>
          <p:cNvSpPr txBox="1"/>
          <p:nvPr/>
        </p:nvSpPr>
        <p:spPr>
          <a:xfrm>
            <a:off x="3752201" y="1780227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B2A0D03-FAD7-401D-9A1B-23BD6007B2BB}"/>
              </a:ext>
            </a:extLst>
          </p:cNvPr>
          <p:cNvSpPr/>
          <p:nvPr/>
        </p:nvSpPr>
        <p:spPr>
          <a:xfrm>
            <a:off x="3423000" y="1151586"/>
            <a:ext cx="3060000" cy="3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E93FCF3-E552-41F1-8BB4-F5F2B005B930}"/>
              </a:ext>
            </a:extLst>
          </p:cNvPr>
          <p:cNvSpPr txBox="1"/>
          <p:nvPr/>
        </p:nvSpPr>
        <p:spPr>
          <a:xfrm>
            <a:off x="4155345" y="1196400"/>
            <a:ext cx="1595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kumimoji="1"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  <p:graphicFrame>
        <p:nvGraphicFramePr>
          <p:cNvPr id="23" name="図表 22">
            <a:extLst>
              <a:ext uri="{FF2B5EF4-FFF2-40B4-BE49-F238E27FC236}">
                <a16:creationId xmlns:a16="http://schemas.microsoft.com/office/drawing/2014/main" id="{8CE3CF99-4B1B-4776-9098-6920337AEF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1852240"/>
              </p:ext>
            </p:extLst>
          </p:nvPr>
        </p:nvGraphicFramePr>
        <p:xfrm>
          <a:off x="3127550" y="3922556"/>
          <a:ext cx="3650900" cy="2433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9CFE3F3-3231-4669-A042-78DC91904DCA}"/>
              </a:ext>
            </a:extLst>
          </p:cNvPr>
          <p:cNvSpPr txBox="1"/>
          <p:nvPr/>
        </p:nvSpPr>
        <p:spPr>
          <a:xfrm>
            <a:off x="6902200" y="4668211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57815AE-6C23-4B20-AAF9-C845139753ED}"/>
              </a:ext>
            </a:extLst>
          </p:cNvPr>
          <p:cNvSpPr txBox="1"/>
          <p:nvPr/>
        </p:nvSpPr>
        <p:spPr>
          <a:xfrm>
            <a:off x="3430788" y="3245241"/>
            <a:ext cx="30444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kumimoji="1"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○○○○○</a:t>
            </a:r>
            <a:r>
              <a:rPr kumimoji="1"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393</Words>
  <Application>Microsoft Office PowerPoint</Application>
  <PresentationFormat>A4 210 x 297 mm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28</cp:revision>
  <dcterms:created xsi:type="dcterms:W3CDTF">2017-11-09T07:26:57Z</dcterms:created>
  <dcterms:modified xsi:type="dcterms:W3CDTF">2018-03-03T01:28:16Z</dcterms:modified>
</cp:coreProperties>
</file>