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BDE99FC-25D8-4C75-AC43-5852FAFA4B48}"/>
              </a:ext>
            </a:extLst>
          </p:cNvPr>
          <p:cNvSpPr/>
          <p:nvPr/>
        </p:nvSpPr>
        <p:spPr>
          <a:xfrm>
            <a:off x="344488" y="4167478"/>
            <a:ext cx="9217023" cy="2285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93834E79-79D4-4CDA-B63E-767D665F59E7}"/>
              </a:ext>
            </a:extLst>
          </p:cNvPr>
          <p:cNvSpPr/>
          <p:nvPr/>
        </p:nvSpPr>
        <p:spPr>
          <a:xfrm rot="5400000">
            <a:off x="3810072" y="-2184890"/>
            <a:ext cx="2285855" cy="9217024"/>
          </a:xfrm>
          <a:prstGeom prst="homePlate">
            <a:avLst>
              <a:gd name="adj" fmla="val 2938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1799302" y="365274"/>
            <a:ext cx="7762209" cy="7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941499" y="476084"/>
            <a:ext cx="539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A4C0D23-F38A-4D6A-8E92-353EF4590777}"/>
              </a:ext>
            </a:extLst>
          </p:cNvPr>
          <p:cNvSpPr/>
          <p:nvPr/>
        </p:nvSpPr>
        <p:spPr>
          <a:xfrm>
            <a:off x="550129" y="5071334"/>
            <a:ext cx="4088718" cy="12011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4383165-0C01-4CDE-BE92-3E740A12F1F2}"/>
              </a:ext>
            </a:extLst>
          </p:cNvPr>
          <p:cNvSpPr/>
          <p:nvPr/>
        </p:nvSpPr>
        <p:spPr>
          <a:xfrm>
            <a:off x="5267155" y="5071334"/>
            <a:ext cx="4088718" cy="12011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443DBAB-3E3D-49A3-854F-0889D0B9CC24}"/>
              </a:ext>
            </a:extLst>
          </p:cNvPr>
          <p:cNvSpPr/>
          <p:nvPr/>
        </p:nvSpPr>
        <p:spPr>
          <a:xfrm>
            <a:off x="344489" y="365274"/>
            <a:ext cx="1322079" cy="7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BFC4070-737C-4942-AF76-A0806A4BEB2F}"/>
              </a:ext>
            </a:extLst>
          </p:cNvPr>
          <p:cNvSpPr/>
          <p:nvPr/>
        </p:nvSpPr>
        <p:spPr>
          <a:xfrm>
            <a:off x="546410" y="1494263"/>
            <a:ext cx="4096156" cy="36799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0C76027-CFF4-44F9-B3B8-605581E63A4A}"/>
              </a:ext>
            </a:extLst>
          </p:cNvPr>
          <p:cNvSpPr/>
          <p:nvPr/>
        </p:nvSpPr>
        <p:spPr>
          <a:xfrm>
            <a:off x="546410" y="2030503"/>
            <a:ext cx="4096156" cy="1202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1275824" y="2284779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83E6ED8-5353-494E-8F26-4F7AA9333844}"/>
              </a:ext>
            </a:extLst>
          </p:cNvPr>
          <p:cNvSpPr/>
          <p:nvPr/>
        </p:nvSpPr>
        <p:spPr>
          <a:xfrm>
            <a:off x="5259717" y="1494263"/>
            <a:ext cx="4096156" cy="36799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42F83F2-A097-40E7-A547-1FEDBA44B676}"/>
              </a:ext>
            </a:extLst>
          </p:cNvPr>
          <p:cNvSpPr/>
          <p:nvPr/>
        </p:nvSpPr>
        <p:spPr>
          <a:xfrm>
            <a:off x="5259717" y="2030503"/>
            <a:ext cx="4096156" cy="1202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AD36801-499E-4877-8D07-74A7B9F5970E}"/>
              </a:ext>
            </a:extLst>
          </p:cNvPr>
          <p:cNvSpPr txBox="1"/>
          <p:nvPr/>
        </p:nvSpPr>
        <p:spPr>
          <a:xfrm>
            <a:off x="5989131" y="2284779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B1EB7482-A3A1-481D-9B25-6BC2CDA38704}"/>
              </a:ext>
            </a:extLst>
          </p:cNvPr>
          <p:cNvSpPr/>
          <p:nvPr/>
        </p:nvSpPr>
        <p:spPr>
          <a:xfrm>
            <a:off x="546410" y="4532846"/>
            <a:ext cx="4096156" cy="36799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383F8AC-8F60-4DDF-9AFE-2FF818206A9F}"/>
              </a:ext>
            </a:extLst>
          </p:cNvPr>
          <p:cNvSpPr/>
          <p:nvPr/>
        </p:nvSpPr>
        <p:spPr>
          <a:xfrm>
            <a:off x="5259717" y="4532846"/>
            <a:ext cx="4096156" cy="36799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6B801B4-52E9-4CE1-B3B5-6BFEE2EB5486}"/>
              </a:ext>
            </a:extLst>
          </p:cNvPr>
          <p:cNvSpPr/>
          <p:nvPr/>
        </p:nvSpPr>
        <p:spPr>
          <a:xfrm>
            <a:off x="2906810" y="3605620"/>
            <a:ext cx="4091706" cy="7435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C7C20AB-AE5D-479F-9262-D2CF8A689BD9}"/>
              </a:ext>
            </a:extLst>
          </p:cNvPr>
          <p:cNvSpPr txBox="1"/>
          <p:nvPr/>
        </p:nvSpPr>
        <p:spPr>
          <a:xfrm>
            <a:off x="1275824" y="1547453"/>
            <a:ext cx="2637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85B087E-5307-4E49-B136-8E26D2F192EF}"/>
              </a:ext>
            </a:extLst>
          </p:cNvPr>
          <p:cNvSpPr txBox="1"/>
          <p:nvPr/>
        </p:nvSpPr>
        <p:spPr>
          <a:xfrm>
            <a:off x="5989131" y="1547453"/>
            <a:ext cx="2637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9C2D061-848D-4FEB-BAB3-7A841F6164F6}"/>
              </a:ext>
            </a:extLst>
          </p:cNvPr>
          <p:cNvSpPr txBox="1"/>
          <p:nvPr/>
        </p:nvSpPr>
        <p:spPr>
          <a:xfrm>
            <a:off x="3114235" y="3789726"/>
            <a:ext cx="367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加算記号 1">
            <a:extLst>
              <a:ext uri="{FF2B5EF4-FFF2-40B4-BE49-F238E27FC236}">
                <a16:creationId xmlns:a16="http://schemas.microsoft.com/office/drawing/2014/main" id="{F85E4BB0-DB97-47A3-A25F-E3F99EBFC01A}"/>
              </a:ext>
            </a:extLst>
          </p:cNvPr>
          <p:cNvSpPr/>
          <p:nvPr/>
        </p:nvSpPr>
        <p:spPr>
          <a:xfrm>
            <a:off x="4650741" y="5367402"/>
            <a:ext cx="608976" cy="608976"/>
          </a:xfrm>
          <a:prstGeom prst="mathPlus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DACBCDB-6A91-4BC0-AAFF-89CCBABB98DA}"/>
              </a:ext>
            </a:extLst>
          </p:cNvPr>
          <p:cNvSpPr txBox="1"/>
          <p:nvPr/>
        </p:nvSpPr>
        <p:spPr>
          <a:xfrm>
            <a:off x="1275824" y="5287170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9D93F0E-BD94-42E2-BFEB-D9AAAB256A31}"/>
              </a:ext>
            </a:extLst>
          </p:cNvPr>
          <p:cNvSpPr txBox="1"/>
          <p:nvPr/>
        </p:nvSpPr>
        <p:spPr>
          <a:xfrm>
            <a:off x="5989131" y="5287170"/>
            <a:ext cx="26373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E831F62-5791-4BED-AE1A-D2968D183E8C}"/>
              </a:ext>
            </a:extLst>
          </p:cNvPr>
          <p:cNvSpPr txBox="1"/>
          <p:nvPr/>
        </p:nvSpPr>
        <p:spPr>
          <a:xfrm>
            <a:off x="1275824" y="4586036"/>
            <a:ext cx="2637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6B3FF95-53E2-406F-B034-B7FD638469EE}"/>
              </a:ext>
            </a:extLst>
          </p:cNvPr>
          <p:cNvSpPr txBox="1"/>
          <p:nvPr/>
        </p:nvSpPr>
        <p:spPr>
          <a:xfrm>
            <a:off x="5989131" y="4586036"/>
            <a:ext cx="26373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D478179B-8DEC-4E1E-BDA6-D23DFBD6177D}"/>
              </a:ext>
            </a:extLst>
          </p:cNvPr>
          <p:cNvSpPr/>
          <p:nvPr/>
        </p:nvSpPr>
        <p:spPr>
          <a:xfrm rot="5400000">
            <a:off x="4636062" y="2492959"/>
            <a:ext cx="630159" cy="277487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324</Words>
  <Application>Microsoft Office PowerPoint</Application>
  <PresentationFormat>A4 210 x 297 mm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42</cp:revision>
  <dcterms:created xsi:type="dcterms:W3CDTF">2017-11-09T07:26:57Z</dcterms:created>
  <dcterms:modified xsi:type="dcterms:W3CDTF">2018-03-01T07:56:04Z</dcterms:modified>
</cp:coreProperties>
</file>