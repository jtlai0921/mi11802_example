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>
                  <a:shade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shade val="65000"/>
                </a:schemeClr>
              </a:solidFill>
              <a:ln w="9525">
                <a:solidFill>
                  <a:schemeClr val="accent1">
                    <a:shade val="65000"/>
                  </a:schemeClr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211-43A2-9137-B815F1A376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211-43A2-9137-B815F1A376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1">
                  <a:tint val="6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tint val="65000"/>
                </a:schemeClr>
              </a:solidFill>
              <a:ln w="9525">
                <a:solidFill>
                  <a:schemeClr val="accent1">
                    <a:tint val="65000"/>
                  </a:schemeClr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211-43A2-9137-B815F1A376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6133488"/>
        <c:axId val="529382496"/>
      </c:lineChart>
      <c:catAx>
        <c:axId val="466133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29382496"/>
        <c:crosses val="autoZero"/>
        <c:auto val="1"/>
        <c:lblAlgn val="ctr"/>
        <c:lblOffset val="100"/>
        <c:noMultiLvlLbl val="0"/>
      </c:catAx>
      <c:valAx>
        <c:axId val="529382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4661334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A79BCE7-D3DA-45CE-90D6-0D51ABDBF2E0}"/>
              </a:ext>
            </a:extLst>
          </p:cNvPr>
          <p:cNvSpPr/>
          <p:nvPr/>
        </p:nvSpPr>
        <p:spPr>
          <a:xfrm>
            <a:off x="273000" y="188999"/>
            <a:ext cx="9360000" cy="6479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F75FAD4-507B-453B-BB5E-DCAA95583F78}"/>
              </a:ext>
            </a:extLst>
          </p:cNvPr>
          <p:cNvSpPr/>
          <p:nvPr/>
        </p:nvSpPr>
        <p:spPr>
          <a:xfrm>
            <a:off x="273000" y="4146358"/>
            <a:ext cx="6263998" cy="252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四角形: 1 つの角を丸める 6">
            <a:extLst>
              <a:ext uri="{FF2B5EF4-FFF2-40B4-BE49-F238E27FC236}">
                <a16:creationId xmlns:a16="http://schemas.microsoft.com/office/drawing/2014/main" id="{0C8D7C92-5F67-480A-AEF3-514BF3816808}"/>
              </a:ext>
            </a:extLst>
          </p:cNvPr>
          <p:cNvSpPr/>
          <p:nvPr/>
        </p:nvSpPr>
        <p:spPr>
          <a:xfrm>
            <a:off x="273000" y="3800150"/>
            <a:ext cx="729890" cy="343568"/>
          </a:xfrm>
          <a:prstGeom prst="round1Rect">
            <a:avLst>
              <a:gd name="adj" fmla="val 41703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Ⅲ</a:t>
            </a:r>
            <a:endParaRPr kumimoji="1" lang="ja-JP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四角形: 1 つの角を丸める 7">
            <a:extLst>
              <a:ext uri="{FF2B5EF4-FFF2-40B4-BE49-F238E27FC236}">
                <a16:creationId xmlns:a16="http://schemas.microsoft.com/office/drawing/2014/main" id="{B7A5C226-BD17-498F-998F-F749BBBF3232}"/>
              </a:ext>
            </a:extLst>
          </p:cNvPr>
          <p:cNvSpPr/>
          <p:nvPr/>
        </p:nvSpPr>
        <p:spPr>
          <a:xfrm>
            <a:off x="273000" y="834358"/>
            <a:ext cx="729890" cy="343568"/>
          </a:xfrm>
          <a:prstGeom prst="round1Rect">
            <a:avLst>
              <a:gd name="adj" fmla="val 41703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Ⅰ</a:t>
            </a:r>
            <a:endParaRPr kumimoji="1" lang="ja-JP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4E48D34-48F0-4401-B988-FD8257ECBBB0}"/>
              </a:ext>
            </a:extLst>
          </p:cNvPr>
          <p:cNvSpPr/>
          <p:nvPr/>
        </p:nvSpPr>
        <p:spPr>
          <a:xfrm>
            <a:off x="3369000" y="1177926"/>
            <a:ext cx="6263998" cy="252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四角形: 1 つの角を丸める 11">
            <a:extLst>
              <a:ext uri="{FF2B5EF4-FFF2-40B4-BE49-F238E27FC236}">
                <a16:creationId xmlns:a16="http://schemas.microsoft.com/office/drawing/2014/main" id="{0D92598B-90F9-42E2-898E-EC8167F5623E}"/>
              </a:ext>
            </a:extLst>
          </p:cNvPr>
          <p:cNvSpPr/>
          <p:nvPr/>
        </p:nvSpPr>
        <p:spPr>
          <a:xfrm>
            <a:off x="3369000" y="834358"/>
            <a:ext cx="729890" cy="343568"/>
          </a:xfrm>
          <a:prstGeom prst="round1Rect">
            <a:avLst>
              <a:gd name="adj" fmla="val 41703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Ⅱ</a:t>
            </a:r>
            <a:endParaRPr kumimoji="1" lang="ja-JP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四角形: 1 つの角を丸める 14">
            <a:extLst>
              <a:ext uri="{FF2B5EF4-FFF2-40B4-BE49-F238E27FC236}">
                <a16:creationId xmlns:a16="http://schemas.microsoft.com/office/drawing/2014/main" id="{13AF47C4-EFF7-4BB6-83FF-857E0ECE3A22}"/>
              </a:ext>
            </a:extLst>
          </p:cNvPr>
          <p:cNvSpPr/>
          <p:nvPr/>
        </p:nvSpPr>
        <p:spPr>
          <a:xfrm>
            <a:off x="6537002" y="3800150"/>
            <a:ext cx="729890" cy="343568"/>
          </a:xfrm>
          <a:prstGeom prst="round1Rect">
            <a:avLst>
              <a:gd name="adj" fmla="val 41703"/>
            </a:avLst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Ⅳ</a:t>
            </a:r>
            <a:endParaRPr kumimoji="1" lang="ja-JP" alt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DDABFC0-A38F-41A4-A1CA-4ECAE495D16D}"/>
              </a:ext>
            </a:extLst>
          </p:cNvPr>
          <p:cNvSpPr/>
          <p:nvPr/>
        </p:nvSpPr>
        <p:spPr>
          <a:xfrm>
            <a:off x="273000" y="188999"/>
            <a:ext cx="9360000" cy="54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8EA01CC-4D20-4626-B323-0C62C6AD853A}"/>
              </a:ext>
            </a:extLst>
          </p:cNvPr>
          <p:cNvSpPr/>
          <p:nvPr/>
        </p:nvSpPr>
        <p:spPr>
          <a:xfrm>
            <a:off x="273002" y="1177926"/>
            <a:ext cx="3095996" cy="252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9F5A25B-F670-4685-825A-2CED18232DBA}"/>
              </a:ext>
            </a:extLst>
          </p:cNvPr>
          <p:cNvSpPr/>
          <p:nvPr/>
        </p:nvSpPr>
        <p:spPr>
          <a:xfrm>
            <a:off x="6537002" y="4146358"/>
            <a:ext cx="3095996" cy="2520000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0F8BCAE-350A-4A35-8AA4-58D70DB1EF43}"/>
              </a:ext>
            </a:extLst>
          </p:cNvPr>
          <p:cNvSpPr txBox="1"/>
          <p:nvPr/>
        </p:nvSpPr>
        <p:spPr>
          <a:xfrm>
            <a:off x="2462133" y="228166"/>
            <a:ext cx="49817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4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FD93DA8-212F-41AF-B426-901341EC4778}"/>
              </a:ext>
            </a:extLst>
          </p:cNvPr>
          <p:cNvSpPr txBox="1"/>
          <p:nvPr/>
        </p:nvSpPr>
        <p:spPr>
          <a:xfrm>
            <a:off x="620201" y="1968319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graphicFrame>
        <p:nvGraphicFramePr>
          <p:cNvPr id="22" name="グラフ 21">
            <a:extLst>
              <a:ext uri="{FF2B5EF4-FFF2-40B4-BE49-F238E27FC236}">
                <a16:creationId xmlns:a16="http://schemas.microsoft.com/office/drawing/2014/main" id="{A82B2D60-4E5F-4D66-9B8F-F9F98B73E4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1963104"/>
              </p:ext>
            </p:extLst>
          </p:nvPr>
        </p:nvGraphicFramePr>
        <p:xfrm>
          <a:off x="3921915" y="1319565"/>
          <a:ext cx="3344977" cy="22299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02F2EC0-FAC0-4AC2-AE63-7710201B4C85}"/>
              </a:ext>
            </a:extLst>
          </p:cNvPr>
          <p:cNvSpPr txBox="1"/>
          <p:nvPr/>
        </p:nvSpPr>
        <p:spPr>
          <a:xfrm>
            <a:off x="7509546" y="1883680"/>
            <a:ext cx="18807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97C2525-6C0B-46D6-AF86-8861901F30C9}"/>
              </a:ext>
            </a:extLst>
          </p:cNvPr>
          <p:cNvSpPr txBox="1"/>
          <p:nvPr/>
        </p:nvSpPr>
        <p:spPr>
          <a:xfrm>
            <a:off x="1002890" y="901481"/>
            <a:ext cx="19010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1100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0AD1730-6FF3-47F8-BE34-EEF0BB1DD5AD}"/>
              </a:ext>
            </a:extLst>
          </p:cNvPr>
          <p:cNvSpPr txBox="1"/>
          <p:nvPr/>
        </p:nvSpPr>
        <p:spPr>
          <a:xfrm>
            <a:off x="4098890" y="901481"/>
            <a:ext cx="19010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1100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D93C092-DA06-429B-BAC0-2BA06714C79A}"/>
              </a:ext>
            </a:extLst>
          </p:cNvPr>
          <p:cNvSpPr txBox="1"/>
          <p:nvPr/>
        </p:nvSpPr>
        <p:spPr>
          <a:xfrm>
            <a:off x="1002890" y="3866549"/>
            <a:ext cx="19010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1100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32EAADB-B817-4FD1-8AD9-46CB15A3332E}"/>
              </a:ext>
            </a:extLst>
          </p:cNvPr>
          <p:cNvSpPr txBox="1"/>
          <p:nvPr/>
        </p:nvSpPr>
        <p:spPr>
          <a:xfrm>
            <a:off x="7266892" y="3866549"/>
            <a:ext cx="19010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1100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11EE7F1-895A-4F53-A0BE-F7BAE4AFB8B5}"/>
              </a:ext>
            </a:extLst>
          </p:cNvPr>
          <p:cNvSpPr txBox="1"/>
          <p:nvPr/>
        </p:nvSpPr>
        <p:spPr>
          <a:xfrm>
            <a:off x="6884201" y="4937251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7809AF7-7BB0-4C6E-A0E6-6AD303B2E48B}"/>
              </a:ext>
            </a:extLst>
          </p:cNvPr>
          <p:cNvSpPr txBox="1"/>
          <p:nvPr/>
        </p:nvSpPr>
        <p:spPr>
          <a:xfrm>
            <a:off x="620201" y="4937251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45C25D6-867E-406D-BD6A-E364B5B4CAE6}"/>
              </a:ext>
            </a:extLst>
          </p:cNvPr>
          <p:cNvSpPr txBox="1"/>
          <p:nvPr/>
        </p:nvSpPr>
        <p:spPr>
          <a:xfrm>
            <a:off x="3578599" y="4937251"/>
            <a:ext cx="24015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221</TotalTime>
  <Words>386</Words>
  <Application>Microsoft Office PowerPoint</Application>
  <PresentationFormat>A4 210 x 297 mm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29</cp:revision>
  <dcterms:created xsi:type="dcterms:W3CDTF">2017-11-09T07:26:57Z</dcterms:created>
  <dcterms:modified xsi:type="dcterms:W3CDTF">2018-03-03T01:17:50Z</dcterms:modified>
</cp:coreProperties>
</file>