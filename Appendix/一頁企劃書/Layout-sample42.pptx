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86" d="100"/>
          <a:sy n="86" d="100"/>
        </p:scale>
        <p:origin x="127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CF9D645-0192-42C0-9E79-1E549DD8138E}" type="doc">
      <dgm:prSet loTypeId="urn:microsoft.com/office/officeart/2008/layout/AlternatingHexagons" loCatId="list" qsTypeId="urn:microsoft.com/office/officeart/2005/8/quickstyle/simple1" qsCatId="simple" csTypeId="urn:microsoft.com/office/officeart/2005/8/colors/accent1_5" csCatId="accent1" phldr="1"/>
      <dgm:spPr/>
      <dgm:t>
        <a:bodyPr/>
        <a:lstStyle/>
        <a:p>
          <a:endParaRPr kumimoji="1" lang="ja-JP" altLang="en-US"/>
        </a:p>
      </dgm:t>
    </dgm:pt>
    <dgm:pt modelId="{64186B4F-A38A-47A8-86E7-8F8B855E101A}">
      <dgm:prSet phldrT="[テキスト]"/>
      <dgm:spPr/>
      <dgm:t>
        <a:bodyPr/>
        <a:lstStyle/>
        <a:p>
          <a:r>
            <a:rPr kumimoji="1" lang="en-US" altLang="ja-JP" dirty="0"/>
            <a:t>AAAAA</a:t>
          </a:r>
          <a:endParaRPr kumimoji="1" lang="ja-JP" altLang="en-US" dirty="0"/>
        </a:p>
      </dgm:t>
    </dgm:pt>
    <dgm:pt modelId="{F0A5239F-7AD9-4769-8EC7-37DF6C17FCCD}" type="parTrans" cxnId="{5EE77243-1E23-4D03-9C98-81191A0A4814}">
      <dgm:prSet/>
      <dgm:spPr/>
      <dgm:t>
        <a:bodyPr/>
        <a:lstStyle/>
        <a:p>
          <a:endParaRPr kumimoji="1" lang="ja-JP" altLang="en-US"/>
        </a:p>
      </dgm:t>
    </dgm:pt>
    <dgm:pt modelId="{F7D8A48C-4535-413D-B81C-C64046A0F746}" type="sibTrans" cxnId="{5EE77243-1E23-4D03-9C98-81191A0A4814}">
      <dgm:prSet/>
      <dgm:spPr/>
      <dgm:t>
        <a:bodyPr/>
        <a:lstStyle/>
        <a:p>
          <a:endParaRPr kumimoji="1" lang="ja-JP" altLang="en-US"/>
        </a:p>
      </dgm:t>
    </dgm:pt>
    <dgm:pt modelId="{9AFB2D79-9AE6-4009-8A97-8F888D8479D3}">
      <dgm:prSet phldrT="[テキスト]"/>
      <dgm:spPr/>
      <dgm:t>
        <a:bodyPr/>
        <a:lstStyle/>
        <a:p>
          <a:r>
            <a:rPr kumimoji="1" lang="ja-JP" altLang="en-US" dirty="0"/>
            <a:t>あああああ</a:t>
          </a:r>
        </a:p>
      </dgm:t>
    </dgm:pt>
    <dgm:pt modelId="{B536B187-8286-4C1F-BA93-4FACA99140F0}" type="parTrans" cxnId="{53AC4CF1-9004-4A41-8140-B78674FB6FB8}">
      <dgm:prSet/>
      <dgm:spPr/>
      <dgm:t>
        <a:bodyPr/>
        <a:lstStyle/>
        <a:p>
          <a:endParaRPr kumimoji="1" lang="ja-JP" altLang="en-US"/>
        </a:p>
      </dgm:t>
    </dgm:pt>
    <dgm:pt modelId="{ADBFCB82-3D34-4EA5-8842-74EFE3B70094}" type="sibTrans" cxnId="{53AC4CF1-9004-4A41-8140-B78674FB6FB8}">
      <dgm:prSet/>
      <dgm:spPr/>
      <dgm:t>
        <a:bodyPr/>
        <a:lstStyle/>
        <a:p>
          <a:endParaRPr kumimoji="1" lang="ja-JP" altLang="en-US"/>
        </a:p>
      </dgm:t>
    </dgm:pt>
    <dgm:pt modelId="{36B45D10-88B2-4BDA-80E6-D835DCF041B8}">
      <dgm:prSet phldrT="[テキスト]"/>
      <dgm:spPr/>
      <dgm:t>
        <a:bodyPr/>
        <a:lstStyle/>
        <a:p>
          <a:r>
            <a:rPr kumimoji="1" lang="en-US" altLang="ja-JP" dirty="0"/>
            <a:t>BBBBB</a:t>
          </a:r>
          <a:endParaRPr kumimoji="1" lang="ja-JP" altLang="en-US" dirty="0"/>
        </a:p>
      </dgm:t>
    </dgm:pt>
    <dgm:pt modelId="{70DCBCF6-E5E5-47CC-901E-E100A737A0D8}" type="parTrans" cxnId="{33A80222-EEE8-45D6-8A30-BBDD98F606AA}">
      <dgm:prSet/>
      <dgm:spPr/>
      <dgm:t>
        <a:bodyPr/>
        <a:lstStyle/>
        <a:p>
          <a:endParaRPr kumimoji="1" lang="ja-JP" altLang="en-US"/>
        </a:p>
      </dgm:t>
    </dgm:pt>
    <dgm:pt modelId="{06BB04C5-F4CA-4ECB-9C66-36ED7C06F12A}" type="sibTrans" cxnId="{33A80222-EEE8-45D6-8A30-BBDD98F606AA}">
      <dgm:prSet/>
      <dgm:spPr/>
      <dgm:t>
        <a:bodyPr/>
        <a:lstStyle/>
        <a:p>
          <a:endParaRPr kumimoji="1" lang="ja-JP" altLang="en-US"/>
        </a:p>
      </dgm:t>
    </dgm:pt>
    <dgm:pt modelId="{BA5E0090-0207-49BD-B2AC-8CA20FEE2457}">
      <dgm:prSet phldrT="[テキスト]"/>
      <dgm:spPr/>
      <dgm:t>
        <a:bodyPr/>
        <a:lstStyle/>
        <a:p>
          <a:r>
            <a:rPr kumimoji="1" lang="ja-JP" altLang="en-US" dirty="0" err="1"/>
            <a:t>いい</a:t>
          </a:r>
          <a:r>
            <a:rPr kumimoji="1" lang="ja-JP" altLang="en-US" dirty="0"/>
            <a:t>いいい</a:t>
          </a:r>
        </a:p>
      </dgm:t>
    </dgm:pt>
    <dgm:pt modelId="{66425EF0-F21A-4144-9537-17FE62FFACFD}" type="parTrans" cxnId="{BA842BD2-91F5-4CA6-9546-A7C2E27E790D}">
      <dgm:prSet/>
      <dgm:spPr/>
      <dgm:t>
        <a:bodyPr/>
        <a:lstStyle/>
        <a:p>
          <a:endParaRPr kumimoji="1" lang="ja-JP" altLang="en-US"/>
        </a:p>
      </dgm:t>
    </dgm:pt>
    <dgm:pt modelId="{8B6B357F-AF03-4A62-A455-9BCD69F42436}" type="sibTrans" cxnId="{BA842BD2-91F5-4CA6-9546-A7C2E27E790D}">
      <dgm:prSet/>
      <dgm:spPr/>
      <dgm:t>
        <a:bodyPr/>
        <a:lstStyle/>
        <a:p>
          <a:endParaRPr kumimoji="1" lang="ja-JP" altLang="en-US"/>
        </a:p>
      </dgm:t>
    </dgm:pt>
    <dgm:pt modelId="{EB6F47C8-FC7A-4F0D-96EC-374171950DC1}">
      <dgm:prSet phldrT="[テキスト]"/>
      <dgm:spPr/>
      <dgm:t>
        <a:bodyPr/>
        <a:lstStyle/>
        <a:p>
          <a:r>
            <a:rPr kumimoji="1" lang="en-US" altLang="ja-JP" dirty="0"/>
            <a:t>CCCCC</a:t>
          </a:r>
          <a:endParaRPr kumimoji="1" lang="ja-JP" altLang="en-US" dirty="0"/>
        </a:p>
      </dgm:t>
    </dgm:pt>
    <dgm:pt modelId="{3B619915-9A8B-427F-BC39-9FE50C2F5C86}" type="parTrans" cxnId="{1C76A3D1-7E3C-48EE-9D07-5B1357C99463}">
      <dgm:prSet/>
      <dgm:spPr/>
      <dgm:t>
        <a:bodyPr/>
        <a:lstStyle/>
        <a:p>
          <a:endParaRPr kumimoji="1" lang="ja-JP" altLang="en-US"/>
        </a:p>
      </dgm:t>
    </dgm:pt>
    <dgm:pt modelId="{0B13BFE1-6BA6-42D3-9B80-D8C5568D60DA}" type="sibTrans" cxnId="{1C76A3D1-7E3C-48EE-9D07-5B1357C99463}">
      <dgm:prSet/>
      <dgm:spPr/>
      <dgm:t>
        <a:bodyPr/>
        <a:lstStyle/>
        <a:p>
          <a:endParaRPr kumimoji="1" lang="ja-JP" altLang="en-US"/>
        </a:p>
      </dgm:t>
    </dgm:pt>
    <dgm:pt modelId="{037F63FC-849C-446B-AA0B-A965EB07BC6D}">
      <dgm:prSet phldrT="[テキスト]"/>
      <dgm:spPr/>
      <dgm:t>
        <a:bodyPr/>
        <a:lstStyle/>
        <a:p>
          <a:r>
            <a:rPr kumimoji="1" lang="ja-JP" altLang="en-US" dirty="0" err="1"/>
            <a:t>ううううう</a:t>
          </a:r>
          <a:endParaRPr kumimoji="1" lang="ja-JP" altLang="en-US" dirty="0"/>
        </a:p>
      </dgm:t>
    </dgm:pt>
    <dgm:pt modelId="{65B5EBC6-E1A4-4893-91AD-6DD9990ECBD2}" type="parTrans" cxnId="{279D7DAD-6D62-467A-88F9-5C16BC33948E}">
      <dgm:prSet/>
      <dgm:spPr/>
      <dgm:t>
        <a:bodyPr/>
        <a:lstStyle/>
        <a:p>
          <a:endParaRPr kumimoji="1" lang="ja-JP" altLang="en-US"/>
        </a:p>
      </dgm:t>
    </dgm:pt>
    <dgm:pt modelId="{D026F4AD-5E2C-46DA-87D7-3C45E3668043}" type="sibTrans" cxnId="{279D7DAD-6D62-467A-88F9-5C16BC33948E}">
      <dgm:prSet/>
      <dgm:spPr/>
      <dgm:t>
        <a:bodyPr/>
        <a:lstStyle/>
        <a:p>
          <a:endParaRPr kumimoji="1" lang="ja-JP" altLang="en-US"/>
        </a:p>
      </dgm:t>
    </dgm:pt>
    <dgm:pt modelId="{37FCB3DE-660A-4D13-BDE7-DBE8E96171AA}" type="pres">
      <dgm:prSet presAssocID="{BCF9D645-0192-42C0-9E79-1E549DD8138E}" presName="Name0" presStyleCnt="0">
        <dgm:presLayoutVars>
          <dgm:chMax/>
          <dgm:chPref/>
          <dgm:dir/>
          <dgm:animLvl val="lvl"/>
        </dgm:presLayoutVars>
      </dgm:prSet>
      <dgm:spPr/>
    </dgm:pt>
    <dgm:pt modelId="{5AA08C38-F1C5-4DD5-AB30-1F6EE69966AE}" type="pres">
      <dgm:prSet presAssocID="{64186B4F-A38A-47A8-86E7-8F8B855E101A}" presName="composite" presStyleCnt="0"/>
      <dgm:spPr/>
    </dgm:pt>
    <dgm:pt modelId="{C4FBF769-1FA0-48B2-AD89-635EF194D136}" type="pres">
      <dgm:prSet presAssocID="{64186B4F-A38A-47A8-86E7-8F8B855E101A}" presName="Parent1" presStyleLbl="node1" presStyleIdx="0" presStyleCnt="6">
        <dgm:presLayoutVars>
          <dgm:chMax val="1"/>
          <dgm:chPref val="1"/>
          <dgm:bulletEnabled val="1"/>
        </dgm:presLayoutVars>
      </dgm:prSet>
      <dgm:spPr/>
    </dgm:pt>
    <dgm:pt modelId="{A14301D5-CEF7-4792-AD60-339205A55835}" type="pres">
      <dgm:prSet presAssocID="{64186B4F-A38A-47A8-86E7-8F8B855E101A}" presName="Childtext1" presStyleLbl="revTx" presStyleIdx="0" presStyleCnt="3">
        <dgm:presLayoutVars>
          <dgm:chMax val="0"/>
          <dgm:chPref val="0"/>
          <dgm:bulletEnabled val="1"/>
        </dgm:presLayoutVars>
      </dgm:prSet>
      <dgm:spPr/>
    </dgm:pt>
    <dgm:pt modelId="{77BDEFE3-0B5E-4D24-88CB-B4018A5B9A8E}" type="pres">
      <dgm:prSet presAssocID="{64186B4F-A38A-47A8-86E7-8F8B855E101A}" presName="BalanceSpacing" presStyleCnt="0"/>
      <dgm:spPr/>
    </dgm:pt>
    <dgm:pt modelId="{DB89E61C-DC10-432A-8325-2DF779C81DC5}" type="pres">
      <dgm:prSet presAssocID="{64186B4F-A38A-47A8-86E7-8F8B855E101A}" presName="BalanceSpacing1" presStyleCnt="0"/>
      <dgm:spPr/>
    </dgm:pt>
    <dgm:pt modelId="{6B2AB3EE-F759-4377-815E-BF070E656B22}" type="pres">
      <dgm:prSet presAssocID="{F7D8A48C-4535-413D-B81C-C64046A0F746}" presName="Accent1Text" presStyleLbl="node1" presStyleIdx="1" presStyleCnt="6"/>
      <dgm:spPr/>
    </dgm:pt>
    <dgm:pt modelId="{A9FC9E96-65F7-4A60-9F1F-C0EC52599A52}" type="pres">
      <dgm:prSet presAssocID="{F7D8A48C-4535-413D-B81C-C64046A0F746}" presName="spaceBetweenRectangles" presStyleCnt="0"/>
      <dgm:spPr/>
    </dgm:pt>
    <dgm:pt modelId="{853C01F3-67A8-4CC6-B47B-7D5561E355ED}" type="pres">
      <dgm:prSet presAssocID="{36B45D10-88B2-4BDA-80E6-D835DCF041B8}" presName="composite" presStyleCnt="0"/>
      <dgm:spPr/>
    </dgm:pt>
    <dgm:pt modelId="{13A1E4CD-1F5F-4D79-8263-6014A7272892}" type="pres">
      <dgm:prSet presAssocID="{36B45D10-88B2-4BDA-80E6-D835DCF041B8}" presName="Parent1" presStyleLbl="node1" presStyleIdx="2" presStyleCnt="6">
        <dgm:presLayoutVars>
          <dgm:chMax val="1"/>
          <dgm:chPref val="1"/>
          <dgm:bulletEnabled val="1"/>
        </dgm:presLayoutVars>
      </dgm:prSet>
      <dgm:spPr/>
    </dgm:pt>
    <dgm:pt modelId="{4290E2ED-4C58-4D6F-B144-34C88B7A0098}" type="pres">
      <dgm:prSet presAssocID="{36B45D10-88B2-4BDA-80E6-D835DCF041B8}" presName="Childtext1" presStyleLbl="revTx" presStyleIdx="1" presStyleCnt="3">
        <dgm:presLayoutVars>
          <dgm:chMax val="0"/>
          <dgm:chPref val="0"/>
          <dgm:bulletEnabled val="1"/>
        </dgm:presLayoutVars>
      </dgm:prSet>
      <dgm:spPr/>
    </dgm:pt>
    <dgm:pt modelId="{16791F4D-517B-4B3C-B16D-A6963F18D7FF}" type="pres">
      <dgm:prSet presAssocID="{36B45D10-88B2-4BDA-80E6-D835DCF041B8}" presName="BalanceSpacing" presStyleCnt="0"/>
      <dgm:spPr/>
    </dgm:pt>
    <dgm:pt modelId="{4B6D5B79-27CD-433A-8FDB-5DC39AC394DA}" type="pres">
      <dgm:prSet presAssocID="{36B45D10-88B2-4BDA-80E6-D835DCF041B8}" presName="BalanceSpacing1" presStyleCnt="0"/>
      <dgm:spPr/>
    </dgm:pt>
    <dgm:pt modelId="{4E638B3C-96F2-4B27-BE49-F1CE16393272}" type="pres">
      <dgm:prSet presAssocID="{06BB04C5-F4CA-4ECB-9C66-36ED7C06F12A}" presName="Accent1Text" presStyleLbl="node1" presStyleIdx="3" presStyleCnt="6"/>
      <dgm:spPr/>
    </dgm:pt>
    <dgm:pt modelId="{F283B5BF-504E-4E48-B925-75C2D8C99D25}" type="pres">
      <dgm:prSet presAssocID="{06BB04C5-F4CA-4ECB-9C66-36ED7C06F12A}" presName="spaceBetweenRectangles" presStyleCnt="0"/>
      <dgm:spPr/>
    </dgm:pt>
    <dgm:pt modelId="{57734BE2-E19E-413B-93E2-FCB27E99D842}" type="pres">
      <dgm:prSet presAssocID="{EB6F47C8-FC7A-4F0D-96EC-374171950DC1}" presName="composite" presStyleCnt="0"/>
      <dgm:spPr/>
    </dgm:pt>
    <dgm:pt modelId="{4CA710CD-9C36-456A-8449-1DF52498F9C3}" type="pres">
      <dgm:prSet presAssocID="{EB6F47C8-FC7A-4F0D-96EC-374171950DC1}" presName="Parent1" presStyleLbl="node1" presStyleIdx="4" presStyleCnt="6">
        <dgm:presLayoutVars>
          <dgm:chMax val="1"/>
          <dgm:chPref val="1"/>
          <dgm:bulletEnabled val="1"/>
        </dgm:presLayoutVars>
      </dgm:prSet>
      <dgm:spPr/>
    </dgm:pt>
    <dgm:pt modelId="{ED5ECD9E-424F-4D36-9C7B-8E58827CD075}" type="pres">
      <dgm:prSet presAssocID="{EB6F47C8-FC7A-4F0D-96EC-374171950DC1}" presName="Childtext1" presStyleLbl="revTx" presStyleIdx="2" presStyleCnt="3">
        <dgm:presLayoutVars>
          <dgm:chMax val="0"/>
          <dgm:chPref val="0"/>
          <dgm:bulletEnabled val="1"/>
        </dgm:presLayoutVars>
      </dgm:prSet>
      <dgm:spPr/>
    </dgm:pt>
    <dgm:pt modelId="{68B3C922-6EC4-4133-B684-1591A1837AAD}" type="pres">
      <dgm:prSet presAssocID="{EB6F47C8-FC7A-4F0D-96EC-374171950DC1}" presName="BalanceSpacing" presStyleCnt="0"/>
      <dgm:spPr/>
    </dgm:pt>
    <dgm:pt modelId="{071723B9-2FA6-4ED2-8ACC-3CE8C754E151}" type="pres">
      <dgm:prSet presAssocID="{EB6F47C8-FC7A-4F0D-96EC-374171950DC1}" presName="BalanceSpacing1" presStyleCnt="0"/>
      <dgm:spPr/>
    </dgm:pt>
    <dgm:pt modelId="{C9FA3266-B7C6-417E-93ED-20290D3888C1}" type="pres">
      <dgm:prSet presAssocID="{0B13BFE1-6BA6-42D3-9B80-D8C5568D60DA}" presName="Accent1Text" presStyleLbl="node1" presStyleIdx="5" presStyleCnt="6"/>
      <dgm:spPr/>
    </dgm:pt>
  </dgm:ptLst>
  <dgm:cxnLst>
    <dgm:cxn modelId="{5268310B-7CD2-4E8B-A4B9-A0D1A318C75A}" type="presOf" srcId="{36B45D10-88B2-4BDA-80E6-D835DCF041B8}" destId="{13A1E4CD-1F5F-4D79-8263-6014A7272892}" srcOrd="0" destOrd="0" presId="urn:microsoft.com/office/officeart/2008/layout/AlternatingHexagons"/>
    <dgm:cxn modelId="{B9F46B1C-B1B0-4072-AEEF-31C86E470CC2}" type="presOf" srcId="{06BB04C5-F4CA-4ECB-9C66-36ED7C06F12A}" destId="{4E638B3C-96F2-4B27-BE49-F1CE16393272}" srcOrd="0" destOrd="0" presId="urn:microsoft.com/office/officeart/2008/layout/AlternatingHexagons"/>
    <dgm:cxn modelId="{33A80222-EEE8-45D6-8A30-BBDD98F606AA}" srcId="{BCF9D645-0192-42C0-9E79-1E549DD8138E}" destId="{36B45D10-88B2-4BDA-80E6-D835DCF041B8}" srcOrd="1" destOrd="0" parTransId="{70DCBCF6-E5E5-47CC-901E-E100A737A0D8}" sibTransId="{06BB04C5-F4CA-4ECB-9C66-36ED7C06F12A}"/>
    <dgm:cxn modelId="{5EE77243-1E23-4D03-9C98-81191A0A4814}" srcId="{BCF9D645-0192-42C0-9E79-1E549DD8138E}" destId="{64186B4F-A38A-47A8-86E7-8F8B855E101A}" srcOrd="0" destOrd="0" parTransId="{F0A5239F-7AD9-4769-8EC7-37DF6C17FCCD}" sibTransId="{F7D8A48C-4535-413D-B81C-C64046A0F746}"/>
    <dgm:cxn modelId="{59861965-744D-4A08-8F91-9885F044E020}" type="presOf" srcId="{BA5E0090-0207-49BD-B2AC-8CA20FEE2457}" destId="{4290E2ED-4C58-4D6F-B144-34C88B7A0098}" srcOrd="0" destOrd="0" presId="urn:microsoft.com/office/officeart/2008/layout/AlternatingHexagons"/>
    <dgm:cxn modelId="{1EE78498-BBDB-44A3-BF67-297E6A24374F}" type="presOf" srcId="{9AFB2D79-9AE6-4009-8A97-8F888D8479D3}" destId="{A14301D5-CEF7-4792-AD60-339205A55835}" srcOrd="0" destOrd="0" presId="urn:microsoft.com/office/officeart/2008/layout/AlternatingHexagons"/>
    <dgm:cxn modelId="{8332C099-1CA6-4E3A-AC50-4DBDD3B30B4C}" type="presOf" srcId="{EB6F47C8-FC7A-4F0D-96EC-374171950DC1}" destId="{4CA710CD-9C36-456A-8449-1DF52498F9C3}" srcOrd="0" destOrd="0" presId="urn:microsoft.com/office/officeart/2008/layout/AlternatingHexagons"/>
    <dgm:cxn modelId="{B7B9B89C-A21C-4E9B-8A83-33CE349F93ED}" type="presOf" srcId="{64186B4F-A38A-47A8-86E7-8F8B855E101A}" destId="{C4FBF769-1FA0-48B2-AD89-635EF194D136}" srcOrd="0" destOrd="0" presId="urn:microsoft.com/office/officeart/2008/layout/AlternatingHexagons"/>
    <dgm:cxn modelId="{25BC75A7-3815-4A83-9C15-834A042F1D42}" type="presOf" srcId="{F7D8A48C-4535-413D-B81C-C64046A0F746}" destId="{6B2AB3EE-F759-4377-815E-BF070E656B22}" srcOrd="0" destOrd="0" presId="urn:microsoft.com/office/officeart/2008/layout/AlternatingHexagons"/>
    <dgm:cxn modelId="{279D7DAD-6D62-467A-88F9-5C16BC33948E}" srcId="{EB6F47C8-FC7A-4F0D-96EC-374171950DC1}" destId="{037F63FC-849C-446B-AA0B-A965EB07BC6D}" srcOrd="0" destOrd="0" parTransId="{65B5EBC6-E1A4-4893-91AD-6DD9990ECBD2}" sibTransId="{D026F4AD-5E2C-46DA-87D7-3C45E3668043}"/>
    <dgm:cxn modelId="{D252A4BD-5244-44C2-B809-C5AFD782A782}" type="presOf" srcId="{BCF9D645-0192-42C0-9E79-1E549DD8138E}" destId="{37FCB3DE-660A-4D13-BDE7-DBE8E96171AA}" srcOrd="0" destOrd="0" presId="urn:microsoft.com/office/officeart/2008/layout/AlternatingHexagons"/>
    <dgm:cxn modelId="{36CF20C9-D5CF-4419-96C9-C21F3324CEC0}" type="presOf" srcId="{037F63FC-849C-446B-AA0B-A965EB07BC6D}" destId="{ED5ECD9E-424F-4D36-9C7B-8E58827CD075}" srcOrd="0" destOrd="0" presId="urn:microsoft.com/office/officeart/2008/layout/AlternatingHexagons"/>
    <dgm:cxn modelId="{1C76A3D1-7E3C-48EE-9D07-5B1357C99463}" srcId="{BCF9D645-0192-42C0-9E79-1E549DD8138E}" destId="{EB6F47C8-FC7A-4F0D-96EC-374171950DC1}" srcOrd="2" destOrd="0" parTransId="{3B619915-9A8B-427F-BC39-9FE50C2F5C86}" sibTransId="{0B13BFE1-6BA6-42D3-9B80-D8C5568D60DA}"/>
    <dgm:cxn modelId="{BA842BD2-91F5-4CA6-9546-A7C2E27E790D}" srcId="{36B45D10-88B2-4BDA-80E6-D835DCF041B8}" destId="{BA5E0090-0207-49BD-B2AC-8CA20FEE2457}" srcOrd="0" destOrd="0" parTransId="{66425EF0-F21A-4144-9537-17FE62FFACFD}" sibTransId="{8B6B357F-AF03-4A62-A455-9BCD69F42436}"/>
    <dgm:cxn modelId="{CC3F74E4-9392-4FC7-982D-26CD93551C32}" type="presOf" srcId="{0B13BFE1-6BA6-42D3-9B80-D8C5568D60DA}" destId="{C9FA3266-B7C6-417E-93ED-20290D3888C1}" srcOrd="0" destOrd="0" presId="urn:microsoft.com/office/officeart/2008/layout/AlternatingHexagons"/>
    <dgm:cxn modelId="{53AC4CF1-9004-4A41-8140-B78674FB6FB8}" srcId="{64186B4F-A38A-47A8-86E7-8F8B855E101A}" destId="{9AFB2D79-9AE6-4009-8A97-8F888D8479D3}" srcOrd="0" destOrd="0" parTransId="{B536B187-8286-4C1F-BA93-4FACA99140F0}" sibTransId="{ADBFCB82-3D34-4EA5-8842-74EFE3B70094}"/>
    <dgm:cxn modelId="{74C8BF62-1445-431E-8675-01C03F02974E}" type="presParOf" srcId="{37FCB3DE-660A-4D13-BDE7-DBE8E96171AA}" destId="{5AA08C38-F1C5-4DD5-AB30-1F6EE69966AE}" srcOrd="0" destOrd="0" presId="urn:microsoft.com/office/officeart/2008/layout/AlternatingHexagons"/>
    <dgm:cxn modelId="{DFE1A4C7-4DE5-48B2-A235-ED6AF17078FD}" type="presParOf" srcId="{5AA08C38-F1C5-4DD5-AB30-1F6EE69966AE}" destId="{C4FBF769-1FA0-48B2-AD89-635EF194D136}" srcOrd="0" destOrd="0" presId="urn:microsoft.com/office/officeart/2008/layout/AlternatingHexagons"/>
    <dgm:cxn modelId="{2F999841-5B01-48EE-A1E5-1033CED5E349}" type="presParOf" srcId="{5AA08C38-F1C5-4DD5-AB30-1F6EE69966AE}" destId="{A14301D5-CEF7-4792-AD60-339205A55835}" srcOrd="1" destOrd="0" presId="urn:microsoft.com/office/officeart/2008/layout/AlternatingHexagons"/>
    <dgm:cxn modelId="{BD9BBDD3-135C-49E1-BF11-B01B7AAA59A8}" type="presParOf" srcId="{5AA08C38-F1C5-4DD5-AB30-1F6EE69966AE}" destId="{77BDEFE3-0B5E-4D24-88CB-B4018A5B9A8E}" srcOrd="2" destOrd="0" presId="urn:microsoft.com/office/officeart/2008/layout/AlternatingHexagons"/>
    <dgm:cxn modelId="{B901C44F-769E-4AC4-84C2-284FF5DBB149}" type="presParOf" srcId="{5AA08C38-F1C5-4DD5-AB30-1F6EE69966AE}" destId="{DB89E61C-DC10-432A-8325-2DF779C81DC5}" srcOrd="3" destOrd="0" presId="urn:microsoft.com/office/officeart/2008/layout/AlternatingHexagons"/>
    <dgm:cxn modelId="{CE19B373-C9DD-47EF-9D62-B71237A77C84}" type="presParOf" srcId="{5AA08C38-F1C5-4DD5-AB30-1F6EE69966AE}" destId="{6B2AB3EE-F759-4377-815E-BF070E656B22}" srcOrd="4" destOrd="0" presId="urn:microsoft.com/office/officeart/2008/layout/AlternatingHexagons"/>
    <dgm:cxn modelId="{2BE3E2EB-B075-4280-8761-6441342E9CD1}" type="presParOf" srcId="{37FCB3DE-660A-4D13-BDE7-DBE8E96171AA}" destId="{A9FC9E96-65F7-4A60-9F1F-C0EC52599A52}" srcOrd="1" destOrd="0" presId="urn:microsoft.com/office/officeart/2008/layout/AlternatingHexagons"/>
    <dgm:cxn modelId="{201B5832-935C-4D07-91DC-018E0F388EFB}" type="presParOf" srcId="{37FCB3DE-660A-4D13-BDE7-DBE8E96171AA}" destId="{853C01F3-67A8-4CC6-B47B-7D5561E355ED}" srcOrd="2" destOrd="0" presId="urn:microsoft.com/office/officeart/2008/layout/AlternatingHexagons"/>
    <dgm:cxn modelId="{4647FC5F-3B85-42FA-8FA9-41F14161C0CE}" type="presParOf" srcId="{853C01F3-67A8-4CC6-B47B-7D5561E355ED}" destId="{13A1E4CD-1F5F-4D79-8263-6014A7272892}" srcOrd="0" destOrd="0" presId="urn:microsoft.com/office/officeart/2008/layout/AlternatingHexagons"/>
    <dgm:cxn modelId="{86CBC5B8-19AF-45FF-8669-675E80A48724}" type="presParOf" srcId="{853C01F3-67A8-4CC6-B47B-7D5561E355ED}" destId="{4290E2ED-4C58-4D6F-B144-34C88B7A0098}" srcOrd="1" destOrd="0" presId="urn:microsoft.com/office/officeart/2008/layout/AlternatingHexagons"/>
    <dgm:cxn modelId="{6E310698-20B5-4E78-8A11-88DC6814CA71}" type="presParOf" srcId="{853C01F3-67A8-4CC6-B47B-7D5561E355ED}" destId="{16791F4D-517B-4B3C-B16D-A6963F18D7FF}" srcOrd="2" destOrd="0" presId="urn:microsoft.com/office/officeart/2008/layout/AlternatingHexagons"/>
    <dgm:cxn modelId="{2391BBB6-D415-4ABB-B52F-DBCF13FC6608}" type="presParOf" srcId="{853C01F3-67A8-4CC6-B47B-7D5561E355ED}" destId="{4B6D5B79-27CD-433A-8FDB-5DC39AC394DA}" srcOrd="3" destOrd="0" presId="urn:microsoft.com/office/officeart/2008/layout/AlternatingHexagons"/>
    <dgm:cxn modelId="{352BC01E-183A-4E13-8BA9-EC86FE2C2E13}" type="presParOf" srcId="{853C01F3-67A8-4CC6-B47B-7D5561E355ED}" destId="{4E638B3C-96F2-4B27-BE49-F1CE16393272}" srcOrd="4" destOrd="0" presId="urn:microsoft.com/office/officeart/2008/layout/AlternatingHexagons"/>
    <dgm:cxn modelId="{E29F803E-54F2-407B-B95C-0A7F4CE15314}" type="presParOf" srcId="{37FCB3DE-660A-4D13-BDE7-DBE8E96171AA}" destId="{F283B5BF-504E-4E48-B925-75C2D8C99D25}" srcOrd="3" destOrd="0" presId="urn:microsoft.com/office/officeart/2008/layout/AlternatingHexagons"/>
    <dgm:cxn modelId="{5DFEC50F-0118-4E7E-A3BF-EF110DA9F998}" type="presParOf" srcId="{37FCB3DE-660A-4D13-BDE7-DBE8E96171AA}" destId="{57734BE2-E19E-413B-93E2-FCB27E99D842}" srcOrd="4" destOrd="0" presId="urn:microsoft.com/office/officeart/2008/layout/AlternatingHexagons"/>
    <dgm:cxn modelId="{B591533D-A648-43E9-8B27-235249DC6658}" type="presParOf" srcId="{57734BE2-E19E-413B-93E2-FCB27E99D842}" destId="{4CA710CD-9C36-456A-8449-1DF52498F9C3}" srcOrd="0" destOrd="0" presId="urn:microsoft.com/office/officeart/2008/layout/AlternatingHexagons"/>
    <dgm:cxn modelId="{4BB56EA5-AAB5-4E64-84F6-6AF9A91B96A6}" type="presParOf" srcId="{57734BE2-E19E-413B-93E2-FCB27E99D842}" destId="{ED5ECD9E-424F-4D36-9C7B-8E58827CD075}" srcOrd="1" destOrd="0" presId="urn:microsoft.com/office/officeart/2008/layout/AlternatingHexagons"/>
    <dgm:cxn modelId="{676F5A61-0D5B-464D-9C3D-2C7521042CEB}" type="presParOf" srcId="{57734BE2-E19E-413B-93E2-FCB27E99D842}" destId="{68B3C922-6EC4-4133-B684-1591A1837AAD}" srcOrd="2" destOrd="0" presId="urn:microsoft.com/office/officeart/2008/layout/AlternatingHexagons"/>
    <dgm:cxn modelId="{12D10AFC-EDEA-438C-9E24-513AD8E5C193}" type="presParOf" srcId="{57734BE2-E19E-413B-93E2-FCB27E99D842}" destId="{071723B9-2FA6-4ED2-8ACC-3CE8C754E151}" srcOrd="3" destOrd="0" presId="urn:microsoft.com/office/officeart/2008/layout/AlternatingHexagons"/>
    <dgm:cxn modelId="{E3B3FFDD-F837-42EC-8650-AD600831758F}" type="presParOf" srcId="{57734BE2-E19E-413B-93E2-FCB27E99D842}" destId="{C9FA3266-B7C6-417E-93ED-20290D3888C1}" srcOrd="4" destOrd="0" presId="urn:microsoft.com/office/officeart/2008/layout/AlternatingHexagon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4FBF769-1FA0-48B2-AD89-635EF194D136}">
      <dsp:nvSpPr>
        <dsp:cNvPr id="0" name=""/>
        <dsp:cNvSpPr/>
      </dsp:nvSpPr>
      <dsp:spPr>
        <a:xfrm rot="5400000">
          <a:off x="1450971" y="54060"/>
          <a:ext cx="831087" cy="723045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1100" kern="1200" dirty="0"/>
            <a:t>AAAAA</a:t>
          </a:r>
          <a:endParaRPr kumimoji="1" lang="ja-JP" altLang="en-US" sz="1100" kern="1200" dirty="0"/>
        </a:p>
      </dsp:txBody>
      <dsp:txXfrm rot="-5400000">
        <a:off x="1617666" y="129550"/>
        <a:ext cx="497697" cy="572065"/>
      </dsp:txXfrm>
    </dsp:sp>
    <dsp:sp modelId="{A14301D5-CEF7-4792-AD60-339205A55835}">
      <dsp:nvSpPr>
        <dsp:cNvPr id="0" name=""/>
        <dsp:cNvSpPr/>
      </dsp:nvSpPr>
      <dsp:spPr>
        <a:xfrm>
          <a:off x="2249978" y="166256"/>
          <a:ext cx="927493" cy="4986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100" kern="1200" dirty="0"/>
            <a:t>あああああ</a:t>
          </a:r>
        </a:p>
      </dsp:txBody>
      <dsp:txXfrm>
        <a:off x="2249978" y="166256"/>
        <a:ext cx="927493" cy="498652"/>
      </dsp:txXfrm>
    </dsp:sp>
    <dsp:sp modelId="{6B2AB3EE-F759-4377-815E-BF070E656B22}">
      <dsp:nvSpPr>
        <dsp:cNvPr id="0" name=""/>
        <dsp:cNvSpPr/>
      </dsp:nvSpPr>
      <dsp:spPr>
        <a:xfrm rot="5400000">
          <a:off x="670081" y="54060"/>
          <a:ext cx="831087" cy="723045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alpha val="90000"/>
            <a:hueOff val="0"/>
            <a:satOff val="0"/>
            <a:lumOff val="0"/>
            <a:alphaOff val="-8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3600" kern="1200"/>
        </a:p>
      </dsp:txBody>
      <dsp:txXfrm rot="-5400000">
        <a:off x="836776" y="129550"/>
        <a:ext cx="497697" cy="572065"/>
      </dsp:txXfrm>
    </dsp:sp>
    <dsp:sp modelId="{13A1E4CD-1F5F-4D79-8263-6014A7272892}">
      <dsp:nvSpPr>
        <dsp:cNvPr id="0" name=""/>
        <dsp:cNvSpPr/>
      </dsp:nvSpPr>
      <dsp:spPr>
        <a:xfrm rot="5400000">
          <a:off x="1059030" y="759487"/>
          <a:ext cx="831087" cy="723045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alpha val="90000"/>
            <a:hueOff val="0"/>
            <a:satOff val="0"/>
            <a:lumOff val="0"/>
            <a:alphaOff val="-16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1100" kern="1200" dirty="0"/>
            <a:t>BBBBB</a:t>
          </a:r>
          <a:endParaRPr kumimoji="1" lang="ja-JP" altLang="en-US" sz="1100" kern="1200" dirty="0"/>
        </a:p>
      </dsp:txBody>
      <dsp:txXfrm rot="-5400000">
        <a:off x="1225725" y="834977"/>
        <a:ext cx="497697" cy="572065"/>
      </dsp:txXfrm>
    </dsp:sp>
    <dsp:sp modelId="{4290E2ED-4C58-4D6F-B144-34C88B7A0098}">
      <dsp:nvSpPr>
        <dsp:cNvPr id="0" name=""/>
        <dsp:cNvSpPr/>
      </dsp:nvSpPr>
      <dsp:spPr>
        <a:xfrm>
          <a:off x="185557" y="871683"/>
          <a:ext cx="897574" cy="4986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100" kern="1200" dirty="0" err="1"/>
            <a:t>いい</a:t>
          </a:r>
          <a:r>
            <a:rPr kumimoji="1" lang="ja-JP" altLang="en-US" sz="1100" kern="1200" dirty="0"/>
            <a:t>いいい</a:t>
          </a:r>
        </a:p>
      </dsp:txBody>
      <dsp:txXfrm>
        <a:off x="185557" y="871683"/>
        <a:ext cx="897574" cy="498652"/>
      </dsp:txXfrm>
    </dsp:sp>
    <dsp:sp modelId="{4E638B3C-96F2-4B27-BE49-F1CE16393272}">
      <dsp:nvSpPr>
        <dsp:cNvPr id="0" name=""/>
        <dsp:cNvSpPr/>
      </dsp:nvSpPr>
      <dsp:spPr>
        <a:xfrm rot="5400000">
          <a:off x="1839920" y="759487"/>
          <a:ext cx="831087" cy="723045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alpha val="90000"/>
            <a:hueOff val="0"/>
            <a:satOff val="0"/>
            <a:lumOff val="0"/>
            <a:alphaOff val="-24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3600" kern="1200"/>
        </a:p>
      </dsp:txBody>
      <dsp:txXfrm rot="-5400000">
        <a:off x="2006615" y="834977"/>
        <a:ext cx="497697" cy="572065"/>
      </dsp:txXfrm>
    </dsp:sp>
    <dsp:sp modelId="{4CA710CD-9C36-456A-8449-1DF52498F9C3}">
      <dsp:nvSpPr>
        <dsp:cNvPr id="0" name=""/>
        <dsp:cNvSpPr/>
      </dsp:nvSpPr>
      <dsp:spPr>
        <a:xfrm rot="5400000">
          <a:off x="1450971" y="1464913"/>
          <a:ext cx="831087" cy="723045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alpha val="90000"/>
            <a:hueOff val="0"/>
            <a:satOff val="0"/>
            <a:lumOff val="0"/>
            <a:alphaOff val="-32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1100" kern="1200" dirty="0"/>
            <a:t>CCCCC</a:t>
          </a:r>
          <a:endParaRPr kumimoji="1" lang="ja-JP" altLang="en-US" sz="1100" kern="1200" dirty="0"/>
        </a:p>
      </dsp:txBody>
      <dsp:txXfrm rot="-5400000">
        <a:off x="1617666" y="1540403"/>
        <a:ext cx="497697" cy="572065"/>
      </dsp:txXfrm>
    </dsp:sp>
    <dsp:sp modelId="{ED5ECD9E-424F-4D36-9C7B-8E58827CD075}">
      <dsp:nvSpPr>
        <dsp:cNvPr id="0" name=""/>
        <dsp:cNvSpPr/>
      </dsp:nvSpPr>
      <dsp:spPr>
        <a:xfrm>
          <a:off x="2249978" y="1577110"/>
          <a:ext cx="927493" cy="4986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100" kern="1200" dirty="0" err="1"/>
            <a:t>ううううう</a:t>
          </a:r>
          <a:endParaRPr kumimoji="1" lang="ja-JP" altLang="en-US" sz="1100" kern="1200" dirty="0"/>
        </a:p>
      </dsp:txBody>
      <dsp:txXfrm>
        <a:off x="2249978" y="1577110"/>
        <a:ext cx="927493" cy="498652"/>
      </dsp:txXfrm>
    </dsp:sp>
    <dsp:sp modelId="{C9FA3266-B7C6-417E-93ED-20290D3888C1}">
      <dsp:nvSpPr>
        <dsp:cNvPr id="0" name=""/>
        <dsp:cNvSpPr/>
      </dsp:nvSpPr>
      <dsp:spPr>
        <a:xfrm rot="5400000">
          <a:off x="670081" y="1464913"/>
          <a:ext cx="831087" cy="723045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alpha val="90000"/>
            <a:hueOff val="0"/>
            <a:satOff val="0"/>
            <a:lumOff val="0"/>
            <a:alphaOff val="-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3600" kern="1200"/>
        </a:p>
      </dsp:txBody>
      <dsp:txXfrm rot="-5400000">
        <a:off x="836776" y="1540403"/>
        <a:ext cx="497697" cy="57206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AlternatingHexagons">
  <dgm:title val=""/>
  <dgm:desc val=""/>
  <dgm:catLst>
    <dgm:cat type="list" pri="1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1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Name0">
    <dgm:varLst>
      <dgm:chMax/>
      <dgm:chPref/>
      <dgm:dir/>
      <dgm:animLvl val="lvl"/>
    </dgm:varLst>
    <dgm:alg type="lin">
      <dgm:param type="linDir" val="fromT"/>
    </dgm:alg>
    <dgm:shape xmlns:r="http://schemas.openxmlformats.org/officeDocument/2006/relationships" r:blip="">
      <dgm:adjLst/>
    </dgm:shape>
    <dgm:constrLst>
      <dgm:constr type="primFontSz" for="des" forName="Parent1" val="65"/>
      <dgm:constr type="primFontSz" for="des" forName="Childtext1" refType="primFontSz" refFor="des" refForName="Parent1" op="lte"/>
      <dgm:constr type="w" for="ch" forName="composite" refType="w"/>
      <dgm:constr type="h" for="ch" forName="composite" refType="h"/>
      <dgm:constr type="h" for="ch" forName="spaceBetweenRectangles" refType="w" refFor="ch" refForName="composite" fact="-0.042"/>
      <dgm:constr type="sp" refType="h" refFor="ch" refForName="composite" op="equ" fact="0.1"/>
    </dgm:constrLst>
    <dgm:forEach name="nodesForEach" axis="ch" ptType="node">
      <dgm:layoutNode name="composite">
        <dgm:alg type="composite">
          <dgm:param type="ar" val="3.6"/>
        </dgm:alg>
        <dgm:shape xmlns:r="http://schemas.openxmlformats.org/officeDocument/2006/relationships" r:blip="">
          <dgm:adjLst/>
        </dgm:shape>
        <dgm:choose name="Name1">
          <dgm:if name="Name2" func="var" arg="dir" op="equ" val="norm">
            <dgm:choose name="Name3">
              <dgm:if name="Name4" axis="self" ptType="node" func="posOdd" op="equ" val="1">
                <dgm:constrLst>
                  <dgm:constr type="l" for="ch" forName="Accent1" refType="w" fact="0.18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18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44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.69"/>
                  <dgm:constr type="t" for="ch" forName="Childtext1" refType="h" fact="0.2"/>
                  <dgm:constr type="w" for="ch" forName="Childtext1" refType="w" fact="0.31"/>
                  <dgm:constr type="h" for="ch" forName="Childtext1" refType="h" fact="0.6"/>
                  <dgm:constr type="l" for="ch" forName="BalanceSpacing" refType="w" fact="0"/>
                  <dgm:constr type="t" for="ch" forName="BalanceSpacing" refType="h" fact="0"/>
                  <dgm:constr type="w" for="ch" forName="BalanceSpacing" refType="w"/>
                  <dgm:constr type="h" for="ch" forName="BalanceSpacing" refType="h" fact="0.1"/>
                  <dgm:constr type="l" for="ch" forName="BalanceSpacing1" refType="w" fact="0.69"/>
                  <dgm:constr type="t" for="ch" forName="BalanceSpacing1" refType="h" fact="0.2"/>
                  <dgm:constr type="w" for="ch" forName="BalanceSpacing1" refType="w" fact="0.31"/>
                  <dgm:constr type="h" for="ch" forName="BalanceSpacing1" refType="h" fact="0.6"/>
                </dgm:constrLst>
              </dgm:if>
              <dgm:else name="Name5">
                <dgm:constrLst>
                  <dgm:constr type="l" for="ch" forName="Accent1" refType="w" fact="0.571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571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3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"/>
                  <dgm:constr type="t" for="ch" forName="Childtext1" refType="h" fact="0.2"/>
                  <dgm:constr type="w" for="ch" forName="Childtext1" refType="w" fact="0.3"/>
                  <dgm:constr type="h" for="ch" forName="Childtext1" refType="h" fact="0.6"/>
                  <dgm:constr type="l" for="ch" forName="BalanceSpacing" refType="w" fact="0.82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  <dgm:constr type="l" for="ch" forName="BalanceSpacing1" refType="w" fact="0"/>
                  <dgm:constr type="t" for="ch" forName="BalanceSpacing1" refType="h" fact="0.2"/>
                  <dgm:constr type="w" for="ch" forName="BalanceSpacing1" refType="w" fact="0.3"/>
                  <dgm:constr type="h" for="ch" forName="BalanceSpacing1" refType="h" fact="0.6"/>
                </dgm:constrLst>
              </dgm:else>
            </dgm:choose>
          </dgm:if>
          <dgm:else name="Name6">
            <dgm:choose name="Name7">
              <dgm:if name="Name8" axis="self" ptType="node" func="posOdd" op="equ" val="1">
                <dgm:constrLst>
                  <dgm:constr type="l" for="ch" forName="Accent1" refType="w" fact="0.571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571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3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"/>
                  <dgm:constr type="t" for="ch" forName="Childtext1" refType="h" fact="0.2"/>
                  <dgm:constr type="w" for="ch" forName="Childtext1" refType="w" fact="0.3"/>
                  <dgm:constr type="h" for="ch" forName="Childtext1" refType="h" fact="0.6"/>
                  <dgm:constr type="l" for="ch" forName="BalanceSpacing" refType="w" fact="0.82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</dgm:constrLst>
              </dgm:if>
              <dgm:else name="Name9">
                <dgm:constrLst>
                  <dgm:constr type="l" for="ch" forName="Accent1" refType="w" fact="0.18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18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44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.69"/>
                  <dgm:constr type="t" for="ch" forName="Childtext1" refType="h" fact="0.2"/>
                  <dgm:constr type="w" for="ch" forName="Childtext1" refType="w" fact="0.31"/>
                  <dgm:constr type="h" for="ch" forName="Childtext1" refType="h" fact="0.6"/>
                  <dgm:constr type="l" for="ch" forName="BalanceSpacing" refType="w" fact="0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</dgm:constrLst>
              </dgm:else>
            </dgm:choose>
          </dgm:else>
        </dgm:choose>
        <dgm:layoutNode name="Parent1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rot="90" type="hexagon" r:blip="">
            <dgm:adjLst>
              <dgm:adj idx="1" val="0.25"/>
              <dgm:adj idx="2" val="1.154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hildtext1" styleLbl="revTx">
          <dgm:varLst>
            <dgm:chMax val="0"/>
            <dgm:chPref val="0"/>
            <dgm:bulletEnabled val="1"/>
          </dgm:varLst>
          <dgm:choose name="Name10">
            <dgm:if name="Name11" func="var" arg="dir" op="equ" val="norm">
              <dgm:choose name="Name12">
                <dgm:if name="Name13" axis="self" ptType="node" func="posOdd" op="equ" val="1">
                  <dgm:alg type="tx">
                    <dgm:param type="parTxLTRAlign" val="l"/>
                  </dgm:alg>
                </dgm:if>
                <dgm:else name="Name14">
                  <dgm:alg type="tx">
                    <dgm:param type="parTxLTRAlign" val="r"/>
                  </dgm:alg>
                </dgm:else>
              </dgm:choose>
            </dgm:if>
            <dgm:else name="Name15">
              <dgm:choose name="Name16">
                <dgm:if name="Name17" axis="self" ptType="node" func="posOdd" op="equ" val="1">
                  <dgm:alg type="tx">
                    <dgm:param type="parTxLTRAlign" val="r"/>
                  </dgm:alg>
                </dgm:if>
                <dgm:else name="Name18">
                  <dgm:alg type="tx">
                    <dgm:param type="parTxLTRAlign" val="l"/>
                  </dgm:alg>
                </dgm:else>
              </dgm:choose>
            </dgm:else>
          </dgm:choose>
          <dgm:shape xmlns:r="http://schemas.openxmlformats.org/officeDocument/2006/relationships" type="rect" r:blip="">
            <dgm:adjLst/>
          </dgm:shape>
          <dgm:presOf axis="des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BalanceSpacing">
          <dgm:alg type="sp"/>
          <dgm:shape xmlns:r="http://schemas.openxmlformats.org/officeDocument/2006/relationships" r:blip="">
            <dgm:adjLst/>
          </dgm:shape>
        </dgm:layoutNode>
        <dgm:layoutNode name="BalanceSpacing1">
          <dgm:alg type="sp"/>
          <dgm:shape xmlns:r="http://schemas.openxmlformats.org/officeDocument/2006/relationships" r:blip="">
            <dgm:adjLst/>
          </dgm:shape>
        </dgm:layoutNode>
        <dgm:forEach name="Name19" axis="followSib" ptType="sibTrans" hideLastTrans="0" cnt="1">
          <dgm:layoutNode name="Accent1Text" styleLbl="node1">
            <dgm:alg type="tx"/>
            <dgm:shape xmlns:r="http://schemas.openxmlformats.org/officeDocument/2006/relationships" rot="90" type="hexagon" r:blip="">
              <dgm:adjLst>
                <dgm:adj idx="1" val="0.25"/>
                <dgm:adj idx="2" val="1.1547"/>
              </dgm:adjLst>
            </dgm:shape>
            <dgm:presOf axis="self" ptType="sibTrans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forEach>
      </dgm:layoutNode>
      <dgm:forEach name="Name2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2018/3/23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2942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2018/3/23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8261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2018/3/23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01667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2018/3/23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14475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2018/3/23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31835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2018/3/23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707190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2018/3/23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6343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2018/3/23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91081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2018/3/23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2104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2018/3/23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7901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2018/3/23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5486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278228-730F-428F-BDD8-7FD4DE5CF34A}" type="datetimeFigureOut">
              <a:rPr kumimoji="1" lang="ja-JP" altLang="en-US" smtClean="0"/>
              <a:t>2018/3/23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26077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8CECF344-6E42-44F1-9CE7-D246931529E9}"/>
              </a:ext>
            </a:extLst>
          </p:cNvPr>
          <p:cNvSpPr/>
          <p:nvPr/>
        </p:nvSpPr>
        <p:spPr>
          <a:xfrm>
            <a:off x="344488" y="365274"/>
            <a:ext cx="9214731" cy="90137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1EA93778-8238-496D-BD66-F31640581698}"/>
              </a:ext>
            </a:extLst>
          </p:cNvPr>
          <p:cNvSpPr txBox="1"/>
          <p:nvPr/>
        </p:nvSpPr>
        <p:spPr>
          <a:xfrm>
            <a:off x="1410592" y="585554"/>
            <a:ext cx="70841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2800" b="1" spc="-15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</a:t>
            </a:r>
            <a:endParaRPr lang="en-US" altLang="ja-JP" sz="2800" b="1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74F059A3-7BB8-41C3-B9B4-ED297F7730A5}"/>
              </a:ext>
            </a:extLst>
          </p:cNvPr>
          <p:cNvSpPr/>
          <p:nvPr/>
        </p:nvSpPr>
        <p:spPr>
          <a:xfrm>
            <a:off x="3262004" y="1664759"/>
            <a:ext cx="3380471" cy="4787912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73818CF7-2F7E-4F96-B4BC-9C7E4DD23650}"/>
              </a:ext>
            </a:extLst>
          </p:cNvPr>
          <p:cNvSpPr/>
          <p:nvPr/>
        </p:nvSpPr>
        <p:spPr>
          <a:xfrm>
            <a:off x="3262005" y="1266152"/>
            <a:ext cx="3381990" cy="397039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A5CD0D54-70DD-4F75-ACD7-634E005CB342}"/>
              </a:ext>
            </a:extLst>
          </p:cNvPr>
          <p:cNvSpPr txBox="1"/>
          <p:nvPr/>
        </p:nvSpPr>
        <p:spPr>
          <a:xfrm>
            <a:off x="4304928" y="1310783"/>
            <a:ext cx="12961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○○○○○</a:t>
            </a:r>
            <a:endParaRPr lang="ja-JP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5" name="矢印: 五方向 64">
            <a:extLst>
              <a:ext uri="{FF2B5EF4-FFF2-40B4-BE49-F238E27FC236}">
                <a16:creationId xmlns:a16="http://schemas.microsoft.com/office/drawing/2014/main" id="{3CC22ED3-EB24-4173-863B-C020D67BFDF8}"/>
              </a:ext>
            </a:extLst>
          </p:cNvPr>
          <p:cNvSpPr/>
          <p:nvPr/>
        </p:nvSpPr>
        <p:spPr>
          <a:xfrm>
            <a:off x="3260488" y="1266672"/>
            <a:ext cx="588962" cy="395998"/>
          </a:xfrm>
          <a:prstGeom prst="homePlate">
            <a:avLst>
              <a:gd name="adj" fmla="val 33163"/>
            </a:avLst>
          </a:prstGeom>
          <a:solidFill>
            <a:schemeClr val="accent1">
              <a:lumMod val="40000"/>
              <a:lumOff val="60000"/>
            </a:schemeClr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66D145FE-C816-4F54-940A-F26AB466B24F}"/>
              </a:ext>
            </a:extLst>
          </p:cNvPr>
          <p:cNvSpPr/>
          <p:nvPr/>
        </p:nvSpPr>
        <p:spPr>
          <a:xfrm>
            <a:off x="344488" y="1664760"/>
            <a:ext cx="2916000" cy="1872000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9ADF2B78-53FF-4BA3-BC93-207DE7F40390}"/>
              </a:ext>
            </a:extLst>
          </p:cNvPr>
          <p:cNvSpPr txBox="1"/>
          <p:nvPr/>
        </p:nvSpPr>
        <p:spPr>
          <a:xfrm>
            <a:off x="452176" y="1938695"/>
            <a:ext cx="270062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ja-JP" altLang="en-US" sz="110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○○○○○○○○○○○○○○○○○○○○○○○○○○○○○○○○○○○○○○○○○○○○○○○○○○○○○○○○○○○○○○○○○○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4A4C0D23-F38A-4D6A-8E92-353EF4590777}"/>
              </a:ext>
            </a:extLst>
          </p:cNvPr>
          <p:cNvSpPr/>
          <p:nvPr/>
        </p:nvSpPr>
        <p:spPr>
          <a:xfrm>
            <a:off x="344488" y="4581336"/>
            <a:ext cx="2916000" cy="1871335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7BFBC765-FD3C-444E-8A02-B2457C3B801E}"/>
              </a:ext>
            </a:extLst>
          </p:cNvPr>
          <p:cNvSpPr/>
          <p:nvPr/>
        </p:nvSpPr>
        <p:spPr>
          <a:xfrm>
            <a:off x="344488" y="1266671"/>
            <a:ext cx="2916000" cy="396000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8D9FBC41-3421-4FD9-BF0F-E737454EFAB8}"/>
              </a:ext>
            </a:extLst>
          </p:cNvPr>
          <p:cNvSpPr txBox="1"/>
          <p:nvPr/>
        </p:nvSpPr>
        <p:spPr>
          <a:xfrm>
            <a:off x="1154416" y="1310783"/>
            <a:ext cx="12961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○○○○○</a:t>
            </a:r>
            <a:endParaRPr lang="ja-JP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496EFA62-2D6E-44F9-B774-68F6FAA4FD19}"/>
              </a:ext>
            </a:extLst>
          </p:cNvPr>
          <p:cNvSpPr/>
          <p:nvPr/>
        </p:nvSpPr>
        <p:spPr>
          <a:xfrm>
            <a:off x="344488" y="4184737"/>
            <a:ext cx="2916000" cy="396000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B57C34E7-4552-4A2E-B58F-F071E72F5D6F}"/>
              </a:ext>
            </a:extLst>
          </p:cNvPr>
          <p:cNvSpPr txBox="1"/>
          <p:nvPr/>
        </p:nvSpPr>
        <p:spPr>
          <a:xfrm>
            <a:off x="1154416" y="4228849"/>
            <a:ext cx="12961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○○○○○</a:t>
            </a:r>
            <a:endParaRPr lang="ja-JP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矢印: 五方向 42">
            <a:extLst>
              <a:ext uri="{FF2B5EF4-FFF2-40B4-BE49-F238E27FC236}">
                <a16:creationId xmlns:a16="http://schemas.microsoft.com/office/drawing/2014/main" id="{FA347EF8-27B3-4590-ADC1-4B0FB375E76A}"/>
              </a:ext>
            </a:extLst>
          </p:cNvPr>
          <p:cNvSpPr/>
          <p:nvPr/>
        </p:nvSpPr>
        <p:spPr>
          <a:xfrm>
            <a:off x="344488" y="1266672"/>
            <a:ext cx="588962" cy="395998"/>
          </a:xfrm>
          <a:prstGeom prst="homePlate">
            <a:avLst>
              <a:gd name="adj" fmla="val 33163"/>
            </a:avLst>
          </a:prstGeom>
          <a:solidFill>
            <a:schemeClr val="accent1">
              <a:lumMod val="40000"/>
              <a:lumOff val="60000"/>
            </a:schemeClr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49" name="正方形/長方形 48">
            <a:extLst>
              <a:ext uri="{FF2B5EF4-FFF2-40B4-BE49-F238E27FC236}">
                <a16:creationId xmlns:a16="http://schemas.microsoft.com/office/drawing/2014/main" id="{C88E82A2-01BE-4D01-AEDA-1FFDC2CA8EEA}"/>
              </a:ext>
            </a:extLst>
          </p:cNvPr>
          <p:cNvSpPr/>
          <p:nvPr/>
        </p:nvSpPr>
        <p:spPr>
          <a:xfrm>
            <a:off x="344874" y="3536759"/>
            <a:ext cx="2917133" cy="64737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二等辺三角形 52">
            <a:extLst>
              <a:ext uri="{FF2B5EF4-FFF2-40B4-BE49-F238E27FC236}">
                <a16:creationId xmlns:a16="http://schemas.microsoft.com/office/drawing/2014/main" id="{4E2AA490-ECBF-4CBB-A45B-4E8BBB8A8C44}"/>
              </a:ext>
            </a:extLst>
          </p:cNvPr>
          <p:cNvSpPr/>
          <p:nvPr/>
        </p:nvSpPr>
        <p:spPr>
          <a:xfrm rot="10800000">
            <a:off x="466391" y="3628753"/>
            <a:ext cx="2686408" cy="464588"/>
          </a:xfrm>
          <a:prstGeom prst="triangl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2" name="矢印: 五方向 61">
            <a:extLst>
              <a:ext uri="{FF2B5EF4-FFF2-40B4-BE49-F238E27FC236}">
                <a16:creationId xmlns:a16="http://schemas.microsoft.com/office/drawing/2014/main" id="{B23CD885-50CD-4CC8-B0DA-BB1BF38A89B1}"/>
              </a:ext>
            </a:extLst>
          </p:cNvPr>
          <p:cNvSpPr/>
          <p:nvPr/>
        </p:nvSpPr>
        <p:spPr>
          <a:xfrm>
            <a:off x="344488" y="4184738"/>
            <a:ext cx="588962" cy="395998"/>
          </a:xfrm>
          <a:prstGeom prst="homePlate">
            <a:avLst>
              <a:gd name="adj" fmla="val 33163"/>
            </a:avLst>
          </a:prstGeom>
          <a:solidFill>
            <a:schemeClr val="accent1">
              <a:lumMod val="40000"/>
              <a:lumOff val="60000"/>
            </a:schemeClr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68" name="テキスト ボックス 67">
            <a:extLst>
              <a:ext uri="{FF2B5EF4-FFF2-40B4-BE49-F238E27FC236}">
                <a16:creationId xmlns:a16="http://schemas.microsoft.com/office/drawing/2014/main" id="{569EF426-27A2-42D9-AECC-386F04FA130A}"/>
              </a:ext>
            </a:extLst>
          </p:cNvPr>
          <p:cNvSpPr txBox="1"/>
          <p:nvPr/>
        </p:nvSpPr>
        <p:spPr>
          <a:xfrm>
            <a:off x="452176" y="4863654"/>
            <a:ext cx="270062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ja-JP" altLang="en-US" sz="110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○○○○○○○○○○○○○○○○○○○○○○○○○○○○○○○○○○○○○○○○○○○○○○○○○○○○○○○○○○○○○○○○○○</a:t>
            </a:r>
          </a:p>
        </p:txBody>
      </p:sp>
      <p:sp>
        <p:nvSpPr>
          <p:cNvPr id="73" name="テキスト ボックス 72">
            <a:extLst>
              <a:ext uri="{FF2B5EF4-FFF2-40B4-BE49-F238E27FC236}">
                <a16:creationId xmlns:a16="http://schemas.microsoft.com/office/drawing/2014/main" id="{108D7CC0-22DB-41A0-B85B-739D68481E1B}"/>
              </a:ext>
            </a:extLst>
          </p:cNvPr>
          <p:cNvSpPr txBox="1"/>
          <p:nvPr/>
        </p:nvSpPr>
        <p:spPr>
          <a:xfrm>
            <a:off x="3602688" y="1938695"/>
            <a:ext cx="270062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ja-JP" altLang="en-US" sz="110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○○○○○○○○○○○○○○○○○○○○○○○○○○○○○○○○○○○○○○○○○○○○○○○○○○○○○○○○○○○○○○○○○○</a:t>
            </a:r>
          </a:p>
        </p:txBody>
      </p:sp>
      <p:graphicFrame>
        <p:nvGraphicFramePr>
          <p:cNvPr id="2" name="図表 1">
            <a:extLst>
              <a:ext uri="{FF2B5EF4-FFF2-40B4-BE49-F238E27FC236}">
                <a16:creationId xmlns:a16="http://schemas.microsoft.com/office/drawing/2014/main" id="{818CF73C-9CBD-4473-A116-CDFB3D210F3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27245248"/>
              </p:ext>
            </p:extLst>
          </p:nvPr>
        </p:nvGraphicFramePr>
        <p:xfrm>
          <a:off x="3271485" y="3604049"/>
          <a:ext cx="3363030" cy="22420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5" name="正方形/長方形 74">
            <a:extLst>
              <a:ext uri="{FF2B5EF4-FFF2-40B4-BE49-F238E27FC236}">
                <a16:creationId xmlns:a16="http://schemas.microsoft.com/office/drawing/2014/main" id="{E6D2EF18-22EF-4333-9FDE-9AAF0FF79587}"/>
              </a:ext>
            </a:extLst>
          </p:cNvPr>
          <p:cNvSpPr/>
          <p:nvPr/>
        </p:nvSpPr>
        <p:spPr>
          <a:xfrm>
            <a:off x="6644040" y="1664760"/>
            <a:ext cx="2916000" cy="1872000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6" name="テキスト ボックス 75">
            <a:extLst>
              <a:ext uri="{FF2B5EF4-FFF2-40B4-BE49-F238E27FC236}">
                <a16:creationId xmlns:a16="http://schemas.microsoft.com/office/drawing/2014/main" id="{4259202D-FE19-4549-8218-BB2B2117A024}"/>
              </a:ext>
            </a:extLst>
          </p:cNvPr>
          <p:cNvSpPr txBox="1"/>
          <p:nvPr/>
        </p:nvSpPr>
        <p:spPr>
          <a:xfrm>
            <a:off x="6751728" y="1938695"/>
            <a:ext cx="270062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ja-JP" altLang="en-US" sz="110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○○○○○○○○○○○○○○○○○○○○○○○○○○○○○○○○○○○○○○○○○○○○○○○○○○○○○○○○○○○○○○○○○○</a:t>
            </a:r>
          </a:p>
        </p:txBody>
      </p:sp>
      <p:sp>
        <p:nvSpPr>
          <p:cNvPr id="77" name="正方形/長方形 76">
            <a:extLst>
              <a:ext uri="{FF2B5EF4-FFF2-40B4-BE49-F238E27FC236}">
                <a16:creationId xmlns:a16="http://schemas.microsoft.com/office/drawing/2014/main" id="{657E5050-8535-4305-B8DC-C4CF2052FB0C}"/>
              </a:ext>
            </a:extLst>
          </p:cNvPr>
          <p:cNvSpPr/>
          <p:nvPr/>
        </p:nvSpPr>
        <p:spPr>
          <a:xfrm>
            <a:off x="6644040" y="4581336"/>
            <a:ext cx="2916000" cy="1871335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8" name="正方形/長方形 77">
            <a:extLst>
              <a:ext uri="{FF2B5EF4-FFF2-40B4-BE49-F238E27FC236}">
                <a16:creationId xmlns:a16="http://schemas.microsoft.com/office/drawing/2014/main" id="{951138A2-EAC3-4520-98D5-59D174508A38}"/>
              </a:ext>
            </a:extLst>
          </p:cNvPr>
          <p:cNvSpPr/>
          <p:nvPr/>
        </p:nvSpPr>
        <p:spPr>
          <a:xfrm>
            <a:off x="6644040" y="1266671"/>
            <a:ext cx="2915179" cy="396000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9" name="テキスト ボックス 78">
            <a:extLst>
              <a:ext uri="{FF2B5EF4-FFF2-40B4-BE49-F238E27FC236}">
                <a16:creationId xmlns:a16="http://schemas.microsoft.com/office/drawing/2014/main" id="{E7CA0918-7DCC-4FAF-9A5A-508B73C5670D}"/>
              </a:ext>
            </a:extLst>
          </p:cNvPr>
          <p:cNvSpPr txBox="1"/>
          <p:nvPr/>
        </p:nvSpPr>
        <p:spPr>
          <a:xfrm>
            <a:off x="7453968" y="1310783"/>
            <a:ext cx="12961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○○○○○</a:t>
            </a:r>
            <a:endParaRPr lang="ja-JP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0" name="正方形/長方形 79">
            <a:extLst>
              <a:ext uri="{FF2B5EF4-FFF2-40B4-BE49-F238E27FC236}">
                <a16:creationId xmlns:a16="http://schemas.microsoft.com/office/drawing/2014/main" id="{2D3916B6-AF71-4654-9AA9-07A2662FCD06}"/>
              </a:ext>
            </a:extLst>
          </p:cNvPr>
          <p:cNvSpPr/>
          <p:nvPr/>
        </p:nvSpPr>
        <p:spPr>
          <a:xfrm>
            <a:off x="6644040" y="4184737"/>
            <a:ext cx="2916000" cy="396000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1" name="テキスト ボックス 80">
            <a:extLst>
              <a:ext uri="{FF2B5EF4-FFF2-40B4-BE49-F238E27FC236}">
                <a16:creationId xmlns:a16="http://schemas.microsoft.com/office/drawing/2014/main" id="{24EEDAE1-9E0E-4F5D-8F78-CF308383F0E0}"/>
              </a:ext>
            </a:extLst>
          </p:cNvPr>
          <p:cNvSpPr txBox="1"/>
          <p:nvPr/>
        </p:nvSpPr>
        <p:spPr>
          <a:xfrm>
            <a:off x="7453968" y="4228849"/>
            <a:ext cx="12961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○○○○○</a:t>
            </a:r>
            <a:endParaRPr lang="ja-JP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2" name="矢印: 五方向 81">
            <a:extLst>
              <a:ext uri="{FF2B5EF4-FFF2-40B4-BE49-F238E27FC236}">
                <a16:creationId xmlns:a16="http://schemas.microsoft.com/office/drawing/2014/main" id="{46F80C7D-F33C-4F72-B295-E899FAA082D8}"/>
              </a:ext>
            </a:extLst>
          </p:cNvPr>
          <p:cNvSpPr/>
          <p:nvPr/>
        </p:nvSpPr>
        <p:spPr>
          <a:xfrm>
            <a:off x="6644040" y="1266672"/>
            <a:ext cx="588962" cy="395998"/>
          </a:xfrm>
          <a:prstGeom prst="homePlate">
            <a:avLst>
              <a:gd name="adj" fmla="val 33163"/>
            </a:avLst>
          </a:prstGeom>
          <a:solidFill>
            <a:schemeClr val="accent1">
              <a:lumMod val="40000"/>
              <a:lumOff val="60000"/>
            </a:schemeClr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83" name="正方形/長方形 82">
            <a:extLst>
              <a:ext uri="{FF2B5EF4-FFF2-40B4-BE49-F238E27FC236}">
                <a16:creationId xmlns:a16="http://schemas.microsoft.com/office/drawing/2014/main" id="{A7C102C3-A346-4680-9F2B-88EC161E6012}"/>
              </a:ext>
            </a:extLst>
          </p:cNvPr>
          <p:cNvSpPr/>
          <p:nvPr/>
        </p:nvSpPr>
        <p:spPr>
          <a:xfrm>
            <a:off x="6644426" y="3536759"/>
            <a:ext cx="2915179" cy="64737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4" name="二等辺三角形 83">
            <a:extLst>
              <a:ext uri="{FF2B5EF4-FFF2-40B4-BE49-F238E27FC236}">
                <a16:creationId xmlns:a16="http://schemas.microsoft.com/office/drawing/2014/main" id="{FBFEC2BD-7D56-46C5-8F00-75FB2BD8F490}"/>
              </a:ext>
            </a:extLst>
          </p:cNvPr>
          <p:cNvSpPr/>
          <p:nvPr/>
        </p:nvSpPr>
        <p:spPr>
          <a:xfrm rot="10800000">
            <a:off x="6765943" y="3628753"/>
            <a:ext cx="2686408" cy="464588"/>
          </a:xfrm>
          <a:prstGeom prst="triangl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5" name="矢印: 五方向 84">
            <a:extLst>
              <a:ext uri="{FF2B5EF4-FFF2-40B4-BE49-F238E27FC236}">
                <a16:creationId xmlns:a16="http://schemas.microsoft.com/office/drawing/2014/main" id="{D1C7BAA4-36C2-4F02-900B-830C442A0C7A}"/>
              </a:ext>
            </a:extLst>
          </p:cNvPr>
          <p:cNvSpPr/>
          <p:nvPr/>
        </p:nvSpPr>
        <p:spPr>
          <a:xfrm>
            <a:off x="6644040" y="4184738"/>
            <a:ext cx="588962" cy="395998"/>
          </a:xfrm>
          <a:prstGeom prst="homePlate">
            <a:avLst>
              <a:gd name="adj" fmla="val 33163"/>
            </a:avLst>
          </a:prstGeom>
          <a:solidFill>
            <a:schemeClr val="accent1">
              <a:lumMod val="40000"/>
              <a:lumOff val="60000"/>
            </a:schemeClr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86" name="テキスト ボックス 85">
            <a:extLst>
              <a:ext uri="{FF2B5EF4-FFF2-40B4-BE49-F238E27FC236}">
                <a16:creationId xmlns:a16="http://schemas.microsoft.com/office/drawing/2014/main" id="{2D85CE49-056D-41E2-A3CC-C165EFB7DB8B}"/>
              </a:ext>
            </a:extLst>
          </p:cNvPr>
          <p:cNvSpPr txBox="1"/>
          <p:nvPr/>
        </p:nvSpPr>
        <p:spPr>
          <a:xfrm>
            <a:off x="6751728" y="4863654"/>
            <a:ext cx="270062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ja-JP" altLang="en-US" sz="110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○○○○○○○○○○○○○○○○○○○○○○○○○○○○○○○○○○○○○○○○○○○○○○○○○○○○○○○○○○○○○○○○○○</a:t>
            </a:r>
          </a:p>
        </p:txBody>
      </p:sp>
    </p:spTree>
    <p:extLst>
      <p:ext uri="{BB962C8B-B14F-4D97-AF65-F5344CB8AC3E}">
        <p14:creationId xmlns:p14="http://schemas.microsoft.com/office/powerpoint/2010/main" val="28773287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280</TotalTime>
  <Words>380</Words>
  <Application>Microsoft Office PowerPoint</Application>
  <PresentationFormat>A4 210 x 297 mm</PresentationFormat>
  <Paragraphs>22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7" baseType="lpstr">
      <vt:lpstr>游ゴシック</vt:lpstr>
      <vt:lpstr>游ゴシック Light</vt:lpstr>
      <vt:lpstr>Arial</vt:lpstr>
      <vt:lpstr>Calibri</vt:lpstr>
      <vt:lpstr>Calibri Light</vt:lpstr>
      <vt:lpstr>Office テーマ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渡辺克之</dc:creator>
  <cp:lastModifiedBy>WATANABE-note</cp:lastModifiedBy>
  <cp:revision>41</cp:revision>
  <dcterms:created xsi:type="dcterms:W3CDTF">2017-11-09T07:26:57Z</dcterms:created>
  <dcterms:modified xsi:type="dcterms:W3CDTF">2018-03-23T00:51:21Z</dcterms:modified>
</cp:coreProperties>
</file>