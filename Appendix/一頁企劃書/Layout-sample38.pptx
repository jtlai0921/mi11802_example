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1">
                  <a:tint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 1 四半期</c:v>
                </c:pt>
                <c:pt idx="1">
                  <c:v>第 2 四半期</c:v>
                </c:pt>
                <c:pt idx="2">
                  <c:v>第 3 四半期</c:v>
                </c:pt>
                <c:pt idx="3">
                  <c:v>第 4 四半期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D7-42BF-B59E-8CC323B6AC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5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ECF344-6E42-44F1-9CE7-D246931529E9}"/>
              </a:ext>
            </a:extLst>
          </p:cNvPr>
          <p:cNvSpPr/>
          <p:nvPr/>
        </p:nvSpPr>
        <p:spPr>
          <a:xfrm>
            <a:off x="273000" y="189948"/>
            <a:ext cx="9360000" cy="64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A93778-8238-496D-BD66-F31640581698}"/>
              </a:ext>
            </a:extLst>
          </p:cNvPr>
          <p:cNvSpPr txBox="1"/>
          <p:nvPr/>
        </p:nvSpPr>
        <p:spPr>
          <a:xfrm>
            <a:off x="1410926" y="267076"/>
            <a:ext cx="7084142" cy="50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DF2B78-53FF-4BA3-BC93-207DE7F40390}"/>
              </a:ext>
            </a:extLst>
          </p:cNvPr>
          <p:cNvSpPr txBox="1"/>
          <p:nvPr/>
        </p:nvSpPr>
        <p:spPr>
          <a:xfrm>
            <a:off x="1155168" y="1902318"/>
            <a:ext cx="2915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D9FBC41-3421-4FD9-BF0F-E737454EFAB8}"/>
              </a:ext>
            </a:extLst>
          </p:cNvPr>
          <p:cNvSpPr txBox="1"/>
          <p:nvPr/>
        </p:nvSpPr>
        <p:spPr>
          <a:xfrm>
            <a:off x="1913323" y="1406332"/>
            <a:ext cx="1399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92D85D7-200B-4EFA-AF5F-25F5D997900A}"/>
              </a:ext>
            </a:extLst>
          </p:cNvPr>
          <p:cNvSpPr/>
          <p:nvPr/>
        </p:nvSpPr>
        <p:spPr>
          <a:xfrm>
            <a:off x="272997" y="1072444"/>
            <a:ext cx="4680000" cy="558082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8CCA9CE-CC52-433C-8820-C67F132F28CD}"/>
              </a:ext>
            </a:extLst>
          </p:cNvPr>
          <p:cNvSpPr/>
          <p:nvPr/>
        </p:nvSpPr>
        <p:spPr>
          <a:xfrm>
            <a:off x="4952997" y="1072444"/>
            <a:ext cx="4679999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F64166D-327F-4A03-A290-6890A11FCED9}"/>
              </a:ext>
            </a:extLst>
          </p:cNvPr>
          <p:cNvSpPr txBox="1"/>
          <p:nvPr/>
        </p:nvSpPr>
        <p:spPr>
          <a:xfrm>
            <a:off x="5469114" y="1799237"/>
            <a:ext cx="2915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781729DF-96F0-471E-A4EA-32F98D26AFE5}"/>
              </a:ext>
            </a:extLst>
          </p:cNvPr>
          <p:cNvSpPr/>
          <p:nvPr/>
        </p:nvSpPr>
        <p:spPr>
          <a:xfrm>
            <a:off x="5109114" y="1072444"/>
            <a:ext cx="360000" cy="360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ja-JP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CC52C643-ED91-4C21-852D-676FD14CF5AF}"/>
              </a:ext>
            </a:extLst>
          </p:cNvPr>
          <p:cNvSpPr txBox="1"/>
          <p:nvPr/>
        </p:nvSpPr>
        <p:spPr>
          <a:xfrm>
            <a:off x="5625228" y="1098555"/>
            <a:ext cx="1399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A6B6562-CB78-404E-B4E0-A650E0C26E7E}"/>
              </a:ext>
            </a:extLst>
          </p:cNvPr>
          <p:cNvSpPr/>
          <p:nvPr/>
        </p:nvSpPr>
        <p:spPr>
          <a:xfrm>
            <a:off x="4953000" y="1432443"/>
            <a:ext cx="4680000" cy="1503698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458C6B0-5A71-40E6-9A04-BEE31C68F180}"/>
              </a:ext>
            </a:extLst>
          </p:cNvPr>
          <p:cNvSpPr/>
          <p:nvPr/>
        </p:nvSpPr>
        <p:spPr>
          <a:xfrm>
            <a:off x="4952997" y="2935806"/>
            <a:ext cx="4679999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601A2A7-048C-4395-B8E4-0900E58953B4}"/>
              </a:ext>
            </a:extLst>
          </p:cNvPr>
          <p:cNvSpPr txBox="1"/>
          <p:nvPr/>
        </p:nvSpPr>
        <p:spPr>
          <a:xfrm>
            <a:off x="5469114" y="3662599"/>
            <a:ext cx="2915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407E0E9D-3828-4DC3-9F37-6936CA7DB4F1}"/>
              </a:ext>
            </a:extLst>
          </p:cNvPr>
          <p:cNvSpPr/>
          <p:nvPr/>
        </p:nvSpPr>
        <p:spPr>
          <a:xfrm>
            <a:off x="5109114" y="2935806"/>
            <a:ext cx="360000" cy="360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ja-JP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02F4E9ED-2423-4C7A-936A-8AC28160260B}"/>
              </a:ext>
            </a:extLst>
          </p:cNvPr>
          <p:cNvSpPr txBox="1"/>
          <p:nvPr/>
        </p:nvSpPr>
        <p:spPr>
          <a:xfrm>
            <a:off x="5625228" y="2961917"/>
            <a:ext cx="1399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7F2B19D4-3D6E-4043-AA7B-F8D5BBCBF9E3}"/>
              </a:ext>
            </a:extLst>
          </p:cNvPr>
          <p:cNvSpPr/>
          <p:nvPr/>
        </p:nvSpPr>
        <p:spPr>
          <a:xfrm>
            <a:off x="4953000" y="3295805"/>
            <a:ext cx="4680000" cy="1503698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824DEBD4-4D39-40D5-AD6B-B3EAFAF6AA64}"/>
              </a:ext>
            </a:extLst>
          </p:cNvPr>
          <p:cNvSpPr/>
          <p:nvPr/>
        </p:nvSpPr>
        <p:spPr>
          <a:xfrm>
            <a:off x="4952997" y="4789566"/>
            <a:ext cx="4679999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1F90AE57-F625-43BE-9337-C1C412184575}"/>
              </a:ext>
            </a:extLst>
          </p:cNvPr>
          <p:cNvSpPr txBox="1"/>
          <p:nvPr/>
        </p:nvSpPr>
        <p:spPr>
          <a:xfrm>
            <a:off x="5469114" y="5516359"/>
            <a:ext cx="2915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8D29B4F0-CEDF-4D96-A939-FBD239E306A6}"/>
              </a:ext>
            </a:extLst>
          </p:cNvPr>
          <p:cNvSpPr/>
          <p:nvPr/>
        </p:nvSpPr>
        <p:spPr>
          <a:xfrm>
            <a:off x="5109114" y="4789566"/>
            <a:ext cx="360000" cy="360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1" lang="ja-JP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DC70632E-4927-4A0B-9004-E5B325BC3F54}"/>
              </a:ext>
            </a:extLst>
          </p:cNvPr>
          <p:cNvSpPr txBox="1"/>
          <p:nvPr/>
        </p:nvSpPr>
        <p:spPr>
          <a:xfrm>
            <a:off x="5625228" y="4815677"/>
            <a:ext cx="1399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22D4464-FEAC-49B9-B048-2FF6EEC75045}"/>
              </a:ext>
            </a:extLst>
          </p:cNvPr>
          <p:cNvSpPr/>
          <p:nvPr/>
        </p:nvSpPr>
        <p:spPr>
          <a:xfrm>
            <a:off x="4953000" y="5149565"/>
            <a:ext cx="4680000" cy="1503698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グラフ 8">
            <a:extLst>
              <a:ext uri="{FF2B5EF4-FFF2-40B4-BE49-F238E27FC236}">
                <a16:creationId xmlns:a16="http://schemas.microsoft.com/office/drawing/2014/main" id="{2942A151-C0C0-493B-B5EB-0EF6494DED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0255934"/>
              </p:ext>
            </p:extLst>
          </p:nvPr>
        </p:nvGraphicFramePr>
        <p:xfrm>
          <a:off x="385876" y="3108848"/>
          <a:ext cx="4454242" cy="2969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341</TotalTime>
  <Words>298</Words>
  <Application>Microsoft Office PowerPoint</Application>
  <PresentationFormat>A4 210 x 297 mm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45</cp:revision>
  <dcterms:created xsi:type="dcterms:W3CDTF">2017-11-09T07:26:57Z</dcterms:created>
  <dcterms:modified xsi:type="dcterms:W3CDTF">2018-03-03T00:37:08Z</dcterms:modified>
</cp:coreProperties>
</file>