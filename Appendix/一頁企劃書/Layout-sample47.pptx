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059D56-E2FC-4A41-A675-4D3DAF2936F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88C2BDC2-82CD-46BD-BA0E-C21E508BB9EC}">
      <dgm:prSet phldrT="[テキスト]"/>
      <dgm:spPr/>
      <dgm:t>
        <a:bodyPr/>
        <a:lstStyle/>
        <a:p>
          <a:r>
            <a:rPr kumimoji="1" lang="en-US" altLang="ja-JP" dirty="0"/>
            <a:t>AAAAA</a:t>
          </a:r>
          <a:endParaRPr kumimoji="1" lang="ja-JP" altLang="en-US" dirty="0"/>
        </a:p>
      </dgm:t>
    </dgm:pt>
    <dgm:pt modelId="{D0673451-D8E4-4302-ABBE-CB7B120CE15F}" type="parTrans" cxnId="{58B88660-817F-4131-9FBB-8E1ADCF8D246}">
      <dgm:prSet/>
      <dgm:spPr/>
      <dgm:t>
        <a:bodyPr/>
        <a:lstStyle/>
        <a:p>
          <a:endParaRPr kumimoji="1" lang="ja-JP" altLang="en-US"/>
        </a:p>
      </dgm:t>
    </dgm:pt>
    <dgm:pt modelId="{2A6D48DF-9241-4243-AC08-9D8EC5BFC171}" type="sibTrans" cxnId="{58B88660-817F-4131-9FBB-8E1ADCF8D246}">
      <dgm:prSet/>
      <dgm:spPr/>
      <dgm:t>
        <a:bodyPr/>
        <a:lstStyle/>
        <a:p>
          <a:endParaRPr kumimoji="1" lang="ja-JP" altLang="en-US"/>
        </a:p>
      </dgm:t>
    </dgm:pt>
    <dgm:pt modelId="{517DACF5-9350-48E8-85BA-F12185B5BD55}">
      <dgm:prSet phldrT="[テキスト]"/>
      <dgm:spPr/>
      <dgm:t>
        <a:bodyPr/>
        <a:lstStyle/>
        <a:p>
          <a:r>
            <a:rPr kumimoji="1" lang="en-US" altLang="ja-JP" dirty="0"/>
            <a:t>BBBBB</a:t>
          </a:r>
          <a:endParaRPr kumimoji="1" lang="ja-JP" altLang="en-US" dirty="0"/>
        </a:p>
      </dgm:t>
    </dgm:pt>
    <dgm:pt modelId="{71215E94-FC98-439D-83F7-0C200CCB21C6}" type="parTrans" cxnId="{65597AD1-B054-4DEE-B8D0-0FBBDF607FA6}">
      <dgm:prSet/>
      <dgm:spPr/>
      <dgm:t>
        <a:bodyPr/>
        <a:lstStyle/>
        <a:p>
          <a:endParaRPr kumimoji="1" lang="ja-JP" altLang="en-US"/>
        </a:p>
      </dgm:t>
    </dgm:pt>
    <dgm:pt modelId="{41AE9659-2B85-46F5-A833-D04308C21640}" type="sibTrans" cxnId="{65597AD1-B054-4DEE-B8D0-0FBBDF607FA6}">
      <dgm:prSet/>
      <dgm:spPr/>
      <dgm:t>
        <a:bodyPr/>
        <a:lstStyle/>
        <a:p>
          <a:endParaRPr kumimoji="1" lang="ja-JP" altLang="en-US"/>
        </a:p>
      </dgm:t>
    </dgm:pt>
    <dgm:pt modelId="{B6F9246B-FCD5-48AF-A5F1-02FBF3E8A796}">
      <dgm:prSet phldrT="[テキスト]"/>
      <dgm:spPr/>
      <dgm:t>
        <a:bodyPr/>
        <a:lstStyle/>
        <a:p>
          <a:r>
            <a:rPr kumimoji="1" lang="en-US" altLang="ja-JP" dirty="0"/>
            <a:t>CCCCC</a:t>
          </a:r>
          <a:endParaRPr kumimoji="1" lang="ja-JP" altLang="en-US" dirty="0"/>
        </a:p>
      </dgm:t>
    </dgm:pt>
    <dgm:pt modelId="{30B698E7-71AF-4651-97EB-069CC2395D60}" type="parTrans" cxnId="{529FDDBB-93C5-4F53-9EBD-9BBDAB7A62D0}">
      <dgm:prSet/>
      <dgm:spPr/>
      <dgm:t>
        <a:bodyPr/>
        <a:lstStyle/>
        <a:p>
          <a:endParaRPr kumimoji="1" lang="ja-JP" altLang="en-US"/>
        </a:p>
      </dgm:t>
    </dgm:pt>
    <dgm:pt modelId="{AFF9DFF6-6EB2-4445-95D2-F6B5380F712B}" type="sibTrans" cxnId="{529FDDBB-93C5-4F53-9EBD-9BBDAB7A62D0}">
      <dgm:prSet/>
      <dgm:spPr/>
      <dgm:t>
        <a:bodyPr/>
        <a:lstStyle/>
        <a:p>
          <a:endParaRPr kumimoji="1" lang="ja-JP" altLang="en-US"/>
        </a:p>
      </dgm:t>
    </dgm:pt>
    <dgm:pt modelId="{5CDC1054-2611-4EBE-9A2F-5899486FBA5F}" type="pres">
      <dgm:prSet presAssocID="{4A059D56-E2FC-4A41-A675-4D3DAF2936F7}" presName="Name0" presStyleCnt="0">
        <dgm:presLayoutVars>
          <dgm:dir/>
          <dgm:resizeHandles val="exact"/>
        </dgm:presLayoutVars>
      </dgm:prSet>
      <dgm:spPr/>
    </dgm:pt>
    <dgm:pt modelId="{03D8D47E-B9DD-47F6-A381-6BF81B9F34B1}" type="pres">
      <dgm:prSet presAssocID="{88C2BDC2-82CD-46BD-BA0E-C21E508BB9EC}" presName="parTxOnly" presStyleLbl="node1" presStyleIdx="0" presStyleCnt="3">
        <dgm:presLayoutVars>
          <dgm:bulletEnabled val="1"/>
        </dgm:presLayoutVars>
      </dgm:prSet>
      <dgm:spPr/>
    </dgm:pt>
    <dgm:pt modelId="{32A8DB8E-F59B-4010-9D73-45EF2BF645A8}" type="pres">
      <dgm:prSet presAssocID="{2A6D48DF-9241-4243-AC08-9D8EC5BFC171}" presName="parSpace" presStyleCnt="0"/>
      <dgm:spPr/>
    </dgm:pt>
    <dgm:pt modelId="{C3BBF80A-E4E7-4C82-AEF4-EED96F09EC98}" type="pres">
      <dgm:prSet presAssocID="{517DACF5-9350-48E8-85BA-F12185B5BD55}" presName="parTxOnly" presStyleLbl="node1" presStyleIdx="1" presStyleCnt="3">
        <dgm:presLayoutVars>
          <dgm:bulletEnabled val="1"/>
        </dgm:presLayoutVars>
      </dgm:prSet>
      <dgm:spPr/>
    </dgm:pt>
    <dgm:pt modelId="{671F5BA1-85D7-4F1D-A64D-9417D6C317EE}" type="pres">
      <dgm:prSet presAssocID="{41AE9659-2B85-46F5-A833-D04308C21640}" presName="parSpace" presStyleCnt="0"/>
      <dgm:spPr/>
    </dgm:pt>
    <dgm:pt modelId="{B36E48F2-1170-4B7C-95F5-D8B426D4F099}" type="pres">
      <dgm:prSet presAssocID="{B6F9246B-FCD5-48AF-A5F1-02FBF3E8A796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58B88660-817F-4131-9FBB-8E1ADCF8D246}" srcId="{4A059D56-E2FC-4A41-A675-4D3DAF2936F7}" destId="{88C2BDC2-82CD-46BD-BA0E-C21E508BB9EC}" srcOrd="0" destOrd="0" parTransId="{D0673451-D8E4-4302-ABBE-CB7B120CE15F}" sibTransId="{2A6D48DF-9241-4243-AC08-9D8EC5BFC171}"/>
    <dgm:cxn modelId="{2124D49C-BB18-4BAA-8E79-95ED24CC4D63}" type="presOf" srcId="{517DACF5-9350-48E8-85BA-F12185B5BD55}" destId="{C3BBF80A-E4E7-4C82-AEF4-EED96F09EC98}" srcOrd="0" destOrd="0" presId="urn:microsoft.com/office/officeart/2005/8/layout/hChevron3"/>
    <dgm:cxn modelId="{03418CA2-563D-4984-BC89-386C26043B3E}" type="presOf" srcId="{B6F9246B-FCD5-48AF-A5F1-02FBF3E8A796}" destId="{B36E48F2-1170-4B7C-95F5-D8B426D4F099}" srcOrd="0" destOrd="0" presId="urn:microsoft.com/office/officeart/2005/8/layout/hChevron3"/>
    <dgm:cxn modelId="{529FDDBB-93C5-4F53-9EBD-9BBDAB7A62D0}" srcId="{4A059D56-E2FC-4A41-A675-4D3DAF2936F7}" destId="{B6F9246B-FCD5-48AF-A5F1-02FBF3E8A796}" srcOrd="2" destOrd="0" parTransId="{30B698E7-71AF-4651-97EB-069CC2395D60}" sibTransId="{AFF9DFF6-6EB2-4445-95D2-F6B5380F712B}"/>
    <dgm:cxn modelId="{65597AD1-B054-4DEE-B8D0-0FBBDF607FA6}" srcId="{4A059D56-E2FC-4A41-A675-4D3DAF2936F7}" destId="{517DACF5-9350-48E8-85BA-F12185B5BD55}" srcOrd="1" destOrd="0" parTransId="{71215E94-FC98-439D-83F7-0C200CCB21C6}" sibTransId="{41AE9659-2B85-46F5-A833-D04308C21640}"/>
    <dgm:cxn modelId="{F09513F2-B843-4C8F-9776-5C2DF804C045}" type="presOf" srcId="{4A059D56-E2FC-4A41-A675-4D3DAF2936F7}" destId="{5CDC1054-2611-4EBE-9A2F-5899486FBA5F}" srcOrd="0" destOrd="0" presId="urn:microsoft.com/office/officeart/2005/8/layout/hChevron3"/>
    <dgm:cxn modelId="{6BE8F5FD-732E-4970-9AFE-5BC20EAB1307}" type="presOf" srcId="{88C2BDC2-82CD-46BD-BA0E-C21E508BB9EC}" destId="{03D8D47E-B9DD-47F6-A381-6BF81B9F34B1}" srcOrd="0" destOrd="0" presId="urn:microsoft.com/office/officeart/2005/8/layout/hChevron3"/>
    <dgm:cxn modelId="{DA668288-6993-4F45-AE06-1864C68CA665}" type="presParOf" srcId="{5CDC1054-2611-4EBE-9A2F-5899486FBA5F}" destId="{03D8D47E-B9DD-47F6-A381-6BF81B9F34B1}" srcOrd="0" destOrd="0" presId="urn:microsoft.com/office/officeart/2005/8/layout/hChevron3"/>
    <dgm:cxn modelId="{3D3E8326-B394-4799-ADC0-245792B442FA}" type="presParOf" srcId="{5CDC1054-2611-4EBE-9A2F-5899486FBA5F}" destId="{32A8DB8E-F59B-4010-9D73-45EF2BF645A8}" srcOrd="1" destOrd="0" presId="urn:microsoft.com/office/officeart/2005/8/layout/hChevron3"/>
    <dgm:cxn modelId="{31719037-1920-4EB3-9816-BC7FA2F5B8D8}" type="presParOf" srcId="{5CDC1054-2611-4EBE-9A2F-5899486FBA5F}" destId="{C3BBF80A-E4E7-4C82-AEF4-EED96F09EC98}" srcOrd="2" destOrd="0" presId="urn:microsoft.com/office/officeart/2005/8/layout/hChevron3"/>
    <dgm:cxn modelId="{96C74B72-2259-4FF1-934C-BCFBAD6BDBAE}" type="presParOf" srcId="{5CDC1054-2611-4EBE-9A2F-5899486FBA5F}" destId="{671F5BA1-85D7-4F1D-A64D-9417D6C317EE}" srcOrd="3" destOrd="0" presId="urn:microsoft.com/office/officeart/2005/8/layout/hChevron3"/>
    <dgm:cxn modelId="{F16A64D7-B701-4911-83A8-6F990FE5B11A}" type="presParOf" srcId="{5CDC1054-2611-4EBE-9A2F-5899486FBA5F}" destId="{B36E48F2-1170-4B7C-95F5-D8B426D4F099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D8D47E-B9DD-47F6-A381-6BF81B9F34B1}">
      <dsp:nvSpPr>
        <dsp:cNvPr id="0" name=""/>
        <dsp:cNvSpPr/>
      </dsp:nvSpPr>
      <dsp:spPr>
        <a:xfrm>
          <a:off x="1459" y="852078"/>
          <a:ext cx="1276657" cy="51066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346" tIns="50673" rIns="25337" bIns="5067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 dirty="0"/>
            <a:t>AAAAA</a:t>
          </a:r>
          <a:endParaRPr kumimoji="1" lang="ja-JP" altLang="en-US" sz="1900" kern="1200" dirty="0"/>
        </a:p>
      </dsp:txBody>
      <dsp:txXfrm>
        <a:off x="1459" y="852078"/>
        <a:ext cx="1148992" cy="510662"/>
      </dsp:txXfrm>
    </dsp:sp>
    <dsp:sp modelId="{C3BBF80A-E4E7-4C82-AEF4-EED96F09EC98}">
      <dsp:nvSpPr>
        <dsp:cNvPr id="0" name=""/>
        <dsp:cNvSpPr/>
      </dsp:nvSpPr>
      <dsp:spPr>
        <a:xfrm>
          <a:off x="1022785" y="852078"/>
          <a:ext cx="1276657" cy="5106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50673" rIns="25337" bIns="5067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 dirty="0"/>
            <a:t>BBBBB</a:t>
          </a:r>
          <a:endParaRPr kumimoji="1" lang="ja-JP" altLang="en-US" sz="1900" kern="1200" dirty="0"/>
        </a:p>
      </dsp:txBody>
      <dsp:txXfrm>
        <a:off x="1278116" y="852078"/>
        <a:ext cx="765995" cy="510662"/>
      </dsp:txXfrm>
    </dsp:sp>
    <dsp:sp modelId="{B36E48F2-1170-4B7C-95F5-D8B426D4F099}">
      <dsp:nvSpPr>
        <dsp:cNvPr id="0" name=""/>
        <dsp:cNvSpPr/>
      </dsp:nvSpPr>
      <dsp:spPr>
        <a:xfrm>
          <a:off x="2044111" y="852078"/>
          <a:ext cx="1276657" cy="5106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50673" rIns="25337" bIns="5067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900" kern="1200" dirty="0"/>
            <a:t>CCCCC</a:t>
          </a:r>
          <a:endParaRPr kumimoji="1" lang="ja-JP" altLang="en-US" sz="1900" kern="1200" dirty="0"/>
        </a:p>
      </dsp:txBody>
      <dsp:txXfrm>
        <a:off x="2299442" y="852078"/>
        <a:ext cx="765995" cy="5106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CECF344-6E42-44F1-9CE7-D246931529E9}"/>
              </a:ext>
            </a:extLst>
          </p:cNvPr>
          <p:cNvSpPr/>
          <p:nvPr/>
        </p:nvSpPr>
        <p:spPr>
          <a:xfrm>
            <a:off x="2612572" y="335777"/>
            <a:ext cx="6948940" cy="864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A93778-8238-496D-BD66-F31640581698}"/>
              </a:ext>
            </a:extLst>
          </p:cNvPr>
          <p:cNvSpPr txBox="1"/>
          <p:nvPr/>
        </p:nvSpPr>
        <p:spPr>
          <a:xfrm>
            <a:off x="2851266" y="524852"/>
            <a:ext cx="4981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4A4C0D23-F38A-4D6A-8E92-353EF4590777}"/>
              </a:ext>
            </a:extLst>
          </p:cNvPr>
          <p:cNvSpPr/>
          <p:nvPr/>
        </p:nvSpPr>
        <p:spPr>
          <a:xfrm>
            <a:off x="344488" y="4385458"/>
            <a:ext cx="4608000" cy="2067877"/>
          </a:xfrm>
          <a:prstGeom prst="homePlate">
            <a:avLst>
              <a:gd name="adj" fmla="val 10465"/>
            </a:avLst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四角形: メモ 45">
            <a:extLst>
              <a:ext uri="{FF2B5EF4-FFF2-40B4-BE49-F238E27FC236}">
                <a16:creationId xmlns:a16="http://schemas.microsoft.com/office/drawing/2014/main" id="{94383165-0C01-4CDE-BE92-3E740A12F1F2}"/>
              </a:ext>
            </a:extLst>
          </p:cNvPr>
          <p:cNvSpPr/>
          <p:nvPr/>
        </p:nvSpPr>
        <p:spPr>
          <a:xfrm>
            <a:off x="4953512" y="4385458"/>
            <a:ext cx="4608000" cy="2067877"/>
          </a:xfrm>
          <a:prstGeom prst="foldedCorner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0E9D18E1-39D9-4D8E-851D-7571FEEB911B}"/>
              </a:ext>
            </a:extLst>
          </p:cNvPr>
          <p:cNvSpPr txBox="1"/>
          <p:nvPr/>
        </p:nvSpPr>
        <p:spPr>
          <a:xfrm>
            <a:off x="1335898" y="4577753"/>
            <a:ext cx="2637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53" name="吹き出し: 四角形 52">
            <a:extLst>
              <a:ext uri="{FF2B5EF4-FFF2-40B4-BE49-F238E27FC236}">
                <a16:creationId xmlns:a16="http://schemas.microsoft.com/office/drawing/2014/main" id="{4E2AA490-ECBF-4CBB-A45B-4E8BBB8A8C44}"/>
              </a:ext>
            </a:extLst>
          </p:cNvPr>
          <p:cNvSpPr/>
          <p:nvPr/>
        </p:nvSpPr>
        <p:spPr>
          <a:xfrm>
            <a:off x="344488" y="1414464"/>
            <a:ext cx="9217024" cy="2664049"/>
          </a:xfrm>
          <a:prstGeom prst="wedgeRectCallout">
            <a:avLst>
              <a:gd name="adj1" fmla="val -19455"/>
              <a:gd name="adj2" fmla="val 60896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0711234D-8B78-43A4-8F7E-ED42E6352D55}"/>
              </a:ext>
            </a:extLst>
          </p:cNvPr>
          <p:cNvGrpSpPr/>
          <p:nvPr/>
        </p:nvGrpSpPr>
        <p:grpSpPr>
          <a:xfrm>
            <a:off x="633000" y="1701583"/>
            <a:ext cx="8640000" cy="2088000"/>
            <a:chOff x="633000" y="1782051"/>
            <a:chExt cx="8640000" cy="2088000"/>
          </a:xfrm>
        </p:grpSpPr>
        <p:sp>
          <p:nvSpPr>
            <p:cNvPr id="5" name="矢印: 五方向 4">
              <a:extLst>
                <a:ext uri="{FF2B5EF4-FFF2-40B4-BE49-F238E27FC236}">
                  <a16:creationId xmlns:a16="http://schemas.microsoft.com/office/drawing/2014/main" id="{66D145FE-C816-4F54-940A-F26AB466B24F}"/>
                </a:ext>
              </a:extLst>
            </p:cNvPr>
            <p:cNvSpPr/>
            <p:nvPr/>
          </p:nvSpPr>
          <p:spPr>
            <a:xfrm>
              <a:off x="633000" y="1782051"/>
              <a:ext cx="2880000" cy="2088000"/>
            </a:xfrm>
            <a:prstGeom prst="homePlate">
              <a:avLst>
                <a:gd name="adj" fmla="val 10151"/>
              </a:avLst>
            </a:prstGeom>
            <a:solidFill>
              <a:schemeClr val="bg1"/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四角形: メモ 17">
              <a:extLst>
                <a:ext uri="{FF2B5EF4-FFF2-40B4-BE49-F238E27FC236}">
                  <a16:creationId xmlns:a16="http://schemas.microsoft.com/office/drawing/2014/main" id="{5196DD3F-9E6F-433B-BDB1-4AD1A71C366D}"/>
                </a:ext>
              </a:extLst>
            </p:cNvPr>
            <p:cNvSpPr/>
            <p:nvPr/>
          </p:nvSpPr>
          <p:spPr>
            <a:xfrm>
              <a:off x="6393000" y="1782051"/>
              <a:ext cx="2880000" cy="2088000"/>
            </a:xfrm>
            <a:prstGeom prst="foldedCorner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矢印: 五方向 20">
              <a:extLst>
                <a:ext uri="{FF2B5EF4-FFF2-40B4-BE49-F238E27FC236}">
                  <a16:creationId xmlns:a16="http://schemas.microsoft.com/office/drawing/2014/main" id="{EEA538E2-04AF-4697-8898-CAC610800AEC}"/>
                </a:ext>
              </a:extLst>
            </p:cNvPr>
            <p:cNvSpPr/>
            <p:nvPr/>
          </p:nvSpPr>
          <p:spPr>
            <a:xfrm>
              <a:off x="3513000" y="1782051"/>
              <a:ext cx="2880000" cy="2088000"/>
            </a:xfrm>
            <a:prstGeom prst="homePlate">
              <a:avLst>
                <a:gd name="adj" fmla="val 10151"/>
              </a:avLst>
            </a:prstGeom>
            <a:solidFill>
              <a:schemeClr val="bg1"/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9ADF2B78-53FF-4BA3-BC93-207DE7F40390}"/>
                </a:ext>
              </a:extLst>
            </p:cNvPr>
            <p:cNvSpPr txBox="1"/>
            <p:nvPr/>
          </p:nvSpPr>
          <p:spPr>
            <a:xfrm>
              <a:off x="872201" y="2229691"/>
              <a:ext cx="2401598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○○○○○○○○○○○○○○○○○○○○○○○○○○○○○○○○○○○○○○○○○○○○○○○○○○○○○○○○○○○○○○○○○○</a:t>
              </a: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D0DEEFB3-F753-40E5-93FA-289F400CBCB4}"/>
                </a:ext>
              </a:extLst>
            </p:cNvPr>
            <p:cNvSpPr txBox="1"/>
            <p:nvPr/>
          </p:nvSpPr>
          <p:spPr>
            <a:xfrm>
              <a:off x="3752201" y="2229691"/>
              <a:ext cx="2401598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○○○○○○○○○○○○○○○○○○○○○○○○○○○○○○○○○○○○○○○○○○○○○○○○○○○○○○○○○○○○○○○○○○</a:t>
              </a: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30523532-1FCD-4667-892B-C4DDF169765D}"/>
                </a:ext>
              </a:extLst>
            </p:cNvPr>
            <p:cNvSpPr txBox="1"/>
            <p:nvPr/>
          </p:nvSpPr>
          <p:spPr>
            <a:xfrm>
              <a:off x="6632201" y="2229691"/>
              <a:ext cx="2401598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○○○○○○○○○○○○○○○○○○○○○○○○○○○○○○○○○○○○○○○○○○○○○○○○○○○○○○○○○○○○○○○○○○</a:t>
              </a:r>
            </a:p>
          </p:txBody>
        </p:sp>
      </p:grp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D14AF74-FEBD-4227-814A-F36A67C07085}"/>
              </a:ext>
            </a:extLst>
          </p:cNvPr>
          <p:cNvSpPr/>
          <p:nvPr/>
        </p:nvSpPr>
        <p:spPr>
          <a:xfrm>
            <a:off x="344488" y="335777"/>
            <a:ext cx="2268083" cy="432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99FFDE7-59B2-4D95-A552-58E385DE5F4D}"/>
              </a:ext>
            </a:extLst>
          </p:cNvPr>
          <p:cNvSpPr/>
          <p:nvPr/>
        </p:nvSpPr>
        <p:spPr>
          <a:xfrm>
            <a:off x="344488" y="768087"/>
            <a:ext cx="2268083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608B887-BE24-4360-9C78-46339943AFB4}"/>
              </a:ext>
            </a:extLst>
          </p:cNvPr>
          <p:cNvGrpSpPr/>
          <p:nvPr/>
        </p:nvGrpSpPr>
        <p:grpSpPr>
          <a:xfrm>
            <a:off x="5250333" y="4725200"/>
            <a:ext cx="4030906" cy="1107996"/>
            <a:chOff x="5347671" y="4674095"/>
            <a:chExt cx="4030906" cy="1107996"/>
          </a:xfrm>
        </p:grpSpPr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448A21DD-6677-46CD-9B2E-F5243B23884A}"/>
                </a:ext>
              </a:extLst>
            </p:cNvPr>
            <p:cNvSpPr txBox="1"/>
            <p:nvPr/>
          </p:nvSpPr>
          <p:spPr>
            <a:xfrm>
              <a:off x="5347671" y="4674095"/>
              <a:ext cx="1923986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○○○○○○○○○○○○○○○○○○○○○○○○○○○○○○○○○○○○○○○○○○○○○○○○○○○○○○○○○○○○○○○○○○</a:t>
              </a: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EBCEE27B-9B68-433F-A651-1A0FECC0ECA3}"/>
                </a:ext>
              </a:extLst>
            </p:cNvPr>
            <p:cNvSpPr txBox="1"/>
            <p:nvPr/>
          </p:nvSpPr>
          <p:spPr>
            <a:xfrm>
              <a:off x="7454591" y="4674095"/>
              <a:ext cx="1923986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○○○○○○○○○○○○○○○○○○○○○○○○○○○○○○○○○○○○○○○○○○○○○○○○○○○○○○○○○○○○○○○○○○</a:t>
              </a:r>
            </a:p>
          </p:txBody>
        </p:sp>
      </p:grpSp>
      <p:graphicFrame>
        <p:nvGraphicFramePr>
          <p:cNvPr id="10" name="図表 9">
            <a:extLst>
              <a:ext uri="{FF2B5EF4-FFF2-40B4-BE49-F238E27FC236}">
                <a16:creationId xmlns:a16="http://schemas.microsoft.com/office/drawing/2014/main" id="{81FD08A6-D11E-4DBE-8457-9EE2D983BD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9255511"/>
              </p:ext>
            </p:extLst>
          </p:nvPr>
        </p:nvGraphicFramePr>
        <p:xfrm>
          <a:off x="987373" y="4743415"/>
          <a:ext cx="3322229" cy="2214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3BC8769-157B-44B5-B602-F61D4ABDD31F}"/>
              </a:ext>
            </a:extLst>
          </p:cNvPr>
          <p:cNvSpPr txBox="1"/>
          <p:nvPr/>
        </p:nvSpPr>
        <p:spPr>
          <a:xfrm>
            <a:off x="744328" y="451213"/>
            <a:ext cx="14684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1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FFBCD70-DAEB-4127-B00D-ABA78693F617}"/>
              </a:ext>
            </a:extLst>
          </p:cNvPr>
          <p:cNvSpPr txBox="1"/>
          <p:nvPr/>
        </p:nvSpPr>
        <p:spPr>
          <a:xfrm>
            <a:off x="744328" y="851349"/>
            <a:ext cx="14684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1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311</TotalTime>
  <Words>419</Words>
  <Application>Microsoft Office PowerPoint</Application>
  <PresentationFormat>A4 210 x 297 mm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46</cp:revision>
  <dcterms:created xsi:type="dcterms:W3CDTF">2017-11-09T07:26:57Z</dcterms:created>
  <dcterms:modified xsi:type="dcterms:W3CDTF">2018-03-03T01:28:39Z</dcterms:modified>
</cp:coreProperties>
</file>