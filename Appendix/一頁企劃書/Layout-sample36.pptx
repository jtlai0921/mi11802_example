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16-4312-8647-465A1A30B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16-4312-8647-465A1A30B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9812592"/>
        <c:axId val="1956421728"/>
      </c:areaChart>
      <c:dateAx>
        <c:axId val="20598125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56421728"/>
        <c:crosses val="autoZero"/>
        <c:auto val="1"/>
        <c:lblOffset val="100"/>
        <c:baseTimeUnit val="days"/>
      </c:dateAx>
      <c:valAx>
        <c:axId val="1956421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8125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42AD39A-40F5-4851-9C4A-581083FE566B}"/>
              </a:ext>
            </a:extLst>
          </p:cNvPr>
          <p:cNvSpPr/>
          <p:nvPr/>
        </p:nvSpPr>
        <p:spPr>
          <a:xfrm>
            <a:off x="273144" y="188640"/>
            <a:ext cx="9359855" cy="6120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F9AD1A-A245-4452-8C7F-5A95D70546F3}"/>
              </a:ext>
            </a:extLst>
          </p:cNvPr>
          <p:cNvSpPr txBox="1"/>
          <p:nvPr/>
        </p:nvSpPr>
        <p:spPr>
          <a:xfrm>
            <a:off x="3321784" y="29458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7BAB844-36D6-4346-B65B-42CBC0FF31E9}"/>
              </a:ext>
            </a:extLst>
          </p:cNvPr>
          <p:cNvSpPr/>
          <p:nvPr/>
        </p:nvSpPr>
        <p:spPr>
          <a:xfrm>
            <a:off x="272035" y="1239576"/>
            <a:ext cx="3062096" cy="15228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BE9E3CB-03AE-47A4-992B-1A5D70C85C47}"/>
              </a:ext>
            </a:extLst>
          </p:cNvPr>
          <p:cNvSpPr txBox="1"/>
          <p:nvPr/>
        </p:nvSpPr>
        <p:spPr>
          <a:xfrm>
            <a:off x="602284" y="1563937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1DD28A8-FADF-4331-9EFD-E7CDB606B650}"/>
              </a:ext>
            </a:extLst>
          </p:cNvPr>
          <p:cNvSpPr/>
          <p:nvPr/>
        </p:nvSpPr>
        <p:spPr>
          <a:xfrm>
            <a:off x="535778" y="1060372"/>
            <a:ext cx="2534610" cy="3582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BDA52A6-1ADC-432A-A07C-253F56689F72}"/>
              </a:ext>
            </a:extLst>
          </p:cNvPr>
          <p:cNvSpPr txBox="1"/>
          <p:nvPr/>
        </p:nvSpPr>
        <p:spPr>
          <a:xfrm>
            <a:off x="1057141" y="1101021"/>
            <a:ext cx="149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1EB1428-89D5-404D-8EAC-B9D4A0F29B89}"/>
              </a:ext>
            </a:extLst>
          </p:cNvPr>
          <p:cNvSpPr/>
          <p:nvPr/>
        </p:nvSpPr>
        <p:spPr>
          <a:xfrm>
            <a:off x="3603230" y="1239576"/>
            <a:ext cx="6029769" cy="35659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8FD121A-3484-4FEB-94B8-32F30C542DA9}"/>
              </a:ext>
            </a:extLst>
          </p:cNvPr>
          <p:cNvSpPr/>
          <p:nvPr/>
        </p:nvSpPr>
        <p:spPr>
          <a:xfrm>
            <a:off x="272034" y="5146548"/>
            <a:ext cx="6029769" cy="15228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FA59BE5-4B4E-4203-B906-47DD5044F5E0}"/>
              </a:ext>
            </a:extLst>
          </p:cNvPr>
          <p:cNvSpPr txBox="1"/>
          <p:nvPr/>
        </p:nvSpPr>
        <p:spPr>
          <a:xfrm>
            <a:off x="602284" y="5470909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E26F9594-46D3-4E92-8DD9-94FD7604D862}"/>
              </a:ext>
            </a:extLst>
          </p:cNvPr>
          <p:cNvSpPr/>
          <p:nvPr/>
        </p:nvSpPr>
        <p:spPr>
          <a:xfrm>
            <a:off x="535778" y="4967344"/>
            <a:ext cx="2534610" cy="3582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0AAAAE3-8173-43EC-80CE-B82B92BA9745}"/>
              </a:ext>
            </a:extLst>
          </p:cNvPr>
          <p:cNvSpPr txBox="1"/>
          <p:nvPr/>
        </p:nvSpPr>
        <p:spPr>
          <a:xfrm>
            <a:off x="1057141" y="5007993"/>
            <a:ext cx="149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B2400BC-0703-410C-9AC3-86A896E3A8C2}"/>
              </a:ext>
            </a:extLst>
          </p:cNvPr>
          <p:cNvSpPr/>
          <p:nvPr/>
        </p:nvSpPr>
        <p:spPr>
          <a:xfrm>
            <a:off x="272035" y="3184394"/>
            <a:ext cx="3062096" cy="15228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D08D8B8-B5FD-4840-B21E-EE9BDC94C63C}"/>
              </a:ext>
            </a:extLst>
          </p:cNvPr>
          <p:cNvSpPr txBox="1"/>
          <p:nvPr/>
        </p:nvSpPr>
        <p:spPr>
          <a:xfrm>
            <a:off x="602284" y="3508755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FA5FDD47-2F77-4B02-A4DC-8E7909E42157}"/>
              </a:ext>
            </a:extLst>
          </p:cNvPr>
          <p:cNvSpPr/>
          <p:nvPr/>
        </p:nvSpPr>
        <p:spPr>
          <a:xfrm>
            <a:off x="535778" y="3005190"/>
            <a:ext cx="2534610" cy="3582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1FEC57A-9ED6-4EC5-A4C6-76203E6A3B63}"/>
              </a:ext>
            </a:extLst>
          </p:cNvPr>
          <p:cNvSpPr txBox="1"/>
          <p:nvPr/>
        </p:nvSpPr>
        <p:spPr>
          <a:xfrm>
            <a:off x="1057141" y="3045839"/>
            <a:ext cx="149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11B3D8B-21E8-4F42-9A19-E88B171592AA}"/>
              </a:ext>
            </a:extLst>
          </p:cNvPr>
          <p:cNvSpPr/>
          <p:nvPr/>
        </p:nvSpPr>
        <p:spPr>
          <a:xfrm>
            <a:off x="6565547" y="5145624"/>
            <a:ext cx="3062096" cy="15228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2363806-23F6-4D47-9BB0-CE3A19ACC296}"/>
              </a:ext>
            </a:extLst>
          </p:cNvPr>
          <p:cNvSpPr txBox="1"/>
          <p:nvPr/>
        </p:nvSpPr>
        <p:spPr>
          <a:xfrm>
            <a:off x="6895796" y="5469985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3AA3457A-6098-4E7A-88B6-366E73EE16D0}"/>
              </a:ext>
            </a:extLst>
          </p:cNvPr>
          <p:cNvSpPr/>
          <p:nvPr/>
        </p:nvSpPr>
        <p:spPr>
          <a:xfrm>
            <a:off x="6829290" y="4966420"/>
            <a:ext cx="2534610" cy="3582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9C781450-A10C-4AA7-84D6-457B1A175FB3}"/>
              </a:ext>
            </a:extLst>
          </p:cNvPr>
          <p:cNvSpPr txBox="1"/>
          <p:nvPr/>
        </p:nvSpPr>
        <p:spPr>
          <a:xfrm>
            <a:off x="7350653" y="5007069"/>
            <a:ext cx="149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19" name="フローチャート: 論理積ゲート 18">
            <a:extLst>
              <a:ext uri="{FF2B5EF4-FFF2-40B4-BE49-F238E27FC236}">
                <a16:creationId xmlns:a16="http://schemas.microsoft.com/office/drawing/2014/main" id="{30E7D728-66A5-4FD3-B73F-D8E8B0293879}"/>
              </a:ext>
            </a:extLst>
          </p:cNvPr>
          <p:cNvSpPr/>
          <p:nvPr/>
        </p:nvSpPr>
        <p:spPr>
          <a:xfrm flipH="1">
            <a:off x="535774" y="1057947"/>
            <a:ext cx="392914" cy="358298"/>
          </a:xfrm>
          <a:prstGeom prst="flowChartDelay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ja-JP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フローチャート: 論理積ゲート 77">
            <a:extLst>
              <a:ext uri="{FF2B5EF4-FFF2-40B4-BE49-F238E27FC236}">
                <a16:creationId xmlns:a16="http://schemas.microsoft.com/office/drawing/2014/main" id="{07E73B1D-A5A1-438D-9B74-F4E2C5496FF6}"/>
              </a:ext>
            </a:extLst>
          </p:cNvPr>
          <p:cNvSpPr/>
          <p:nvPr/>
        </p:nvSpPr>
        <p:spPr>
          <a:xfrm flipH="1">
            <a:off x="535774" y="3005792"/>
            <a:ext cx="392914" cy="358298"/>
          </a:xfrm>
          <a:prstGeom prst="flowChartDelay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ja-JP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フローチャート: 論理積ゲート 78">
            <a:extLst>
              <a:ext uri="{FF2B5EF4-FFF2-40B4-BE49-F238E27FC236}">
                <a16:creationId xmlns:a16="http://schemas.microsoft.com/office/drawing/2014/main" id="{38A8258F-DB9F-492A-A6D7-E6AB2F96DF01}"/>
              </a:ext>
            </a:extLst>
          </p:cNvPr>
          <p:cNvSpPr/>
          <p:nvPr/>
        </p:nvSpPr>
        <p:spPr>
          <a:xfrm flipH="1">
            <a:off x="535774" y="4968182"/>
            <a:ext cx="392914" cy="358298"/>
          </a:xfrm>
          <a:prstGeom prst="flowChartDelay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ja-JP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フローチャート: 論理積ゲート 79">
            <a:extLst>
              <a:ext uri="{FF2B5EF4-FFF2-40B4-BE49-F238E27FC236}">
                <a16:creationId xmlns:a16="http://schemas.microsoft.com/office/drawing/2014/main" id="{6FB0DA38-5494-4440-B799-59C32DEF9125}"/>
              </a:ext>
            </a:extLst>
          </p:cNvPr>
          <p:cNvSpPr/>
          <p:nvPr/>
        </p:nvSpPr>
        <p:spPr>
          <a:xfrm flipH="1">
            <a:off x="6838055" y="4968182"/>
            <a:ext cx="392914" cy="358298"/>
          </a:xfrm>
          <a:prstGeom prst="flowChartDelay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ja-JP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4344E54A-0D3D-4C92-A7BA-813BBE8CD1D6}"/>
              </a:ext>
            </a:extLst>
          </p:cNvPr>
          <p:cNvSpPr txBox="1"/>
          <p:nvPr/>
        </p:nvSpPr>
        <p:spPr>
          <a:xfrm>
            <a:off x="3452043" y="5470909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graphicFrame>
        <p:nvGraphicFramePr>
          <p:cNvPr id="22" name="グラフ 21">
            <a:extLst>
              <a:ext uri="{FF2B5EF4-FFF2-40B4-BE49-F238E27FC236}">
                <a16:creationId xmlns:a16="http://schemas.microsoft.com/office/drawing/2014/main" id="{DC84ABAF-8BE2-4B2C-B877-1F4441C713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544279"/>
              </p:ext>
            </p:extLst>
          </p:nvPr>
        </p:nvGraphicFramePr>
        <p:xfrm>
          <a:off x="4371534" y="1542514"/>
          <a:ext cx="4388026" cy="2925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366</Words>
  <Application>Microsoft Office PowerPoint</Application>
  <PresentationFormat>A4 210 x 297 mm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32</cp:revision>
  <dcterms:created xsi:type="dcterms:W3CDTF">2017-11-09T07:26:57Z</dcterms:created>
  <dcterms:modified xsi:type="dcterms:W3CDTF">2018-03-02T06:49:03Z</dcterms:modified>
</cp:coreProperties>
</file>