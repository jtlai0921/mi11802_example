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A955FCC-3CA2-4E08-A882-7ABED0087F38}"/>
              </a:ext>
            </a:extLst>
          </p:cNvPr>
          <p:cNvSpPr/>
          <p:nvPr/>
        </p:nvSpPr>
        <p:spPr>
          <a:xfrm>
            <a:off x="273000" y="189000"/>
            <a:ext cx="9360000" cy="72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638D461-0BC4-43D8-A1A2-47ACD735F518}"/>
              </a:ext>
            </a:extLst>
          </p:cNvPr>
          <p:cNvSpPr/>
          <p:nvPr/>
        </p:nvSpPr>
        <p:spPr>
          <a:xfrm>
            <a:off x="2122645" y="2978306"/>
            <a:ext cx="4940710" cy="1674000"/>
          </a:xfrm>
          <a:custGeom>
            <a:avLst/>
            <a:gdLst>
              <a:gd name="connsiteX0" fmla="*/ 0 w 6614497"/>
              <a:gd name="connsiteY0" fmla="*/ 0 h 2453863"/>
              <a:gd name="connsiteX1" fmla="*/ 6614497 w 6614497"/>
              <a:gd name="connsiteY1" fmla="*/ 0 h 2453863"/>
              <a:gd name="connsiteX2" fmla="*/ 6614497 w 6614497"/>
              <a:gd name="connsiteY2" fmla="*/ 2453863 h 2453863"/>
              <a:gd name="connsiteX3" fmla="*/ 0 w 6614497"/>
              <a:gd name="connsiteY3" fmla="*/ 2453863 h 2453863"/>
              <a:gd name="connsiteX4" fmla="*/ 0 w 6614497"/>
              <a:gd name="connsiteY4" fmla="*/ 0 h 2453863"/>
              <a:gd name="connsiteX0" fmla="*/ 0 w 6614497"/>
              <a:gd name="connsiteY0" fmla="*/ 16418 h 2470281"/>
              <a:gd name="connsiteX1" fmla="*/ 1831845 w 6614497"/>
              <a:gd name="connsiteY1" fmla="*/ 0 h 2470281"/>
              <a:gd name="connsiteX2" fmla="*/ 6614497 w 6614497"/>
              <a:gd name="connsiteY2" fmla="*/ 16418 h 2470281"/>
              <a:gd name="connsiteX3" fmla="*/ 6614497 w 6614497"/>
              <a:gd name="connsiteY3" fmla="*/ 2470281 h 2470281"/>
              <a:gd name="connsiteX4" fmla="*/ 0 w 6614497"/>
              <a:gd name="connsiteY4" fmla="*/ 2470281 h 2470281"/>
              <a:gd name="connsiteX5" fmla="*/ 0 w 6614497"/>
              <a:gd name="connsiteY5" fmla="*/ 16418 h 2470281"/>
              <a:gd name="connsiteX0" fmla="*/ 0 w 6614497"/>
              <a:gd name="connsiteY0" fmla="*/ 2470281 h 2470281"/>
              <a:gd name="connsiteX1" fmla="*/ 1831845 w 6614497"/>
              <a:gd name="connsiteY1" fmla="*/ 0 h 2470281"/>
              <a:gd name="connsiteX2" fmla="*/ 6614497 w 6614497"/>
              <a:gd name="connsiteY2" fmla="*/ 16418 h 2470281"/>
              <a:gd name="connsiteX3" fmla="*/ 6614497 w 6614497"/>
              <a:gd name="connsiteY3" fmla="*/ 2470281 h 2470281"/>
              <a:gd name="connsiteX4" fmla="*/ 0 w 6614497"/>
              <a:gd name="connsiteY4" fmla="*/ 2470281 h 2470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14497" h="2470281">
                <a:moveTo>
                  <a:pt x="0" y="2470281"/>
                </a:moveTo>
                <a:lnTo>
                  <a:pt x="1831845" y="0"/>
                </a:lnTo>
                <a:lnTo>
                  <a:pt x="6614497" y="16418"/>
                </a:lnTo>
                <a:lnTo>
                  <a:pt x="6614497" y="2470281"/>
                </a:lnTo>
                <a:lnTo>
                  <a:pt x="0" y="2470281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C16A8EA-6B59-438F-8420-04870D69CE4E}"/>
              </a:ext>
            </a:extLst>
          </p:cNvPr>
          <p:cNvSpPr/>
          <p:nvPr/>
        </p:nvSpPr>
        <p:spPr>
          <a:xfrm>
            <a:off x="273000" y="4869000"/>
            <a:ext cx="4536000" cy="180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5166C74-20AC-43F2-BAE4-30C177FE56F6}"/>
              </a:ext>
            </a:extLst>
          </p:cNvPr>
          <p:cNvSpPr/>
          <p:nvPr/>
        </p:nvSpPr>
        <p:spPr>
          <a:xfrm>
            <a:off x="7256206" y="1064212"/>
            <a:ext cx="2376794" cy="360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矢印: 五方向 10">
            <a:extLst>
              <a:ext uri="{FF2B5EF4-FFF2-40B4-BE49-F238E27FC236}">
                <a16:creationId xmlns:a16="http://schemas.microsoft.com/office/drawing/2014/main" id="{CEB789E5-95D9-4680-A763-F102B94E45F8}"/>
              </a:ext>
            </a:extLst>
          </p:cNvPr>
          <p:cNvSpPr/>
          <p:nvPr/>
        </p:nvSpPr>
        <p:spPr>
          <a:xfrm>
            <a:off x="272999" y="1101394"/>
            <a:ext cx="3030640" cy="3562818"/>
          </a:xfrm>
          <a:prstGeom prst="homePlate">
            <a:avLst>
              <a:gd name="adj" fmla="val 48543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正方形/長方形 4">
            <a:extLst>
              <a:ext uri="{FF2B5EF4-FFF2-40B4-BE49-F238E27FC236}">
                <a16:creationId xmlns:a16="http://schemas.microsoft.com/office/drawing/2014/main" id="{9287D0F8-050A-4013-AC92-6E0B2EC1B3DD}"/>
              </a:ext>
            </a:extLst>
          </p:cNvPr>
          <p:cNvSpPr/>
          <p:nvPr/>
        </p:nvSpPr>
        <p:spPr>
          <a:xfrm flipV="1">
            <a:off x="2122645" y="1087612"/>
            <a:ext cx="4940710" cy="1674000"/>
          </a:xfrm>
          <a:custGeom>
            <a:avLst/>
            <a:gdLst>
              <a:gd name="connsiteX0" fmla="*/ 0 w 6614497"/>
              <a:gd name="connsiteY0" fmla="*/ 0 h 2453863"/>
              <a:gd name="connsiteX1" fmla="*/ 6614497 w 6614497"/>
              <a:gd name="connsiteY1" fmla="*/ 0 h 2453863"/>
              <a:gd name="connsiteX2" fmla="*/ 6614497 w 6614497"/>
              <a:gd name="connsiteY2" fmla="*/ 2453863 h 2453863"/>
              <a:gd name="connsiteX3" fmla="*/ 0 w 6614497"/>
              <a:gd name="connsiteY3" fmla="*/ 2453863 h 2453863"/>
              <a:gd name="connsiteX4" fmla="*/ 0 w 6614497"/>
              <a:gd name="connsiteY4" fmla="*/ 0 h 2453863"/>
              <a:gd name="connsiteX0" fmla="*/ 0 w 6614497"/>
              <a:gd name="connsiteY0" fmla="*/ 16418 h 2470281"/>
              <a:gd name="connsiteX1" fmla="*/ 1831845 w 6614497"/>
              <a:gd name="connsiteY1" fmla="*/ 0 h 2470281"/>
              <a:gd name="connsiteX2" fmla="*/ 6614497 w 6614497"/>
              <a:gd name="connsiteY2" fmla="*/ 16418 h 2470281"/>
              <a:gd name="connsiteX3" fmla="*/ 6614497 w 6614497"/>
              <a:gd name="connsiteY3" fmla="*/ 2470281 h 2470281"/>
              <a:gd name="connsiteX4" fmla="*/ 0 w 6614497"/>
              <a:gd name="connsiteY4" fmla="*/ 2470281 h 2470281"/>
              <a:gd name="connsiteX5" fmla="*/ 0 w 6614497"/>
              <a:gd name="connsiteY5" fmla="*/ 16418 h 2470281"/>
              <a:gd name="connsiteX0" fmla="*/ 0 w 6614497"/>
              <a:gd name="connsiteY0" fmla="*/ 2470281 h 2470281"/>
              <a:gd name="connsiteX1" fmla="*/ 1831845 w 6614497"/>
              <a:gd name="connsiteY1" fmla="*/ 0 h 2470281"/>
              <a:gd name="connsiteX2" fmla="*/ 6614497 w 6614497"/>
              <a:gd name="connsiteY2" fmla="*/ 16418 h 2470281"/>
              <a:gd name="connsiteX3" fmla="*/ 6614497 w 6614497"/>
              <a:gd name="connsiteY3" fmla="*/ 2470281 h 2470281"/>
              <a:gd name="connsiteX4" fmla="*/ 0 w 6614497"/>
              <a:gd name="connsiteY4" fmla="*/ 2470281 h 2470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14497" h="2470281">
                <a:moveTo>
                  <a:pt x="0" y="2470281"/>
                </a:moveTo>
                <a:lnTo>
                  <a:pt x="1831845" y="0"/>
                </a:lnTo>
                <a:lnTo>
                  <a:pt x="6614497" y="16418"/>
                </a:lnTo>
                <a:lnTo>
                  <a:pt x="6614497" y="2470281"/>
                </a:lnTo>
                <a:lnTo>
                  <a:pt x="0" y="2470281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23A01AB-05AD-4F69-B282-6C2CADD6EE74}"/>
              </a:ext>
            </a:extLst>
          </p:cNvPr>
          <p:cNvSpPr/>
          <p:nvPr/>
        </p:nvSpPr>
        <p:spPr>
          <a:xfrm>
            <a:off x="5097000" y="4869000"/>
            <a:ext cx="4536000" cy="180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AFD3A70E-37DB-42B4-94AC-21535FF5DAAE}"/>
              </a:ext>
            </a:extLst>
          </p:cNvPr>
          <p:cNvSpPr/>
          <p:nvPr/>
        </p:nvSpPr>
        <p:spPr>
          <a:xfrm>
            <a:off x="3613354" y="2306006"/>
            <a:ext cx="3642852" cy="1116000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20BD6BF-DE26-4C96-A06F-C102EC292799}"/>
              </a:ext>
            </a:extLst>
          </p:cNvPr>
          <p:cNvSpPr txBox="1"/>
          <p:nvPr/>
        </p:nvSpPr>
        <p:spPr>
          <a:xfrm>
            <a:off x="1410929" y="289886"/>
            <a:ext cx="7084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2382EDA-908A-4451-A7E6-DA39ACD3CFE8}"/>
              </a:ext>
            </a:extLst>
          </p:cNvPr>
          <p:cNvSpPr txBox="1"/>
          <p:nvPr/>
        </p:nvSpPr>
        <p:spPr>
          <a:xfrm>
            <a:off x="1222336" y="5384279"/>
            <a:ext cx="26373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46E4733-BE52-4567-BF74-6CEB29BEDC4F}"/>
              </a:ext>
            </a:extLst>
          </p:cNvPr>
          <p:cNvSpPr txBox="1"/>
          <p:nvPr/>
        </p:nvSpPr>
        <p:spPr>
          <a:xfrm>
            <a:off x="6046336" y="5384279"/>
            <a:ext cx="26373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E340506-627B-4155-B8B9-E147E5733058}"/>
              </a:ext>
            </a:extLst>
          </p:cNvPr>
          <p:cNvSpPr/>
          <p:nvPr/>
        </p:nvSpPr>
        <p:spPr>
          <a:xfrm>
            <a:off x="272999" y="1101394"/>
            <a:ext cx="432000" cy="432000"/>
          </a:xfrm>
          <a:prstGeom prst="rect">
            <a:avLst/>
          </a:prstGeom>
          <a:solidFill>
            <a:schemeClr val="accent1"/>
          </a:solidFill>
          <a:ln w="381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bg1"/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F931E7A-2C36-4E69-8FE0-5E27E36DB68F}"/>
              </a:ext>
            </a:extLst>
          </p:cNvPr>
          <p:cNvSpPr/>
          <p:nvPr/>
        </p:nvSpPr>
        <p:spPr>
          <a:xfrm>
            <a:off x="7256206" y="1063800"/>
            <a:ext cx="432000" cy="432000"/>
          </a:xfrm>
          <a:prstGeom prst="rect">
            <a:avLst/>
          </a:prstGeom>
          <a:solidFill>
            <a:schemeClr val="accent1"/>
          </a:solidFill>
          <a:ln w="381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bg1"/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3A82D10-E0BB-43A6-BCBC-1F481703D899}"/>
              </a:ext>
            </a:extLst>
          </p:cNvPr>
          <p:cNvSpPr/>
          <p:nvPr/>
        </p:nvSpPr>
        <p:spPr>
          <a:xfrm>
            <a:off x="272999" y="4870437"/>
            <a:ext cx="432000" cy="432000"/>
          </a:xfrm>
          <a:prstGeom prst="rect">
            <a:avLst/>
          </a:prstGeom>
          <a:solidFill>
            <a:schemeClr val="accent1"/>
          </a:solidFill>
          <a:ln w="381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bg1"/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F7601D3-611F-457B-B612-45747E8FCE59}"/>
              </a:ext>
            </a:extLst>
          </p:cNvPr>
          <p:cNvSpPr/>
          <p:nvPr/>
        </p:nvSpPr>
        <p:spPr>
          <a:xfrm>
            <a:off x="5097000" y="4871231"/>
            <a:ext cx="432000" cy="432000"/>
          </a:xfrm>
          <a:prstGeom prst="rect">
            <a:avLst/>
          </a:prstGeom>
          <a:solidFill>
            <a:schemeClr val="accent1"/>
          </a:solidFill>
          <a:ln w="381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bg1"/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4DD622F-F7D6-4C92-863E-F70D2AD11C22}"/>
              </a:ext>
            </a:extLst>
          </p:cNvPr>
          <p:cNvSpPr txBox="1"/>
          <p:nvPr/>
        </p:nvSpPr>
        <p:spPr>
          <a:xfrm>
            <a:off x="505650" y="2417417"/>
            <a:ext cx="18163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5C8591C-F293-4CB3-904B-BAB17D1C9138}"/>
              </a:ext>
            </a:extLst>
          </p:cNvPr>
          <p:cNvSpPr txBox="1"/>
          <p:nvPr/>
        </p:nvSpPr>
        <p:spPr>
          <a:xfrm>
            <a:off x="7536430" y="2417417"/>
            <a:ext cx="18163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9468414-A377-419B-9846-F73A2D919744}"/>
              </a:ext>
            </a:extLst>
          </p:cNvPr>
          <p:cNvSpPr txBox="1"/>
          <p:nvPr/>
        </p:nvSpPr>
        <p:spPr>
          <a:xfrm>
            <a:off x="3290721" y="1406005"/>
            <a:ext cx="26045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4085383-9C96-483F-A804-9CFDF0E55886}"/>
              </a:ext>
            </a:extLst>
          </p:cNvPr>
          <p:cNvSpPr txBox="1"/>
          <p:nvPr/>
        </p:nvSpPr>
        <p:spPr>
          <a:xfrm>
            <a:off x="3290721" y="3583335"/>
            <a:ext cx="26045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29A9752-32E1-43B1-8984-287CDE7AA542}"/>
              </a:ext>
            </a:extLst>
          </p:cNvPr>
          <p:cNvSpPr txBox="1"/>
          <p:nvPr/>
        </p:nvSpPr>
        <p:spPr>
          <a:xfrm>
            <a:off x="3859663" y="2705950"/>
            <a:ext cx="2395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1400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</TotalTime>
  <Words>420</Words>
  <Application>Microsoft Office PowerPoint</Application>
  <PresentationFormat>A4 210 x 297 mm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31</cp:revision>
  <dcterms:created xsi:type="dcterms:W3CDTF">2017-11-09T07:26:57Z</dcterms:created>
  <dcterms:modified xsi:type="dcterms:W3CDTF">2018-03-23T00:30:49Z</dcterms:modified>
</cp:coreProperties>
</file>