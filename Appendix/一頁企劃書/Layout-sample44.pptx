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2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FF6C51-44BD-4667-AF4E-E51B60E7E1B4}" type="doc">
      <dgm:prSet loTypeId="urn:microsoft.com/office/officeart/2005/8/layout/venn1" loCatId="relationship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kumimoji="1" lang="ja-JP" altLang="en-US"/>
        </a:p>
      </dgm:t>
    </dgm:pt>
    <dgm:pt modelId="{E096E0F3-C553-4A2F-AF5B-923E0720CD3E}">
      <dgm:prSet phldrT="[テキスト]"/>
      <dgm:spPr/>
      <dgm:t>
        <a:bodyPr/>
        <a:lstStyle/>
        <a:p>
          <a:r>
            <a:rPr kumimoji="1" lang="en-US" altLang="ja-JP" dirty="0"/>
            <a:t>AAAAA</a:t>
          </a:r>
          <a:endParaRPr kumimoji="1" lang="ja-JP" altLang="en-US" dirty="0"/>
        </a:p>
      </dgm:t>
    </dgm:pt>
    <dgm:pt modelId="{0798A279-FCD3-4E0F-B637-1B42B74F6E07}" type="parTrans" cxnId="{6B554006-0FCE-440F-BEF8-63B75CA89151}">
      <dgm:prSet/>
      <dgm:spPr/>
      <dgm:t>
        <a:bodyPr/>
        <a:lstStyle/>
        <a:p>
          <a:endParaRPr kumimoji="1" lang="ja-JP" altLang="en-US"/>
        </a:p>
      </dgm:t>
    </dgm:pt>
    <dgm:pt modelId="{84BDEB26-30C8-4489-AC92-FE6B26D63337}" type="sibTrans" cxnId="{6B554006-0FCE-440F-BEF8-63B75CA89151}">
      <dgm:prSet/>
      <dgm:spPr/>
      <dgm:t>
        <a:bodyPr/>
        <a:lstStyle/>
        <a:p>
          <a:endParaRPr kumimoji="1" lang="ja-JP" altLang="en-US"/>
        </a:p>
      </dgm:t>
    </dgm:pt>
    <dgm:pt modelId="{4C4C8ECC-D664-4D08-B72C-4D67CD9540C5}">
      <dgm:prSet phldrT="[テキスト]"/>
      <dgm:spPr/>
      <dgm:t>
        <a:bodyPr/>
        <a:lstStyle/>
        <a:p>
          <a:r>
            <a:rPr kumimoji="1" lang="en-US" altLang="ja-JP" dirty="0"/>
            <a:t>BBBBB</a:t>
          </a:r>
          <a:endParaRPr kumimoji="1" lang="ja-JP" altLang="en-US" dirty="0"/>
        </a:p>
      </dgm:t>
    </dgm:pt>
    <dgm:pt modelId="{7630ABBE-6EB8-4CDD-BADA-AAD6DBDDE6E3}" type="parTrans" cxnId="{1219C7F4-50C9-4183-854D-160D93E14471}">
      <dgm:prSet/>
      <dgm:spPr/>
      <dgm:t>
        <a:bodyPr/>
        <a:lstStyle/>
        <a:p>
          <a:endParaRPr kumimoji="1" lang="ja-JP" altLang="en-US"/>
        </a:p>
      </dgm:t>
    </dgm:pt>
    <dgm:pt modelId="{FB9203F5-66B3-4F5F-BBBC-CA5A1494DD9A}" type="sibTrans" cxnId="{1219C7F4-50C9-4183-854D-160D93E14471}">
      <dgm:prSet/>
      <dgm:spPr/>
      <dgm:t>
        <a:bodyPr/>
        <a:lstStyle/>
        <a:p>
          <a:endParaRPr kumimoji="1" lang="ja-JP" altLang="en-US"/>
        </a:p>
      </dgm:t>
    </dgm:pt>
    <dgm:pt modelId="{5A481031-8EF9-4A79-9448-93BA9B1ADA1F}">
      <dgm:prSet phldrT="[テキスト]"/>
      <dgm:spPr/>
      <dgm:t>
        <a:bodyPr/>
        <a:lstStyle/>
        <a:p>
          <a:r>
            <a:rPr kumimoji="1" lang="en-US" altLang="ja-JP" dirty="0"/>
            <a:t>CCCCC</a:t>
          </a:r>
          <a:endParaRPr kumimoji="1" lang="ja-JP" altLang="en-US" dirty="0"/>
        </a:p>
      </dgm:t>
    </dgm:pt>
    <dgm:pt modelId="{F4B843E8-BCE7-414D-B93C-D3F5CEF227B9}" type="parTrans" cxnId="{7555F362-854B-407C-8F4B-F570B74028D2}">
      <dgm:prSet/>
      <dgm:spPr/>
      <dgm:t>
        <a:bodyPr/>
        <a:lstStyle/>
        <a:p>
          <a:endParaRPr kumimoji="1" lang="ja-JP" altLang="en-US"/>
        </a:p>
      </dgm:t>
    </dgm:pt>
    <dgm:pt modelId="{EFEE76C5-B7F1-4BBE-8B00-8D1A5E9589B9}" type="sibTrans" cxnId="{7555F362-854B-407C-8F4B-F570B74028D2}">
      <dgm:prSet/>
      <dgm:spPr/>
      <dgm:t>
        <a:bodyPr/>
        <a:lstStyle/>
        <a:p>
          <a:endParaRPr kumimoji="1" lang="ja-JP" altLang="en-US"/>
        </a:p>
      </dgm:t>
    </dgm:pt>
    <dgm:pt modelId="{09E4ADEF-2ADC-4127-9BA8-9D30676520D5}" type="pres">
      <dgm:prSet presAssocID="{64FF6C51-44BD-4667-AF4E-E51B60E7E1B4}" presName="compositeShape" presStyleCnt="0">
        <dgm:presLayoutVars>
          <dgm:chMax val="7"/>
          <dgm:dir/>
          <dgm:resizeHandles val="exact"/>
        </dgm:presLayoutVars>
      </dgm:prSet>
      <dgm:spPr/>
    </dgm:pt>
    <dgm:pt modelId="{430F0AAF-E5B1-4C61-91D3-D66A16CFB208}" type="pres">
      <dgm:prSet presAssocID="{E096E0F3-C553-4A2F-AF5B-923E0720CD3E}" presName="circ1" presStyleLbl="vennNode1" presStyleIdx="0" presStyleCnt="3"/>
      <dgm:spPr/>
    </dgm:pt>
    <dgm:pt modelId="{C73EBF2D-8F29-4314-BA31-9FCFF7F47C89}" type="pres">
      <dgm:prSet presAssocID="{E096E0F3-C553-4A2F-AF5B-923E0720CD3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F461C0A-4C27-4AF0-86DA-5D6066CA7D63}" type="pres">
      <dgm:prSet presAssocID="{4C4C8ECC-D664-4D08-B72C-4D67CD9540C5}" presName="circ2" presStyleLbl="vennNode1" presStyleIdx="1" presStyleCnt="3"/>
      <dgm:spPr/>
    </dgm:pt>
    <dgm:pt modelId="{064C466C-FA6F-4006-8A8A-35E6091EBA6C}" type="pres">
      <dgm:prSet presAssocID="{4C4C8ECC-D664-4D08-B72C-4D67CD9540C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AE4E9FC-8E19-44A9-BBB9-4176BEA25A31}" type="pres">
      <dgm:prSet presAssocID="{5A481031-8EF9-4A79-9448-93BA9B1ADA1F}" presName="circ3" presStyleLbl="vennNode1" presStyleIdx="2" presStyleCnt="3"/>
      <dgm:spPr/>
    </dgm:pt>
    <dgm:pt modelId="{56830B40-CEF7-415E-BFBA-13A6F81D5A8B}" type="pres">
      <dgm:prSet presAssocID="{5A481031-8EF9-4A79-9448-93BA9B1ADA1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6B554006-0FCE-440F-BEF8-63B75CA89151}" srcId="{64FF6C51-44BD-4667-AF4E-E51B60E7E1B4}" destId="{E096E0F3-C553-4A2F-AF5B-923E0720CD3E}" srcOrd="0" destOrd="0" parTransId="{0798A279-FCD3-4E0F-B637-1B42B74F6E07}" sibTransId="{84BDEB26-30C8-4489-AC92-FE6B26D63337}"/>
    <dgm:cxn modelId="{36C8A517-28D4-4B84-93AA-0036E38144B8}" type="presOf" srcId="{E096E0F3-C553-4A2F-AF5B-923E0720CD3E}" destId="{C73EBF2D-8F29-4314-BA31-9FCFF7F47C89}" srcOrd="1" destOrd="0" presId="urn:microsoft.com/office/officeart/2005/8/layout/venn1"/>
    <dgm:cxn modelId="{8CB7A225-2229-47AE-831B-1BF1296BD5E3}" type="presOf" srcId="{4C4C8ECC-D664-4D08-B72C-4D67CD9540C5}" destId="{2F461C0A-4C27-4AF0-86DA-5D6066CA7D63}" srcOrd="0" destOrd="0" presId="urn:microsoft.com/office/officeart/2005/8/layout/venn1"/>
    <dgm:cxn modelId="{7555F362-854B-407C-8F4B-F570B74028D2}" srcId="{64FF6C51-44BD-4667-AF4E-E51B60E7E1B4}" destId="{5A481031-8EF9-4A79-9448-93BA9B1ADA1F}" srcOrd="2" destOrd="0" parTransId="{F4B843E8-BCE7-414D-B93C-D3F5CEF227B9}" sibTransId="{EFEE76C5-B7F1-4BBE-8B00-8D1A5E9589B9}"/>
    <dgm:cxn modelId="{8179854E-95B8-45FF-8AB0-D34AA947266C}" type="presOf" srcId="{4C4C8ECC-D664-4D08-B72C-4D67CD9540C5}" destId="{064C466C-FA6F-4006-8A8A-35E6091EBA6C}" srcOrd="1" destOrd="0" presId="urn:microsoft.com/office/officeart/2005/8/layout/venn1"/>
    <dgm:cxn modelId="{E2EE4273-7658-4D7F-97CB-AFA8F6DB9A18}" type="presOf" srcId="{64FF6C51-44BD-4667-AF4E-E51B60E7E1B4}" destId="{09E4ADEF-2ADC-4127-9BA8-9D30676520D5}" srcOrd="0" destOrd="0" presId="urn:microsoft.com/office/officeart/2005/8/layout/venn1"/>
    <dgm:cxn modelId="{A4A4C189-2343-4BFA-A999-C7D89CD585C2}" type="presOf" srcId="{5A481031-8EF9-4A79-9448-93BA9B1ADA1F}" destId="{56830B40-CEF7-415E-BFBA-13A6F81D5A8B}" srcOrd="1" destOrd="0" presId="urn:microsoft.com/office/officeart/2005/8/layout/venn1"/>
    <dgm:cxn modelId="{E57FADAB-156B-4D43-AD19-E9836B70C82A}" type="presOf" srcId="{5A481031-8EF9-4A79-9448-93BA9B1ADA1F}" destId="{DAE4E9FC-8E19-44A9-BBB9-4176BEA25A31}" srcOrd="0" destOrd="0" presId="urn:microsoft.com/office/officeart/2005/8/layout/venn1"/>
    <dgm:cxn modelId="{ABC0D6E0-28D0-47B5-88E7-C4AF1E86F3B4}" type="presOf" srcId="{E096E0F3-C553-4A2F-AF5B-923E0720CD3E}" destId="{430F0AAF-E5B1-4C61-91D3-D66A16CFB208}" srcOrd="0" destOrd="0" presId="urn:microsoft.com/office/officeart/2005/8/layout/venn1"/>
    <dgm:cxn modelId="{1219C7F4-50C9-4183-854D-160D93E14471}" srcId="{64FF6C51-44BD-4667-AF4E-E51B60E7E1B4}" destId="{4C4C8ECC-D664-4D08-B72C-4D67CD9540C5}" srcOrd="1" destOrd="0" parTransId="{7630ABBE-6EB8-4CDD-BADA-AAD6DBDDE6E3}" sibTransId="{FB9203F5-66B3-4F5F-BBBC-CA5A1494DD9A}"/>
    <dgm:cxn modelId="{F011064F-0314-434C-95B9-7058C3935421}" type="presParOf" srcId="{09E4ADEF-2ADC-4127-9BA8-9D30676520D5}" destId="{430F0AAF-E5B1-4C61-91D3-D66A16CFB208}" srcOrd="0" destOrd="0" presId="urn:microsoft.com/office/officeart/2005/8/layout/venn1"/>
    <dgm:cxn modelId="{868FDE81-8D89-4F3B-9677-0DD3620B9B5E}" type="presParOf" srcId="{09E4ADEF-2ADC-4127-9BA8-9D30676520D5}" destId="{C73EBF2D-8F29-4314-BA31-9FCFF7F47C89}" srcOrd="1" destOrd="0" presId="urn:microsoft.com/office/officeart/2005/8/layout/venn1"/>
    <dgm:cxn modelId="{C926A67A-B11F-4B98-BC67-B8ECD99D9F13}" type="presParOf" srcId="{09E4ADEF-2ADC-4127-9BA8-9D30676520D5}" destId="{2F461C0A-4C27-4AF0-86DA-5D6066CA7D63}" srcOrd="2" destOrd="0" presId="urn:microsoft.com/office/officeart/2005/8/layout/venn1"/>
    <dgm:cxn modelId="{6DCAC336-FFF8-4FEA-A336-F55422ADA473}" type="presParOf" srcId="{09E4ADEF-2ADC-4127-9BA8-9D30676520D5}" destId="{064C466C-FA6F-4006-8A8A-35E6091EBA6C}" srcOrd="3" destOrd="0" presId="urn:microsoft.com/office/officeart/2005/8/layout/venn1"/>
    <dgm:cxn modelId="{755593D7-046F-4EFE-A9CE-EC9B9FBE866B}" type="presParOf" srcId="{09E4ADEF-2ADC-4127-9BA8-9D30676520D5}" destId="{DAE4E9FC-8E19-44A9-BBB9-4176BEA25A31}" srcOrd="4" destOrd="0" presId="urn:microsoft.com/office/officeart/2005/8/layout/venn1"/>
    <dgm:cxn modelId="{29E28A07-2BD5-486B-B08E-9764D37BD85C}" type="presParOf" srcId="{09E4ADEF-2ADC-4127-9BA8-9D30676520D5}" destId="{56830B40-CEF7-415E-BFBA-13A6F81D5A8B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F0AAF-E5B1-4C61-91D3-D66A16CFB208}">
      <dsp:nvSpPr>
        <dsp:cNvPr id="0" name=""/>
        <dsp:cNvSpPr/>
      </dsp:nvSpPr>
      <dsp:spPr>
        <a:xfrm>
          <a:off x="952178" y="26449"/>
          <a:ext cx="1269572" cy="1269572"/>
        </a:xfrm>
        <a:prstGeom prst="ellipse">
          <a:avLst/>
        </a:prstGeom>
        <a:solidFill>
          <a:schemeClr val="accent1">
            <a:shade val="80000"/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200" kern="1200" dirty="0"/>
            <a:t>AAAAA</a:t>
          </a:r>
          <a:endParaRPr kumimoji="1" lang="ja-JP" altLang="en-US" sz="2200" kern="1200" dirty="0"/>
        </a:p>
      </dsp:txBody>
      <dsp:txXfrm>
        <a:off x="1121455" y="248624"/>
        <a:ext cx="931019" cy="571307"/>
      </dsp:txXfrm>
    </dsp:sp>
    <dsp:sp modelId="{2F461C0A-4C27-4AF0-86DA-5D6066CA7D63}">
      <dsp:nvSpPr>
        <dsp:cNvPr id="0" name=""/>
        <dsp:cNvSpPr/>
      </dsp:nvSpPr>
      <dsp:spPr>
        <a:xfrm>
          <a:off x="1410282" y="819932"/>
          <a:ext cx="1269572" cy="1269572"/>
        </a:xfrm>
        <a:prstGeom prst="ellipse">
          <a:avLst/>
        </a:prstGeom>
        <a:solidFill>
          <a:schemeClr val="accent1">
            <a:shade val="80000"/>
            <a:alpha val="50000"/>
            <a:hueOff val="-5"/>
            <a:satOff val="1994"/>
            <a:lumOff val="2577"/>
            <a:alphaOff val="1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200" kern="1200" dirty="0"/>
            <a:t>BBBBB</a:t>
          </a:r>
          <a:endParaRPr kumimoji="1" lang="ja-JP" altLang="en-US" sz="2200" kern="1200" dirty="0"/>
        </a:p>
      </dsp:txBody>
      <dsp:txXfrm>
        <a:off x="1798560" y="1147905"/>
        <a:ext cx="761743" cy="698264"/>
      </dsp:txXfrm>
    </dsp:sp>
    <dsp:sp modelId="{DAE4E9FC-8E19-44A9-BBB9-4176BEA25A31}">
      <dsp:nvSpPr>
        <dsp:cNvPr id="0" name=""/>
        <dsp:cNvSpPr/>
      </dsp:nvSpPr>
      <dsp:spPr>
        <a:xfrm>
          <a:off x="494074" y="819932"/>
          <a:ext cx="1269572" cy="1269572"/>
        </a:xfrm>
        <a:prstGeom prst="ellipse">
          <a:avLst/>
        </a:prstGeom>
        <a:solidFill>
          <a:schemeClr val="accent1">
            <a:shade val="80000"/>
            <a:alpha val="50000"/>
            <a:hueOff val="-9"/>
            <a:satOff val="3987"/>
            <a:lumOff val="5154"/>
            <a:alphaOff val="3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200" kern="1200" dirty="0"/>
            <a:t>CCCCC</a:t>
          </a:r>
          <a:endParaRPr kumimoji="1" lang="ja-JP" altLang="en-US" sz="2200" kern="1200" dirty="0"/>
        </a:p>
      </dsp:txBody>
      <dsp:txXfrm>
        <a:off x="613626" y="1147905"/>
        <a:ext cx="761743" cy="6982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479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679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94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520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0068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65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403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392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81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78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929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1C766-2C73-4B5C-8B33-040095498423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99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200472" y="241304"/>
            <a:ext cx="9505056" cy="63651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200472" y="990423"/>
            <a:ext cx="3173930" cy="2520000"/>
          </a:xfrm>
          <a:prstGeom prst="rect">
            <a:avLst/>
          </a:prstGeom>
          <a:solidFill>
            <a:schemeClr val="bg1"/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00472" y="990423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3" name="正方形/長方形 42"/>
          <p:cNvSpPr/>
          <p:nvPr/>
        </p:nvSpPr>
        <p:spPr>
          <a:xfrm>
            <a:off x="3374402" y="990423"/>
            <a:ext cx="3173930" cy="2520000"/>
          </a:xfrm>
          <a:prstGeom prst="rect">
            <a:avLst/>
          </a:prstGeom>
          <a:solidFill>
            <a:schemeClr val="bg1"/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45" name="正方形/長方形 44"/>
          <p:cNvSpPr/>
          <p:nvPr/>
        </p:nvSpPr>
        <p:spPr>
          <a:xfrm>
            <a:off x="3374402" y="990423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2</a:t>
            </a:r>
            <a:endParaRPr lang="ja-JP" altLang="en-US" b="1" dirty="0">
              <a:solidFill>
                <a:schemeClr val="tx1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47" name="正方形/長方形 46"/>
          <p:cNvSpPr/>
          <p:nvPr/>
        </p:nvSpPr>
        <p:spPr>
          <a:xfrm>
            <a:off x="6531598" y="990423"/>
            <a:ext cx="3173930" cy="2520000"/>
          </a:xfrm>
          <a:prstGeom prst="rect">
            <a:avLst/>
          </a:prstGeom>
          <a:solidFill>
            <a:schemeClr val="bg1"/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49" name="正方形/長方形 48"/>
          <p:cNvSpPr/>
          <p:nvPr/>
        </p:nvSpPr>
        <p:spPr>
          <a:xfrm>
            <a:off x="6531598" y="990423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3</a:t>
            </a:r>
            <a:endParaRPr lang="ja-JP" altLang="en-US" b="1" dirty="0">
              <a:solidFill>
                <a:schemeClr val="tx1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3" name="二等辺三角形 2"/>
          <p:cNvSpPr/>
          <p:nvPr/>
        </p:nvSpPr>
        <p:spPr>
          <a:xfrm flipV="1">
            <a:off x="200472" y="3510423"/>
            <a:ext cx="9505056" cy="749119"/>
          </a:xfrm>
          <a:prstGeom prst="triangle">
            <a:avLst/>
          </a:prstGeom>
          <a:solidFill>
            <a:schemeClr val="bg1"/>
          </a:solidFill>
          <a:ln w="38100" cap="flat">
            <a:solidFill>
              <a:schemeClr val="accent1">
                <a:lumMod val="60000"/>
                <a:lumOff val="40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42" name="正方形/長方形 41"/>
          <p:cNvSpPr/>
          <p:nvPr/>
        </p:nvSpPr>
        <p:spPr>
          <a:xfrm>
            <a:off x="200472" y="4096697"/>
            <a:ext cx="9505056" cy="2520000"/>
          </a:xfrm>
          <a:prstGeom prst="rect">
            <a:avLst/>
          </a:prstGeom>
          <a:solidFill>
            <a:schemeClr val="bg1"/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51" name="正方形/長方形 50"/>
          <p:cNvSpPr/>
          <p:nvPr/>
        </p:nvSpPr>
        <p:spPr>
          <a:xfrm>
            <a:off x="200472" y="4096697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4</a:t>
            </a:r>
            <a:endParaRPr lang="ja-JP" altLang="en-US" b="1" dirty="0">
              <a:solidFill>
                <a:schemeClr val="tx1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55" name="正方形/長方形 54"/>
          <p:cNvSpPr/>
          <p:nvPr/>
        </p:nvSpPr>
        <p:spPr>
          <a:xfrm>
            <a:off x="6531598" y="4096697"/>
            <a:ext cx="3173930" cy="2520000"/>
          </a:xfrm>
          <a:prstGeom prst="rect">
            <a:avLst/>
          </a:prstGeom>
          <a:solidFill>
            <a:schemeClr val="bg1"/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57" name="正方形/長方形 56"/>
          <p:cNvSpPr/>
          <p:nvPr/>
        </p:nvSpPr>
        <p:spPr>
          <a:xfrm>
            <a:off x="6531598" y="4100752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5</a:t>
            </a:r>
            <a:endParaRPr lang="ja-JP" altLang="en-US" b="1" dirty="0">
              <a:solidFill>
                <a:schemeClr val="tx1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FB67F92-0A09-4E4A-9EFC-EDB79EA9F1D3}"/>
              </a:ext>
            </a:extLst>
          </p:cNvPr>
          <p:cNvSpPr txBox="1"/>
          <p:nvPr/>
        </p:nvSpPr>
        <p:spPr>
          <a:xfrm>
            <a:off x="1419296" y="404149"/>
            <a:ext cx="7084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98898E3-73F9-4E38-8F25-5E4DD5B7FB42}"/>
              </a:ext>
            </a:extLst>
          </p:cNvPr>
          <p:cNvSpPr txBox="1"/>
          <p:nvPr/>
        </p:nvSpPr>
        <p:spPr>
          <a:xfrm>
            <a:off x="649206" y="1108356"/>
            <a:ext cx="2504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  <a:endParaRPr lang="en-US" altLang="ja-JP" sz="1100" spc="-150" dirty="0"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graphicFrame>
        <p:nvGraphicFramePr>
          <p:cNvPr id="8" name="図表 7">
            <a:extLst>
              <a:ext uri="{FF2B5EF4-FFF2-40B4-BE49-F238E27FC236}">
                <a16:creationId xmlns:a16="http://schemas.microsoft.com/office/drawing/2014/main" id="{8ED7D310-FCDF-4C6D-AFAE-9D76F31E87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0377992"/>
              </p:ext>
            </p:extLst>
          </p:nvPr>
        </p:nvGraphicFramePr>
        <p:xfrm>
          <a:off x="2864768" y="4343633"/>
          <a:ext cx="3173930" cy="2115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F1533C71-2A3E-421D-AEDD-33AAF6F90D9A}"/>
              </a:ext>
            </a:extLst>
          </p:cNvPr>
          <p:cNvSpPr txBox="1"/>
          <p:nvPr/>
        </p:nvSpPr>
        <p:spPr>
          <a:xfrm>
            <a:off x="452620" y="1767877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E530630-DDEE-4C9F-B5E5-A1F79F108568}"/>
              </a:ext>
            </a:extLst>
          </p:cNvPr>
          <p:cNvSpPr txBox="1"/>
          <p:nvPr/>
        </p:nvSpPr>
        <p:spPr>
          <a:xfrm>
            <a:off x="3608601" y="1767877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CCEC359-B92F-452A-99AA-B7949C5820FF}"/>
              </a:ext>
            </a:extLst>
          </p:cNvPr>
          <p:cNvSpPr txBox="1"/>
          <p:nvPr/>
        </p:nvSpPr>
        <p:spPr>
          <a:xfrm>
            <a:off x="6765797" y="1767877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AA33899-FBF7-4EE5-A9DE-AACDCB4F087E}"/>
              </a:ext>
            </a:extLst>
          </p:cNvPr>
          <p:cNvSpPr txBox="1"/>
          <p:nvPr/>
        </p:nvSpPr>
        <p:spPr>
          <a:xfrm>
            <a:off x="452620" y="4919063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806CAC3-2791-4A1D-8707-9AF36D1146A6}"/>
              </a:ext>
            </a:extLst>
          </p:cNvPr>
          <p:cNvSpPr txBox="1"/>
          <p:nvPr/>
        </p:nvSpPr>
        <p:spPr>
          <a:xfrm>
            <a:off x="6765797" y="4919063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46AAA78-292B-4478-93DB-62D1255823B4}"/>
              </a:ext>
            </a:extLst>
          </p:cNvPr>
          <p:cNvSpPr txBox="1"/>
          <p:nvPr/>
        </p:nvSpPr>
        <p:spPr>
          <a:xfrm>
            <a:off x="3823136" y="1108356"/>
            <a:ext cx="2504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  <a:endParaRPr lang="en-US" altLang="ja-JP" sz="1100" spc="-150" dirty="0"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CF3CC68-60F6-4CAF-A035-7053C25D520E}"/>
              </a:ext>
            </a:extLst>
          </p:cNvPr>
          <p:cNvSpPr txBox="1"/>
          <p:nvPr/>
        </p:nvSpPr>
        <p:spPr>
          <a:xfrm>
            <a:off x="6962383" y="1108356"/>
            <a:ext cx="2504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  <a:endParaRPr lang="en-US" altLang="ja-JP" sz="1100" spc="-150" dirty="0"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268EC44D-8743-4E5A-88FA-981BA163D352}"/>
              </a:ext>
            </a:extLst>
          </p:cNvPr>
          <p:cNvSpPr txBox="1"/>
          <p:nvPr/>
        </p:nvSpPr>
        <p:spPr>
          <a:xfrm>
            <a:off x="649206" y="4196797"/>
            <a:ext cx="2504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  <a:endParaRPr lang="en-US" altLang="ja-JP" sz="1100" spc="-150" dirty="0"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C0185D59-9FDF-4B6F-8D73-F9C397BD13EF}"/>
              </a:ext>
            </a:extLst>
          </p:cNvPr>
          <p:cNvSpPr txBox="1"/>
          <p:nvPr/>
        </p:nvSpPr>
        <p:spPr>
          <a:xfrm>
            <a:off x="6962383" y="4212828"/>
            <a:ext cx="2504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  <a:endParaRPr lang="en-US" altLang="ja-JP" sz="1100" spc="-150" dirty="0"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C8415786-B9E2-4CDC-96C6-521CE6EDD5B1}"/>
              </a:ext>
            </a:extLst>
          </p:cNvPr>
          <p:cNvSpPr txBox="1"/>
          <p:nvPr/>
        </p:nvSpPr>
        <p:spPr>
          <a:xfrm>
            <a:off x="3700981" y="3628356"/>
            <a:ext cx="2504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spc="-15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  <a:endParaRPr lang="en-US" altLang="ja-JP" sz="1600" spc="-150" dirty="0"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275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408</Words>
  <Application>Microsoft Office PowerPoint</Application>
  <PresentationFormat>A4 210 x 297 mm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游ゴシック</vt:lpstr>
      <vt:lpstr>Arial</vt:lpstr>
      <vt:lpstr>Calibri</vt:lpstr>
      <vt:lpstr>Office ​​テーマ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WATANABE-note</cp:lastModifiedBy>
  <cp:revision>16</cp:revision>
  <dcterms:created xsi:type="dcterms:W3CDTF">2013-03-15T01:14:16Z</dcterms:created>
  <dcterms:modified xsi:type="dcterms:W3CDTF">2018-03-03T01:30:57Z</dcterms:modified>
</cp:coreProperties>
</file>