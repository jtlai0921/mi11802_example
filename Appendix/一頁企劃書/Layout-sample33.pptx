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D9-4506-8661-D3B20EA6DF49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D9-4506-8661-D3B20EA6DF49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D9-4506-8661-D3B20EA6DF49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D9-4506-8661-D3B20EA6DF49}"/>
              </c:ext>
            </c:extLst>
          </c:dPt>
          <c:cat>
            <c:strRef>
              <c:f>Sheet1!$A$2:$A$5</c:f>
              <c:strCache>
                <c:ptCount val="4"/>
                <c:pt idx="0">
                  <c:v>第 1 四半期</c:v>
                </c:pt>
                <c:pt idx="1">
                  <c:v>第 2 四半期</c:v>
                </c:pt>
                <c:pt idx="2">
                  <c:v>第 3 四半期</c:v>
                </c:pt>
                <c:pt idx="3">
                  <c:v>第 4 四半期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38-4F09-A7B6-DB0BCB111D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929" y="330333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F802BDE-D1E0-4839-8AEC-2AD0C96DA75F}"/>
              </a:ext>
            </a:extLst>
          </p:cNvPr>
          <p:cNvSpPr/>
          <p:nvPr/>
        </p:nvSpPr>
        <p:spPr>
          <a:xfrm>
            <a:off x="487997" y="1046581"/>
            <a:ext cx="4320000" cy="255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0BB313E-0AC8-4D10-9748-D37C268FA7B1}"/>
              </a:ext>
            </a:extLst>
          </p:cNvPr>
          <p:cNvSpPr/>
          <p:nvPr/>
        </p:nvSpPr>
        <p:spPr>
          <a:xfrm>
            <a:off x="484949" y="1046581"/>
            <a:ext cx="391492" cy="2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FF33D83-5275-4DF1-BDEB-0AD82A023D1A}"/>
              </a:ext>
            </a:extLst>
          </p:cNvPr>
          <p:cNvSpPr txBox="1"/>
          <p:nvPr/>
        </p:nvSpPr>
        <p:spPr>
          <a:xfrm>
            <a:off x="480640" y="1624824"/>
            <a:ext cx="400110" cy="13995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8E47A26A-9DBB-4312-A8DF-AE5B3AD60F01}"/>
              </a:ext>
            </a:extLst>
          </p:cNvPr>
          <p:cNvSpPr txBox="1"/>
          <p:nvPr/>
        </p:nvSpPr>
        <p:spPr>
          <a:xfrm>
            <a:off x="1306417" y="1601306"/>
            <a:ext cx="28536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  <a:endParaRPr lang="en-US" altLang="ja-JP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4D261706-2141-4CBD-880E-0D31BEFA7804}"/>
              </a:ext>
            </a:extLst>
          </p:cNvPr>
          <p:cNvSpPr/>
          <p:nvPr/>
        </p:nvSpPr>
        <p:spPr>
          <a:xfrm rot="5400000">
            <a:off x="4169261" y="2216581"/>
            <a:ext cx="1548000" cy="216000"/>
          </a:xfrm>
          <a:prstGeom prst="triangl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二等辺三角形 19">
            <a:extLst>
              <a:ext uri="{FF2B5EF4-FFF2-40B4-BE49-F238E27FC236}">
                <a16:creationId xmlns:a16="http://schemas.microsoft.com/office/drawing/2014/main" id="{F56CDE82-19EB-4388-820C-9B2A0725F475}"/>
              </a:ext>
            </a:extLst>
          </p:cNvPr>
          <p:cNvSpPr/>
          <p:nvPr/>
        </p:nvSpPr>
        <p:spPr>
          <a:xfrm rot="5400000">
            <a:off x="4129988" y="2216581"/>
            <a:ext cx="1548000" cy="216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B001A3A-4A92-4CD2-943E-0D13E1007E9C}"/>
              </a:ext>
            </a:extLst>
          </p:cNvPr>
          <p:cNvSpPr/>
          <p:nvPr/>
        </p:nvSpPr>
        <p:spPr>
          <a:xfrm>
            <a:off x="5105361" y="1046581"/>
            <a:ext cx="4320000" cy="255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9EF0F0E-F21B-4497-914D-8A5E76F91F6B}"/>
              </a:ext>
            </a:extLst>
          </p:cNvPr>
          <p:cNvSpPr/>
          <p:nvPr/>
        </p:nvSpPr>
        <p:spPr>
          <a:xfrm>
            <a:off x="5102313" y="1046581"/>
            <a:ext cx="391492" cy="2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0392BD2-A35A-41F6-BBD5-D2B5D92C05E5}"/>
              </a:ext>
            </a:extLst>
          </p:cNvPr>
          <p:cNvSpPr txBox="1"/>
          <p:nvPr/>
        </p:nvSpPr>
        <p:spPr>
          <a:xfrm>
            <a:off x="5098004" y="1624824"/>
            <a:ext cx="400110" cy="13995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E2EF3A3-C8F1-47AC-8DF9-3B89F094F5AE}"/>
              </a:ext>
            </a:extLst>
          </p:cNvPr>
          <p:cNvSpPr txBox="1"/>
          <p:nvPr/>
        </p:nvSpPr>
        <p:spPr>
          <a:xfrm>
            <a:off x="5923781" y="1601306"/>
            <a:ext cx="28536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  <a:endParaRPr lang="en-US" altLang="ja-JP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E80B2738-3D21-4644-B92D-D6524695D2CE}"/>
              </a:ext>
            </a:extLst>
          </p:cNvPr>
          <p:cNvSpPr/>
          <p:nvPr/>
        </p:nvSpPr>
        <p:spPr>
          <a:xfrm rot="10800000">
            <a:off x="6491361" y="3634133"/>
            <a:ext cx="1548000" cy="216000"/>
          </a:xfrm>
          <a:prstGeom prst="triangl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06D6DEEA-88C2-4DD3-8305-224CE06A36DA}"/>
              </a:ext>
            </a:extLst>
          </p:cNvPr>
          <p:cNvSpPr/>
          <p:nvPr/>
        </p:nvSpPr>
        <p:spPr>
          <a:xfrm rot="10800000">
            <a:off x="6491361" y="3594860"/>
            <a:ext cx="1548000" cy="216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4540497-D917-4BA2-9D81-1B6BD85349BA}"/>
              </a:ext>
            </a:extLst>
          </p:cNvPr>
          <p:cNvSpPr/>
          <p:nvPr/>
        </p:nvSpPr>
        <p:spPr>
          <a:xfrm>
            <a:off x="5105361" y="3933615"/>
            <a:ext cx="4320000" cy="255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424AB5E-4AEC-4A34-BE42-9DF004D5691D}"/>
              </a:ext>
            </a:extLst>
          </p:cNvPr>
          <p:cNvSpPr/>
          <p:nvPr/>
        </p:nvSpPr>
        <p:spPr>
          <a:xfrm>
            <a:off x="5102313" y="3933615"/>
            <a:ext cx="391492" cy="2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9F7510E-61A2-4E8B-BB2A-9FC2E911DD69}"/>
              </a:ext>
            </a:extLst>
          </p:cNvPr>
          <p:cNvSpPr txBox="1"/>
          <p:nvPr/>
        </p:nvSpPr>
        <p:spPr>
          <a:xfrm>
            <a:off x="5098004" y="4511858"/>
            <a:ext cx="400110" cy="13995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1D718BF9-F018-4ADE-BFEA-EFE124BBA4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0595247"/>
              </p:ext>
            </p:extLst>
          </p:nvPr>
        </p:nvGraphicFramePr>
        <p:xfrm>
          <a:off x="518819" y="3795609"/>
          <a:ext cx="4168682" cy="2779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351BD4C-E3E3-4324-8DBE-F52B9190E166}"/>
              </a:ext>
            </a:extLst>
          </p:cNvPr>
          <p:cNvSpPr txBox="1"/>
          <p:nvPr/>
        </p:nvSpPr>
        <p:spPr>
          <a:xfrm>
            <a:off x="5923781" y="4488340"/>
            <a:ext cx="28536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  <a:endParaRPr lang="en-US" altLang="ja-JP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06198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422</Words>
  <Application>Microsoft Office PowerPoint</Application>
  <PresentationFormat>A4 210 x 297 mm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44</cp:revision>
  <dcterms:created xsi:type="dcterms:W3CDTF">2017-11-09T07:26:57Z</dcterms:created>
  <dcterms:modified xsi:type="dcterms:W3CDTF">2018-03-06T06:49:36Z</dcterms:modified>
</cp:coreProperties>
</file>