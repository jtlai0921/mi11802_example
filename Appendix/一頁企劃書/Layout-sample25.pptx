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66" d="100"/>
          <a:sy n="66" d="100"/>
        </p:scale>
        <p:origin x="69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CECF344-6E42-44F1-9CE7-D246931529E9}"/>
              </a:ext>
            </a:extLst>
          </p:cNvPr>
          <p:cNvSpPr/>
          <p:nvPr/>
        </p:nvSpPr>
        <p:spPr>
          <a:xfrm>
            <a:off x="344488" y="365274"/>
            <a:ext cx="9217024" cy="9013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A93778-8238-496D-BD66-F31640581698}"/>
              </a:ext>
            </a:extLst>
          </p:cNvPr>
          <p:cNvSpPr txBox="1"/>
          <p:nvPr/>
        </p:nvSpPr>
        <p:spPr>
          <a:xfrm>
            <a:off x="1410592" y="585554"/>
            <a:ext cx="7084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D145FE-C816-4F54-940A-F26AB466B24F}"/>
              </a:ext>
            </a:extLst>
          </p:cNvPr>
          <p:cNvSpPr/>
          <p:nvPr/>
        </p:nvSpPr>
        <p:spPr>
          <a:xfrm>
            <a:off x="344488" y="1870061"/>
            <a:ext cx="4500000" cy="2088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DF2B78-53FF-4BA3-BC93-207DE7F40390}"/>
              </a:ext>
            </a:extLst>
          </p:cNvPr>
          <p:cNvSpPr txBox="1"/>
          <p:nvPr/>
        </p:nvSpPr>
        <p:spPr>
          <a:xfrm>
            <a:off x="1275824" y="2173627"/>
            <a:ext cx="2637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A4C0D23-F38A-4D6A-8E92-353EF4590777}"/>
              </a:ext>
            </a:extLst>
          </p:cNvPr>
          <p:cNvSpPr/>
          <p:nvPr/>
        </p:nvSpPr>
        <p:spPr>
          <a:xfrm>
            <a:off x="344488" y="4365336"/>
            <a:ext cx="4500000" cy="2088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BFBC765-FD3C-444E-8A02-B2457C3B801E}"/>
              </a:ext>
            </a:extLst>
          </p:cNvPr>
          <p:cNvSpPr/>
          <p:nvPr/>
        </p:nvSpPr>
        <p:spPr>
          <a:xfrm>
            <a:off x="344488" y="1370352"/>
            <a:ext cx="4500000" cy="39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D9FBC41-3421-4FD9-BF0F-E737454EFAB8}"/>
              </a:ext>
            </a:extLst>
          </p:cNvPr>
          <p:cNvSpPr txBox="1"/>
          <p:nvPr/>
        </p:nvSpPr>
        <p:spPr>
          <a:xfrm>
            <a:off x="1961605" y="1414464"/>
            <a:ext cx="1265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二等辺三角形 52">
            <a:extLst>
              <a:ext uri="{FF2B5EF4-FFF2-40B4-BE49-F238E27FC236}">
                <a16:creationId xmlns:a16="http://schemas.microsoft.com/office/drawing/2014/main" id="{4E2AA490-ECBF-4CBB-A45B-4E8BBB8A8C44}"/>
              </a:ext>
            </a:extLst>
          </p:cNvPr>
          <p:cNvSpPr/>
          <p:nvPr/>
        </p:nvSpPr>
        <p:spPr>
          <a:xfrm rot="10800000">
            <a:off x="1546716" y="4043413"/>
            <a:ext cx="2095546" cy="296648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E7E2FA4-FAAA-491B-9AF3-56A9513E3A01}"/>
              </a:ext>
            </a:extLst>
          </p:cNvPr>
          <p:cNvSpPr/>
          <p:nvPr/>
        </p:nvSpPr>
        <p:spPr>
          <a:xfrm>
            <a:off x="5061514" y="1870061"/>
            <a:ext cx="4500000" cy="2088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4383165-0C01-4CDE-BE92-3E740A12F1F2}"/>
              </a:ext>
            </a:extLst>
          </p:cNvPr>
          <p:cNvSpPr/>
          <p:nvPr/>
        </p:nvSpPr>
        <p:spPr>
          <a:xfrm>
            <a:off x="5061514" y="4365336"/>
            <a:ext cx="4500000" cy="2088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00BB313E-0AC8-4D10-9748-D37C268FA7B1}"/>
              </a:ext>
            </a:extLst>
          </p:cNvPr>
          <p:cNvSpPr/>
          <p:nvPr/>
        </p:nvSpPr>
        <p:spPr>
          <a:xfrm>
            <a:off x="5061514" y="1370352"/>
            <a:ext cx="4500000" cy="39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4FF33D83-5275-4DF1-BDEB-0AD82A023D1A}"/>
              </a:ext>
            </a:extLst>
          </p:cNvPr>
          <p:cNvSpPr txBox="1"/>
          <p:nvPr/>
        </p:nvSpPr>
        <p:spPr>
          <a:xfrm>
            <a:off x="6678631" y="1414464"/>
            <a:ext cx="1265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二等辺三角形 50">
            <a:extLst>
              <a:ext uri="{FF2B5EF4-FFF2-40B4-BE49-F238E27FC236}">
                <a16:creationId xmlns:a16="http://schemas.microsoft.com/office/drawing/2014/main" id="{2D40E35A-D8E2-41AD-AACD-0DEBFEB47935}"/>
              </a:ext>
            </a:extLst>
          </p:cNvPr>
          <p:cNvSpPr/>
          <p:nvPr/>
        </p:nvSpPr>
        <p:spPr>
          <a:xfrm rot="10800000">
            <a:off x="6263742" y="4043413"/>
            <a:ext cx="2095546" cy="296648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0E9D18E1-39D9-4D8E-851D-7571FEEB911B}"/>
              </a:ext>
            </a:extLst>
          </p:cNvPr>
          <p:cNvSpPr txBox="1"/>
          <p:nvPr/>
        </p:nvSpPr>
        <p:spPr>
          <a:xfrm>
            <a:off x="1275824" y="4674095"/>
            <a:ext cx="2637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8E47A26A-9DBB-4312-A8DF-AE5B3AD60F01}"/>
              </a:ext>
            </a:extLst>
          </p:cNvPr>
          <p:cNvSpPr txBox="1"/>
          <p:nvPr/>
        </p:nvSpPr>
        <p:spPr>
          <a:xfrm>
            <a:off x="5992848" y="2173627"/>
            <a:ext cx="2637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448A21DD-6677-46CD-9B2E-F5243B23884A}"/>
              </a:ext>
            </a:extLst>
          </p:cNvPr>
          <p:cNvSpPr txBox="1"/>
          <p:nvPr/>
        </p:nvSpPr>
        <p:spPr>
          <a:xfrm>
            <a:off x="5992848" y="4674095"/>
            <a:ext cx="2637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279</TotalTime>
  <Words>284</Words>
  <Application>Microsoft Office PowerPoint</Application>
  <PresentationFormat>A4 210 x 297 mm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37</cp:revision>
  <dcterms:created xsi:type="dcterms:W3CDTF">2017-11-09T07:26:57Z</dcterms:created>
  <dcterms:modified xsi:type="dcterms:W3CDTF">2018-03-01T02:27:40Z</dcterms:modified>
</cp:coreProperties>
</file>