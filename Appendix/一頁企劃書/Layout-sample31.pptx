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つの角を切り取った四角形 36">
            <a:extLst>
              <a:ext uri="{FF2B5EF4-FFF2-40B4-BE49-F238E27FC236}">
                <a16:creationId xmlns:a16="http://schemas.microsoft.com/office/drawing/2014/main" id="{BC158C2E-B54B-43DD-9DEC-1753D64BCEC7}"/>
              </a:ext>
            </a:extLst>
          </p:cNvPr>
          <p:cNvSpPr/>
          <p:nvPr/>
        </p:nvSpPr>
        <p:spPr>
          <a:xfrm flipH="1">
            <a:off x="5043000" y="3604383"/>
            <a:ext cx="4518512" cy="2880000"/>
          </a:xfrm>
          <a:prstGeom prst="snip1Rect">
            <a:avLst>
              <a:gd name="adj" fmla="val 39855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1 つの角を切り取った四角形 35">
            <a:extLst>
              <a:ext uri="{FF2B5EF4-FFF2-40B4-BE49-F238E27FC236}">
                <a16:creationId xmlns:a16="http://schemas.microsoft.com/office/drawing/2014/main" id="{EA61F9D4-5EB6-4279-9500-E0AD08F7541C}"/>
              </a:ext>
            </a:extLst>
          </p:cNvPr>
          <p:cNvSpPr/>
          <p:nvPr/>
        </p:nvSpPr>
        <p:spPr>
          <a:xfrm>
            <a:off x="344488" y="3604383"/>
            <a:ext cx="4518512" cy="2880000"/>
          </a:xfrm>
          <a:prstGeom prst="snip1Rect">
            <a:avLst>
              <a:gd name="adj" fmla="val 39855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1 つの角を切り取った四角形 33">
            <a:extLst>
              <a:ext uri="{FF2B5EF4-FFF2-40B4-BE49-F238E27FC236}">
                <a16:creationId xmlns:a16="http://schemas.microsoft.com/office/drawing/2014/main" id="{D6E833E2-01C6-4973-92D9-5159D12320B6}"/>
              </a:ext>
            </a:extLst>
          </p:cNvPr>
          <p:cNvSpPr/>
          <p:nvPr/>
        </p:nvSpPr>
        <p:spPr>
          <a:xfrm flipV="1">
            <a:off x="344488" y="373616"/>
            <a:ext cx="4518512" cy="2880000"/>
          </a:xfrm>
          <a:prstGeom prst="snip1Rect">
            <a:avLst>
              <a:gd name="adj" fmla="val 39855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1 つの角を切り取った四角形 34">
            <a:extLst>
              <a:ext uri="{FF2B5EF4-FFF2-40B4-BE49-F238E27FC236}">
                <a16:creationId xmlns:a16="http://schemas.microsoft.com/office/drawing/2014/main" id="{1E287784-7A2E-4F86-AA3D-E51BD45BCF58}"/>
              </a:ext>
            </a:extLst>
          </p:cNvPr>
          <p:cNvSpPr/>
          <p:nvPr/>
        </p:nvSpPr>
        <p:spPr>
          <a:xfrm flipH="1" flipV="1">
            <a:off x="5043000" y="373616"/>
            <a:ext cx="4518512" cy="2880000"/>
          </a:xfrm>
          <a:prstGeom prst="snip1Rect">
            <a:avLst>
              <a:gd name="adj" fmla="val 39855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85F7A3F-D587-4B3C-B4BD-C839FA9DECFE}"/>
              </a:ext>
            </a:extLst>
          </p:cNvPr>
          <p:cNvSpPr txBox="1"/>
          <p:nvPr/>
        </p:nvSpPr>
        <p:spPr>
          <a:xfrm>
            <a:off x="3564196" y="3117673"/>
            <a:ext cx="2777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b="1" spc="-150" dirty="0">
                <a:latin typeface="+mn-ea"/>
                <a:cs typeface="Arial" panose="020B0604020202020204" pitchFamily="34" charset="0"/>
              </a:rPr>
              <a:t>○○○○○○○○○○</a:t>
            </a:r>
            <a:br>
              <a:rPr lang="en-US" altLang="ja-JP" b="1" spc="-150" dirty="0">
                <a:latin typeface="+mn-ea"/>
                <a:cs typeface="Arial" panose="020B0604020202020204" pitchFamily="34" charset="0"/>
              </a:rPr>
            </a:br>
            <a:r>
              <a:rPr lang="ja-JP" altLang="en-US" b="1" spc="-150" dirty="0">
                <a:latin typeface="+mn-ea"/>
                <a:cs typeface="Arial" panose="020B0604020202020204" pitchFamily="34" charset="0"/>
              </a:rPr>
              <a:t>○○○○○○○○○○</a:t>
            </a:r>
            <a:endParaRPr lang="en-US" altLang="ja-JP" b="1" spc="-150" dirty="0">
              <a:latin typeface="+mn-ea"/>
              <a:cs typeface="Arial" panose="020B0604020202020204" pitchFamily="34" charset="0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D13106D1-8A20-41A5-9A88-2EC6CE98D843}"/>
              </a:ext>
            </a:extLst>
          </p:cNvPr>
          <p:cNvGrpSpPr/>
          <p:nvPr/>
        </p:nvGrpSpPr>
        <p:grpSpPr>
          <a:xfrm>
            <a:off x="1285080" y="880060"/>
            <a:ext cx="2637328" cy="1830074"/>
            <a:chOff x="578728" y="688298"/>
            <a:chExt cx="2637328" cy="1830074"/>
          </a:xfrm>
        </p:grpSpPr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AEFE761-CC60-46BA-9C4A-E2F2FF850144}"/>
                </a:ext>
              </a:extLst>
            </p:cNvPr>
            <p:cNvSpPr txBox="1"/>
            <p:nvPr/>
          </p:nvSpPr>
          <p:spPr>
            <a:xfrm>
              <a:off x="578728" y="688298"/>
              <a:ext cx="17367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400" dirty="0"/>
                <a:t>■</a:t>
              </a:r>
              <a:r>
                <a:rPr lang="ja-JP" altLang="en-US" sz="1400" dirty="0"/>
                <a:t>○○○○○</a:t>
              </a:r>
              <a:endParaRPr kumimoji="1" lang="ja-JP" altLang="en-US" sz="1400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F59FD998-B1D7-436F-9CC8-201DEB2832B9}"/>
                </a:ext>
              </a:extLst>
            </p:cNvPr>
            <p:cNvSpPr txBox="1"/>
            <p:nvPr/>
          </p:nvSpPr>
          <p:spPr>
            <a:xfrm>
              <a:off x="578728" y="1071822"/>
              <a:ext cx="263732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C4558F71-7ECE-4195-A497-DB51A71CB132}"/>
              </a:ext>
            </a:extLst>
          </p:cNvPr>
          <p:cNvGrpSpPr/>
          <p:nvPr/>
        </p:nvGrpSpPr>
        <p:grpSpPr>
          <a:xfrm>
            <a:off x="1285080" y="4129346"/>
            <a:ext cx="2637328" cy="1830074"/>
            <a:chOff x="578728" y="688298"/>
            <a:chExt cx="2637328" cy="1830074"/>
          </a:xfrm>
        </p:grpSpPr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BAD94BC-D406-4D4E-81E9-38190815CDBD}"/>
                </a:ext>
              </a:extLst>
            </p:cNvPr>
            <p:cNvSpPr txBox="1"/>
            <p:nvPr/>
          </p:nvSpPr>
          <p:spPr>
            <a:xfrm>
              <a:off x="578728" y="688298"/>
              <a:ext cx="17367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400" dirty="0"/>
                <a:t>■</a:t>
              </a:r>
              <a:r>
                <a:rPr lang="ja-JP" altLang="en-US" sz="1400" dirty="0"/>
                <a:t>○○○○○</a:t>
              </a:r>
              <a:endParaRPr kumimoji="1" lang="ja-JP" altLang="en-US" sz="1400" dirty="0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84DBD4E0-9B81-4B77-943A-31471CBD009D}"/>
                </a:ext>
              </a:extLst>
            </p:cNvPr>
            <p:cNvSpPr txBox="1"/>
            <p:nvPr/>
          </p:nvSpPr>
          <p:spPr>
            <a:xfrm>
              <a:off x="578728" y="1071822"/>
              <a:ext cx="263732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B0D3B4B0-0A63-4FBA-AF02-794FD8E22F3C}"/>
              </a:ext>
            </a:extLst>
          </p:cNvPr>
          <p:cNvGrpSpPr/>
          <p:nvPr/>
        </p:nvGrpSpPr>
        <p:grpSpPr>
          <a:xfrm>
            <a:off x="5983592" y="880060"/>
            <a:ext cx="2637328" cy="1830074"/>
            <a:chOff x="578728" y="688298"/>
            <a:chExt cx="2637328" cy="1830074"/>
          </a:xfrm>
        </p:grpSpPr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E66975E7-5FC7-49F3-832A-12651B4A2BDA}"/>
                </a:ext>
              </a:extLst>
            </p:cNvPr>
            <p:cNvSpPr txBox="1"/>
            <p:nvPr/>
          </p:nvSpPr>
          <p:spPr>
            <a:xfrm>
              <a:off x="578728" y="688298"/>
              <a:ext cx="17367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400" dirty="0"/>
                <a:t>■</a:t>
              </a:r>
              <a:r>
                <a:rPr lang="ja-JP" altLang="en-US" sz="1400" dirty="0"/>
                <a:t>○○○○○</a:t>
              </a:r>
              <a:endParaRPr kumimoji="1" lang="ja-JP" altLang="en-US" sz="14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30FA3B11-5280-4BA8-B8BF-B295BBABD459}"/>
                </a:ext>
              </a:extLst>
            </p:cNvPr>
            <p:cNvSpPr txBox="1"/>
            <p:nvPr/>
          </p:nvSpPr>
          <p:spPr>
            <a:xfrm>
              <a:off x="578728" y="1071822"/>
              <a:ext cx="263732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3523FD3B-01CF-491A-AF26-A0B61DFE1ED0}"/>
              </a:ext>
            </a:extLst>
          </p:cNvPr>
          <p:cNvGrpSpPr/>
          <p:nvPr/>
        </p:nvGrpSpPr>
        <p:grpSpPr>
          <a:xfrm>
            <a:off x="5983592" y="4129346"/>
            <a:ext cx="2637328" cy="1830074"/>
            <a:chOff x="578728" y="688298"/>
            <a:chExt cx="2637328" cy="1830074"/>
          </a:xfrm>
        </p:grpSpPr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9477503C-86BB-422F-8DB6-88439D0291C3}"/>
                </a:ext>
              </a:extLst>
            </p:cNvPr>
            <p:cNvSpPr txBox="1"/>
            <p:nvPr/>
          </p:nvSpPr>
          <p:spPr>
            <a:xfrm>
              <a:off x="578728" y="688298"/>
              <a:ext cx="17367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400" dirty="0"/>
                <a:t>■</a:t>
              </a:r>
              <a:r>
                <a:rPr lang="ja-JP" altLang="en-US" sz="1400" dirty="0"/>
                <a:t>○○○○○</a:t>
              </a:r>
              <a:endParaRPr kumimoji="1" lang="ja-JP" altLang="en-US" sz="1400" dirty="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10EB0D87-C7A5-42FA-A162-6C11EB1D94E7}"/>
                </a:ext>
              </a:extLst>
            </p:cNvPr>
            <p:cNvSpPr txBox="1"/>
            <p:nvPr/>
          </p:nvSpPr>
          <p:spPr>
            <a:xfrm>
              <a:off x="578728" y="1071822"/>
              <a:ext cx="2637328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ja-JP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948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</TotalTime>
  <Words>562</Words>
  <Application>Microsoft Office PowerPoint</Application>
  <PresentationFormat>A4 210 x 297 mm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41</cp:revision>
  <dcterms:created xsi:type="dcterms:W3CDTF">2017-11-09T07:26:57Z</dcterms:created>
  <dcterms:modified xsi:type="dcterms:W3CDTF">2018-03-02T00:08:12Z</dcterms:modified>
</cp:coreProperties>
</file>