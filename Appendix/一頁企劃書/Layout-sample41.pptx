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FE27D4-EE90-49EA-979B-CA25E3C3C246}" type="doc">
      <dgm:prSet loTypeId="urn:microsoft.com/office/officeart/2005/8/layout/gear1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kumimoji="1" lang="ja-JP" altLang="en-US"/>
        </a:p>
      </dgm:t>
    </dgm:pt>
    <dgm:pt modelId="{61E188F1-8B9B-42FE-910F-06D2371E913F}">
      <dgm:prSet phldrT="[テキスト]"/>
      <dgm:spPr/>
      <dgm:t>
        <a:bodyPr/>
        <a:lstStyle/>
        <a:p>
          <a:r>
            <a:rPr kumimoji="1" lang="en-US" altLang="ja-JP" dirty="0"/>
            <a:t>AAAAA</a:t>
          </a:r>
          <a:endParaRPr kumimoji="1" lang="ja-JP" altLang="en-US" dirty="0"/>
        </a:p>
      </dgm:t>
    </dgm:pt>
    <dgm:pt modelId="{5FEEC5AF-DBF9-4159-A14D-905D8D9DB3C6}" type="parTrans" cxnId="{97F881A0-109B-4C9C-9A93-81988292EA16}">
      <dgm:prSet/>
      <dgm:spPr/>
      <dgm:t>
        <a:bodyPr/>
        <a:lstStyle/>
        <a:p>
          <a:endParaRPr kumimoji="1" lang="ja-JP" altLang="en-US"/>
        </a:p>
      </dgm:t>
    </dgm:pt>
    <dgm:pt modelId="{E9361DD8-94E2-4188-A293-3E0D628A9450}" type="sibTrans" cxnId="{97F881A0-109B-4C9C-9A93-81988292EA16}">
      <dgm:prSet/>
      <dgm:spPr/>
      <dgm:t>
        <a:bodyPr/>
        <a:lstStyle/>
        <a:p>
          <a:endParaRPr kumimoji="1" lang="ja-JP" altLang="en-US"/>
        </a:p>
      </dgm:t>
    </dgm:pt>
    <dgm:pt modelId="{7BF33FA6-A336-4E69-8B60-D361D56DC5D2}">
      <dgm:prSet phldrT="[テキスト]"/>
      <dgm:spPr/>
      <dgm:t>
        <a:bodyPr/>
        <a:lstStyle/>
        <a:p>
          <a:r>
            <a:rPr kumimoji="1" lang="en-US" altLang="ja-JP" dirty="0"/>
            <a:t>BBBBB</a:t>
          </a:r>
          <a:endParaRPr kumimoji="1" lang="ja-JP" altLang="en-US" dirty="0"/>
        </a:p>
      </dgm:t>
    </dgm:pt>
    <dgm:pt modelId="{6D7328ED-4FF7-487D-9B21-4375477A9CA8}" type="parTrans" cxnId="{AD5BA571-2C38-4009-9E9E-F664A70C701D}">
      <dgm:prSet/>
      <dgm:spPr/>
      <dgm:t>
        <a:bodyPr/>
        <a:lstStyle/>
        <a:p>
          <a:endParaRPr kumimoji="1" lang="ja-JP" altLang="en-US"/>
        </a:p>
      </dgm:t>
    </dgm:pt>
    <dgm:pt modelId="{0F752D47-5651-4747-8D5C-3DF503AC82E4}" type="sibTrans" cxnId="{AD5BA571-2C38-4009-9E9E-F664A70C701D}">
      <dgm:prSet/>
      <dgm:spPr/>
      <dgm:t>
        <a:bodyPr/>
        <a:lstStyle/>
        <a:p>
          <a:endParaRPr kumimoji="1" lang="ja-JP" altLang="en-US"/>
        </a:p>
      </dgm:t>
    </dgm:pt>
    <dgm:pt modelId="{5631FB73-59A6-4202-BE10-7162BCD08B2C}">
      <dgm:prSet phldrT="[テキスト]"/>
      <dgm:spPr/>
      <dgm:t>
        <a:bodyPr/>
        <a:lstStyle/>
        <a:p>
          <a:r>
            <a:rPr kumimoji="1" lang="en-US" altLang="ja-JP" dirty="0"/>
            <a:t>CCCCC</a:t>
          </a:r>
          <a:endParaRPr kumimoji="1" lang="ja-JP" altLang="en-US" dirty="0"/>
        </a:p>
      </dgm:t>
    </dgm:pt>
    <dgm:pt modelId="{C7B0D94C-A926-4FA5-A0A8-117117B7858E}" type="parTrans" cxnId="{28513A17-9EB9-4D44-BAFB-47EF825470D1}">
      <dgm:prSet/>
      <dgm:spPr/>
      <dgm:t>
        <a:bodyPr/>
        <a:lstStyle/>
        <a:p>
          <a:endParaRPr kumimoji="1" lang="ja-JP" altLang="en-US"/>
        </a:p>
      </dgm:t>
    </dgm:pt>
    <dgm:pt modelId="{7A3F08EC-CF85-4EB1-B33D-6A5802DCCFF2}" type="sibTrans" cxnId="{28513A17-9EB9-4D44-BAFB-47EF825470D1}">
      <dgm:prSet/>
      <dgm:spPr/>
      <dgm:t>
        <a:bodyPr/>
        <a:lstStyle/>
        <a:p>
          <a:endParaRPr kumimoji="1" lang="ja-JP" altLang="en-US"/>
        </a:p>
      </dgm:t>
    </dgm:pt>
    <dgm:pt modelId="{6E3BFC4B-B7E4-4474-BBAD-0D8F4B2B2A5E}" type="pres">
      <dgm:prSet presAssocID="{B6FE27D4-EE90-49EA-979B-CA25E3C3C246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E097EEC1-3322-4B8E-BDA1-488FEA137EBE}" type="pres">
      <dgm:prSet presAssocID="{61E188F1-8B9B-42FE-910F-06D2371E913F}" presName="gear1" presStyleLbl="node1" presStyleIdx="0" presStyleCnt="3">
        <dgm:presLayoutVars>
          <dgm:chMax val="1"/>
          <dgm:bulletEnabled val="1"/>
        </dgm:presLayoutVars>
      </dgm:prSet>
      <dgm:spPr/>
    </dgm:pt>
    <dgm:pt modelId="{AA8047B9-5A86-468C-BDB3-1AB510D7E567}" type="pres">
      <dgm:prSet presAssocID="{61E188F1-8B9B-42FE-910F-06D2371E913F}" presName="gear1srcNode" presStyleLbl="node1" presStyleIdx="0" presStyleCnt="3"/>
      <dgm:spPr/>
    </dgm:pt>
    <dgm:pt modelId="{B25F76E0-1F11-4838-B5DA-5CF5BDD24F9F}" type="pres">
      <dgm:prSet presAssocID="{61E188F1-8B9B-42FE-910F-06D2371E913F}" presName="gear1dstNode" presStyleLbl="node1" presStyleIdx="0" presStyleCnt="3"/>
      <dgm:spPr/>
    </dgm:pt>
    <dgm:pt modelId="{62673C32-2AA4-499E-8044-B14A759C6CF0}" type="pres">
      <dgm:prSet presAssocID="{7BF33FA6-A336-4E69-8B60-D361D56DC5D2}" presName="gear2" presStyleLbl="node1" presStyleIdx="1" presStyleCnt="3">
        <dgm:presLayoutVars>
          <dgm:chMax val="1"/>
          <dgm:bulletEnabled val="1"/>
        </dgm:presLayoutVars>
      </dgm:prSet>
      <dgm:spPr/>
    </dgm:pt>
    <dgm:pt modelId="{C586614E-2C22-417C-8ACD-43FAE5135637}" type="pres">
      <dgm:prSet presAssocID="{7BF33FA6-A336-4E69-8B60-D361D56DC5D2}" presName="gear2srcNode" presStyleLbl="node1" presStyleIdx="1" presStyleCnt="3"/>
      <dgm:spPr/>
    </dgm:pt>
    <dgm:pt modelId="{2CADC9FD-2174-49A6-9194-89EAE341BBD8}" type="pres">
      <dgm:prSet presAssocID="{7BF33FA6-A336-4E69-8B60-D361D56DC5D2}" presName="gear2dstNode" presStyleLbl="node1" presStyleIdx="1" presStyleCnt="3"/>
      <dgm:spPr/>
    </dgm:pt>
    <dgm:pt modelId="{FDBA265F-55AB-4FA3-A33E-C607C7C2250D}" type="pres">
      <dgm:prSet presAssocID="{5631FB73-59A6-4202-BE10-7162BCD08B2C}" presName="gear3" presStyleLbl="node1" presStyleIdx="2" presStyleCnt="3"/>
      <dgm:spPr/>
    </dgm:pt>
    <dgm:pt modelId="{DBF0BD2D-4450-477D-A5CE-56FA3B1E092D}" type="pres">
      <dgm:prSet presAssocID="{5631FB73-59A6-4202-BE10-7162BCD08B2C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F65CDAA3-7047-4F4B-9099-9B6060CCBE86}" type="pres">
      <dgm:prSet presAssocID="{5631FB73-59A6-4202-BE10-7162BCD08B2C}" presName="gear3srcNode" presStyleLbl="node1" presStyleIdx="2" presStyleCnt="3"/>
      <dgm:spPr/>
    </dgm:pt>
    <dgm:pt modelId="{A46F131D-1F2F-4C42-93AD-23232FDE9E1B}" type="pres">
      <dgm:prSet presAssocID="{5631FB73-59A6-4202-BE10-7162BCD08B2C}" presName="gear3dstNode" presStyleLbl="node1" presStyleIdx="2" presStyleCnt="3"/>
      <dgm:spPr/>
    </dgm:pt>
    <dgm:pt modelId="{4AC9FA3C-5C63-4B25-B7E0-62922B5EBAAF}" type="pres">
      <dgm:prSet presAssocID="{E9361DD8-94E2-4188-A293-3E0D628A9450}" presName="connector1" presStyleLbl="sibTrans2D1" presStyleIdx="0" presStyleCnt="3"/>
      <dgm:spPr/>
    </dgm:pt>
    <dgm:pt modelId="{5AFD8A01-68D2-4E01-BADA-71CA379E444F}" type="pres">
      <dgm:prSet presAssocID="{0F752D47-5651-4747-8D5C-3DF503AC82E4}" presName="connector2" presStyleLbl="sibTrans2D1" presStyleIdx="1" presStyleCnt="3"/>
      <dgm:spPr/>
    </dgm:pt>
    <dgm:pt modelId="{5E4F7B0C-18CF-45F5-B1EE-D99452DC2404}" type="pres">
      <dgm:prSet presAssocID="{7A3F08EC-CF85-4EB1-B33D-6A5802DCCFF2}" presName="connector3" presStyleLbl="sibTrans2D1" presStyleIdx="2" presStyleCnt="3"/>
      <dgm:spPr/>
    </dgm:pt>
  </dgm:ptLst>
  <dgm:cxnLst>
    <dgm:cxn modelId="{28513A17-9EB9-4D44-BAFB-47EF825470D1}" srcId="{B6FE27D4-EE90-49EA-979B-CA25E3C3C246}" destId="{5631FB73-59A6-4202-BE10-7162BCD08B2C}" srcOrd="2" destOrd="0" parTransId="{C7B0D94C-A926-4FA5-A0A8-117117B7858E}" sibTransId="{7A3F08EC-CF85-4EB1-B33D-6A5802DCCFF2}"/>
    <dgm:cxn modelId="{31CE4A1B-872F-4EF5-85EE-FFB589141A35}" type="presOf" srcId="{7BF33FA6-A336-4E69-8B60-D361D56DC5D2}" destId="{C586614E-2C22-417C-8ACD-43FAE5135637}" srcOrd="1" destOrd="0" presId="urn:microsoft.com/office/officeart/2005/8/layout/gear1"/>
    <dgm:cxn modelId="{AD5BA571-2C38-4009-9E9E-F664A70C701D}" srcId="{B6FE27D4-EE90-49EA-979B-CA25E3C3C246}" destId="{7BF33FA6-A336-4E69-8B60-D361D56DC5D2}" srcOrd="1" destOrd="0" parTransId="{6D7328ED-4FF7-487D-9B21-4375477A9CA8}" sibTransId="{0F752D47-5651-4747-8D5C-3DF503AC82E4}"/>
    <dgm:cxn modelId="{ADC6A854-F839-4631-B623-86FA6C703781}" type="presOf" srcId="{61E188F1-8B9B-42FE-910F-06D2371E913F}" destId="{B25F76E0-1F11-4838-B5DA-5CF5BDD24F9F}" srcOrd="2" destOrd="0" presId="urn:microsoft.com/office/officeart/2005/8/layout/gear1"/>
    <dgm:cxn modelId="{35393A83-7169-44A1-A5CB-5E12DD1D966E}" type="presOf" srcId="{B6FE27D4-EE90-49EA-979B-CA25E3C3C246}" destId="{6E3BFC4B-B7E4-4474-BBAD-0D8F4B2B2A5E}" srcOrd="0" destOrd="0" presId="urn:microsoft.com/office/officeart/2005/8/layout/gear1"/>
    <dgm:cxn modelId="{97F881A0-109B-4C9C-9A93-81988292EA16}" srcId="{B6FE27D4-EE90-49EA-979B-CA25E3C3C246}" destId="{61E188F1-8B9B-42FE-910F-06D2371E913F}" srcOrd="0" destOrd="0" parTransId="{5FEEC5AF-DBF9-4159-A14D-905D8D9DB3C6}" sibTransId="{E9361DD8-94E2-4188-A293-3E0D628A9450}"/>
    <dgm:cxn modelId="{66ECA6A5-DFF2-49C5-906F-90390239D8C4}" type="presOf" srcId="{7A3F08EC-CF85-4EB1-B33D-6A5802DCCFF2}" destId="{5E4F7B0C-18CF-45F5-B1EE-D99452DC2404}" srcOrd="0" destOrd="0" presId="urn:microsoft.com/office/officeart/2005/8/layout/gear1"/>
    <dgm:cxn modelId="{77D8FDA5-3AEF-4971-A2F0-AF9B19A9005F}" type="presOf" srcId="{E9361DD8-94E2-4188-A293-3E0D628A9450}" destId="{4AC9FA3C-5C63-4B25-B7E0-62922B5EBAAF}" srcOrd="0" destOrd="0" presId="urn:microsoft.com/office/officeart/2005/8/layout/gear1"/>
    <dgm:cxn modelId="{23566CB0-3E72-4DC0-A722-087AF07C7E99}" type="presOf" srcId="{61E188F1-8B9B-42FE-910F-06D2371E913F}" destId="{E097EEC1-3322-4B8E-BDA1-488FEA137EBE}" srcOrd="0" destOrd="0" presId="urn:microsoft.com/office/officeart/2005/8/layout/gear1"/>
    <dgm:cxn modelId="{D08B93BA-41B9-4DDE-8876-D4B78B88F9B0}" type="presOf" srcId="{5631FB73-59A6-4202-BE10-7162BCD08B2C}" destId="{FDBA265F-55AB-4FA3-A33E-C607C7C2250D}" srcOrd="0" destOrd="0" presId="urn:microsoft.com/office/officeart/2005/8/layout/gear1"/>
    <dgm:cxn modelId="{C47A68C4-4F03-4597-86CD-73C51D68758C}" type="presOf" srcId="{5631FB73-59A6-4202-BE10-7162BCD08B2C}" destId="{A46F131D-1F2F-4C42-93AD-23232FDE9E1B}" srcOrd="3" destOrd="0" presId="urn:microsoft.com/office/officeart/2005/8/layout/gear1"/>
    <dgm:cxn modelId="{97DC35CC-3C44-4646-8C88-F829D75F5C0D}" type="presOf" srcId="{5631FB73-59A6-4202-BE10-7162BCD08B2C}" destId="{F65CDAA3-7047-4F4B-9099-9B6060CCBE86}" srcOrd="2" destOrd="0" presId="urn:microsoft.com/office/officeart/2005/8/layout/gear1"/>
    <dgm:cxn modelId="{9CA0F9DB-BFDA-415D-BEDB-90BEDF9EA44B}" type="presOf" srcId="{0F752D47-5651-4747-8D5C-3DF503AC82E4}" destId="{5AFD8A01-68D2-4E01-BADA-71CA379E444F}" srcOrd="0" destOrd="0" presId="urn:microsoft.com/office/officeart/2005/8/layout/gear1"/>
    <dgm:cxn modelId="{DD6FDCE0-BDD5-43EB-BB8D-102EA7900EAF}" type="presOf" srcId="{7BF33FA6-A336-4E69-8B60-D361D56DC5D2}" destId="{62673C32-2AA4-499E-8044-B14A759C6CF0}" srcOrd="0" destOrd="0" presId="urn:microsoft.com/office/officeart/2005/8/layout/gear1"/>
    <dgm:cxn modelId="{C52FFDE0-A639-4CF9-9D2D-E44E1C6C5950}" type="presOf" srcId="{7BF33FA6-A336-4E69-8B60-D361D56DC5D2}" destId="{2CADC9FD-2174-49A6-9194-89EAE341BBD8}" srcOrd="2" destOrd="0" presId="urn:microsoft.com/office/officeart/2005/8/layout/gear1"/>
    <dgm:cxn modelId="{BBE970E6-8EE1-4ED5-A26B-5450FB5482D5}" type="presOf" srcId="{5631FB73-59A6-4202-BE10-7162BCD08B2C}" destId="{DBF0BD2D-4450-477D-A5CE-56FA3B1E092D}" srcOrd="1" destOrd="0" presId="urn:microsoft.com/office/officeart/2005/8/layout/gear1"/>
    <dgm:cxn modelId="{DFAAACFD-13A5-49DC-9634-E415AC6C0DCB}" type="presOf" srcId="{61E188F1-8B9B-42FE-910F-06D2371E913F}" destId="{AA8047B9-5A86-468C-BDB3-1AB510D7E567}" srcOrd="1" destOrd="0" presId="urn:microsoft.com/office/officeart/2005/8/layout/gear1"/>
    <dgm:cxn modelId="{E2E78156-8E91-412F-96AF-7B6C7B5D4030}" type="presParOf" srcId="{6E3BFC4B-B7E4-4474-BBAD-0D8F4B2B2A5E}" destId="{E097EEC1-3322-4B8E-BDA1-488FEA137EBE}" srcOrd="0" destOrd="0" presId="urn:microsoft.com/office/officeart/2005/8/layout/gear1"/>
    <dgm:cxn modelId="{6AC68645-0810-4E4C-AD85-92F63303A88D}" type="presParOf" srcId="{6E3BFC4B-B7E4-4474-BBAD-0D8F4B2B2A5E}" destId="{AA8047B9-5A86-468C-BDB3-1AB510D7E567}" srcOrd="1" destOrd="0" presId="urn:microsoft.com/office/officeart/2005/8/layout/gear1"/>
    <dgm:cxn modelId="{73E8BAB5-2E19-4250-8797-AE4CBC9F95C2}" type="presParOf" srcId="{6E3BFC4B-B7E4-4474-BBAD-0D8F4B2B2A5E}" destId="{B25F76E0-1F11-4838-B5DA-5CF5BDD24F9F}" srcOrd="2" destOrd="0" presId="urn:microsoft.com/office/officeart/2005/8/layout/gear1"/>
    <dgm:cxn modelId="{C4C4B17D-8A32-4950-A829-455D77CA55E9}" type="presParOf" srcId="{6E3BFC4B-B7E4-4474-BBAD-0D8F4B2B2A5E}" destId="{62673C32-2AA4-499E-8044-B14A759C6CF0}" srcOrd="3" destOrd="0" presId="urn:microsoft.com/office/officeart/2005/8/layout/gear1"/>
    <dgm:cxn modelId="{AF7CB2C0-9B88-4536-8A72-8E713D75B77F}" type="presParOf" srcId="{6E3BFC4B-B7E4-4474-BBAD-0D8F4B2B2A5E}" destId="{C586614E-2C22-417C-8ACD-43FAE5135637}" srcOrd="4" destOrd="0" presId="urn:microsoft.com/office/officeart/2005/8/layout/gear1"/>
    <dgm:cxn modelId="{9EA29BE2-B08C-4F0C-8625-9E201FD1752E}" type="presParOf" srcId="{6E3BFC4B-B7E4-4474-BBAD-0D8F4B2B2A5E}" destId="{2CADC9FD-2174-49A6-9194-89EAE341BBD8}" srcOrd="5" destOrd="0" presId="urn:microsoft.com/office/officeart/2005/8/layout/gear1"/>
    <dgm:cxn modelId="{13AD78A8-2553-47A0-B5B1-80FB2D07A38F}" type="presParOf" srcId="{6E3BFC4B-B7E4-4474-BBAD-0D8F4B2B2A5E}" destId="{FDBA265F-55AB-4FA3-A33E-C607C7C2250D}" srcOrd="6" destOrd="0" presId="urn:microsoft.com/office/officeart/2005/8/layout/gear1"/>
    <dgm:cxn modelId="{CC64C28B-5B58-4206-8780-75D65942F7C2}" type="presParOf" srcId="{6E3BFC4B-B7E4-4474-BBAD-0D8F4B2B2A5E}" destId="{DBF0BD2D-4450-477D-A5CE-56FA3B1E092D}" srcOrd="7" destOrd="0" presId="urn:microsoft.com/office/officeart/2005/8/layout/gear1"/>
    <dgm:cxn modelId="{DE6AEB90-C597-4941-91A4-8F844168A9E7}" type="presParOf" srcId="{6E3BFC4B-B7E4-4474-BBAD-0D8F4B2B2A5E}" destId="{F65CDAA3-7047-4F4B-9099-9B6060CCBE86}" srcOrd="8" destOrd="0" presId="urn:microsoft.com/office/officeart/2005/8/layout/gear1"/>
    <dgm:cxn modelId="{C32D7ACD-E8E9-46DE-8E09-C0463DB7FDB3}" type="presParOf" srcId="{6E3BFC4B-B7E4-4474-BBAD-0D8F4B2B2A5E}" destId="{A46F131D-1F2F-4C42-93AD-23232FDE9E1B}" srcOrd="9" destOrd="0" presId="urn:microsoft.com/office/officeart/2005/8/layout/gear1"/>
    <dgm:cxn modelId="{2D2E9DEE-62B6-4A34-95F2-594BF1849A44}" type="presParOf" srcId="{6E3BFC4B-B7E4-4474-BBAD-0D8F4B2B2A5E}" destId="{4AC9FA3C-5C63-4B25-B7E0-62922B5EBAAF}" srcOrd="10" destOrd="0" presId="urn:microsoft.com/office/officeart/2005/8/layout/gear1"/>
    <dgm:cxn modelId="{E270B8AA-78B8-4739-A69B-2A517923A900}" type="presParOf" srcId="{6E3BFC4B-B7E4-4474-BBAD-0D8F4B2B2A5E}" destId="{5AFD8A01-68D2-4E01-BADA-71CA379E444F}" srcOrd="11" destOrd="0" presId="urn:microsoft.com/office/officeart/2005/8/layout/gear1"/>
    <dgm:cxn modelId="{324AA730-73B1-4E88-A443-9FD1DFB13FA4}" type="presParOf" srcId="{6E3BFC4B-B7E4-4474-BBAD-0D8F4B2B2A5E}" destId="{5E4F7B0C-18CF-45F5-B1EE-D99452DC2404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97EEC1-3322-4B8E-BDA1-488FEA137EBE}">
      <dsp:nvSpPr>
        <dsp:cNvPr id="0" name=""/>
        <dsp:cNvSpPr/>
      </dsp:nvSpPr>
      <dsp:spPr>
        <a:xfrm>
          <a:off x="1561225" y="1003644"/>
          <a:ext cx="1226677" cy="1226677"/>
        </a:xfrm>
        <a:prstGeom prst="gear9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100" kern="1200" dirty="0"/>
            <a:t>AAAAA</a:t>
          </a:r>
          <a:endParaRPr kumimoji="1" lang="ja-JP" altLang="en-US" sz="1100" kern="1200" dirty="0"/>
        </a:p>
      </dsp:txBody>
      <dsp:txXfrm>
        <a:off x="1807842" y="1290987"/>
        <a:ext cx="733443" cy="630538"/>
      </dsp:txXfrm>
    </dsp:sp>
    <dsp:sp modelId="{62673C32-2AA4-499E-8044-B14A759C6CF0}">
      <dsp:nvSpPr>
        <dsp:cNvPr id="0" name=""/>
        <dsp:cNvSpPr/>
      </dsp:nvSpPr>
      <dsp:spPr>
        <a:xfrm>
          <a:off x="847522" y="713703"/>
          <a:ext cx="892128" cy="892128"/>
        </a:xfrm>
        <a:prstGeom prst="gear6">
          <a:avLst/>
        </a:prstGeom>
        <a:solidFill>
          <a:schemeClr val="accent1">
            <a:shade val="80000"/>
            <a:hueOff val="174641"/>
            <a:satOff val="-3128"/>
            <a:lumOff val="132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100" kern="1200" dirty="0"/>
            <a:t>BBBBB</a:t>
          </a:r>
          <a:endParaRPr kumimoji="1" lang="ja-JP" altLang="en-US" sz="1100" kern="1200" dirty="0"/>
        </a:p>
      </dsp:txBody>
      <dsp:txXfrm>
        <a:off x="1072118" y="939656"/>
        <a:ext cx="442936" cy="440222"/>
      </dsp:txXfrm>
    </dsp:sp>
    <dsp:sp modelId="{FDBA265F-55AB-4FA3-A33E-C607C7C2250D}">
      <dsp:nvSpPr>
        <dsp:cNvPr id="0" name=""/>
        <dsp:cNvSpPr/>
      </dsp:nvSpPr>
      <dsp:spPr>
        <a:xfrm rot="20700000">
          <a:off x="1347206" y="98225"/>
          <a:ext cx="874104" cy="874104"/>
        </a:xfrm>
        <a:prstGeom prst="gear6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100" kern="1200" dirty="0"/>
            <a:t>CCCCC</a:t>
          </a:r>
          <a:endParaRPr kumimoji="1" lang="ja-JP" altLang="en-US" sz="1100" kern="1200" dirty="0"/>
        </a:p>
      </dsp:txBody>
      <dsp:txXfrm rot="-20700000">
        <a:off x="1538922" y="289941"/>
        <a:ext cx="490670" cy="490670"/>
      </dsp:txXfrm>
    </dsp:sp>
    <dsp:sp modelId="{4AC9FA3C-5C63-4B25-B7E0-62922B5EBAAF}">
      <dsp:nvSpPr>
        <dsp:cNvPr id="0" name=""/>
        <dsp:cNvSpPr/>
      </dsp:nvSpPr>
      <dsp:spPr>
        <a:xfrm>
          <a:off x="1446868" y="829644"/>
          <a:ext cx="1570146" cy="1570146"/>
        </a:xfrm>
        <a:prstGeom prst="circularArrow">
          <a:avLst>
            <a:gd name="adj1" fmla="val 4688"/>
            <a:gd name="adj2" fmla="val 299029"/>
            <a:gd name="adj3" fmla="val 2437965"/>
            <a:gd name="adj4" fmla="val 16041400"/>
            <a:gd name="adj5" fmla="val 5469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D8A01-68D2-4E01-BADA-71CA379E444F}">
      <dsp:nvSpPr>
        <dsp:cNvPr id="0" name=""/>
        <dsp:cNvSpPr/>
      </dsp:nvSpPr>
      <dsp:spPr>
        <a:xfrm>
          <a:off x="689528" y="524737"/>
          <a:ext cx="1140809" cy="1140809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shade val="90000"/>
            <a:hueOff val="174613"/>
            <a:satOff val="-2991"/>
            <a:lumOff val="1198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4F7B0C-18CF-45F5-B1EE-D99452DC2404}">
      <dsp:nvSpPr>
        <dsp:cNvPr id="0" name=""/>
        <dsp:cNvSpPr/>
      </dsp:nvSpPr>
      <dsp:spPr>
        <a:xfrm>
          <a:off x="1145016" y="-84807"/>
          <a:ext cx="1230022" cy="1230022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shade val="90000"/>
            <a:hueOff val="349225"/>
            <a:satOff val="-5981"/>
            <a:lumOff val="2396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A74149A-6F74-440E-9EAD-18AE8BD6F2AD}"/>
              </a:ext>
            </a:extLst>
          </p:cNvPr>
          <p:cNvSpPr/>
          <p:nvPr/>
        </p:nvSpPr>
        <p:spPr>
          <a:xfrm>
            <a:off x="4953000" y="3825000"/>
            <a:ext cx="4680000" cy="284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CECF344-6E42-44F1-9CE7-D246931529E9}"/>
              </a:ext>
            </a:extLst>
          </p:cNvPr>
          <p:cNvSpPr/>
          <p:nvPr/>
        </p:nvSpPr>
        <p:spPr>
          <a:xfrm>
            <a:off x="273000" y="185498"/>
            <a:ext cx="9360000" cy="79550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EA93778-8238-496D-BD66-F31640581698}"/>
              </a:ext>
            </a:extLst>
          </p:cNvPr>
          <p:cNvSpPr txBox="1"/>
          <p:nvPr/>
        </p:nvSpPr>
        <p:spPr>
          <a:xfrm>
            <a:off x="1410929" y="321639"/>
            <a:ext cx="7084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フリーフォーム: 図形 33">
            <a:extLst>
              <a:ext uri="{FF2B5EF4-FFF2-40B4-BE49-F238E27FC236}">
                <a16:creationId xmlns:a16="http://schemas.microsoft.com/office/drawing/2014/main" id="{0FAE97DC-61FD-4379-A8B1-9A34183D16AA}"/>
              </a:ext>
            </a:extLst>
          </p:cNvPr>
          <p:cNvSpPr/>
          <p:nvPr/>
        </p:nvSpPr>
        <p:spPr>
          <a:xfrm>
            <a:off x="4953000" y="981000"/>
            <a:ext cx="4680000" cy="3114000"/>
          </a:xfrm>
          <a:custGeom>
            <a:avLst/>
            <a:gdLst>
              <a:gd name="connsiteX0" fmla="*/ 0 w 4680000"/>
              <a:gd name="connsiteY0" fmla="*/ 0 h 3114000"/>
              <a:gd name="connsiteX1" fmla="*/ 4680000 w 4680000"/>
              <a:gd name="connsiteY1" fmla="*/ 0 h 3114000"/>
              <a:gd name="connsiteX2" fmla="*/ 4680000 w 4680000"/>
              <a:gd name="connsiteY2" fmla="*/ 2844000 h 3114000"/>
              <a:gd name="connsiteX3" fmla="*/ 2610000 w 4680000"/>
              <a:gd name="connsiteY3" fmla="*/ 2844000 h 3114000"/>
              <a:gd name="connsiteX4" fmla="*/ 2340000 w 4680000"/>
              <a:gd name="connsiteY4" fmla="*/ 3114000 h 3114000"/>
              <a:gd name="connsiteX5" fmla="*/ 2070000 w 4680000"/>
              <a:gd name="connsiteY5" fmla="*/ 2844000 h 3114000"/>
              <a:gd name="connsiteX6" fmla="*/ 0 w 4680000"/>
              <a:gd name="connsiteY6" fmla="*/ 2844000 h 311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000" h="3114000">
                <a:moveTo>
                  <a:pt x="0" y="0"/>
                </a:moveTo>
                <a:lnTo>
                  <a:pt x="4680000" y="0"/>
                </a:lnTo>
                <a:lnTo>
                  <a:pt x="4680000" y="2844000"/>
                </a:lnTo>
                <a:lnTo>
                  <a:pt x="2610000" y="2844000"/>
                </a:lnTo>
                <a:cubicBezTo>
                  <a:pt x="2610000" y="2993117"/>
                  <a:pt x="2489117" y="3114000"/>
                  <a:pt x="2340000" y="3114000"/>
                </a:cubicBezTo>
                <a:cubicBezTo>
                  <a:pt x="2190883" y="3114000"/>
                  <a:pt x="2070000" y="2993117"/>
                  <a:pt x="2070000" y="2844000"/>
                </a:cubicBezTo>
                <a:lnTo>
                  <a:pt x="0" y="284400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F9CAEEF8-69CF-4094-9A52-38EDABF3F68A}"/>
              </a:ext>
            </a:extLst>
          </p:cNvPr>
          <p:cNvSpPr/>
          <p:nvPr/>
        </p:nvSpPr>
        <p:spPr>
          <a:xfrm>
            <a:off x="273000" y="3825000"/>
            <a:ext cx="4946588" cy="2844000"/>
          </a:xfrm>
          <a:custGeom>
            <a:avLst/>
            <a:gdLst>
              <a:gd name="connsiteX0" fmla="*/ 0 w 4946588"/>
              <a:gd name="connsiteY0" fmla="*/ 0 h 2844000"/>
              <a:gd name="connsiteX1" fmla="*/ 4679998 w 4946588"/>
              <a:gd name="connsiteY1" fmla="*/ 0 h 2844000"/>
              <a:gd name="connsiteX2" fmla="*/ 4679998 w 4946588"/>
              <a:gd name="connsiteY2" fmla="*/ 1152344 h 2844000"/>
              <a:gd name="connsiteX3" fmla="*/ 4731003 w 4946588"/>
              <a:gd name="connsiteY3" fmla="*/ 1157486 h 2844000"/>
              <a:gd name="connsiteX4" fmla="*/ 4946588 w 4946588"/>
              <a:gd name="connsiteY4" fmla="*/ 1422000 h 2844000"/>
              <a:gd name="connsiteX5" fmla="*/ 4731003 w 4946588"/>
              <a:gd name="connsiteY5" fmla="*/ 1686515 h 2844000"/>
              <a:gd name="connsiteX6" fmla="*/ 4679998 w 4946588"/>
              <a:gd name="connsiteY6" fmla="*/ 1691656 h 2844000"/>
              <a:gd name="connsiteX7" fmla="*/ 4679998 w 4946588"/>
              <a:gd name="connsiteY7" fmla="*/ 2844000 h 2844000"/>
              <a:gd name="connsiteX8" fmla="*/ 0 w 4946588"/>
              <a:gd name="connsiteY8" fmla="*/ 2844000 h 284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46588" h="2844000">
                <a:moveTo>
                  <a:pt x="0" y="0"/>
                </a:moveTo>
                <a:lnTo>
                  <a:pt x="4679998" y="0"/>
                </a:lnTo>
                <a:lnTo>
                  <a:pt x="4679998" y="1152344"/>
                </a:lnTo>
                <a:lnTo>
                  <a:pt x="4731003" y="1157486"/>
                </a:lnTo>
                <a:cubicBezTo>
                  <a:pt x="4854037" y="1182662"/>
                  <a:pt x="4946588" y="1291523"/>
                  <a:pt x="4946588" y="1422000"/>
                </a:cubicBezTo>
                <a:cubicBezTo>
                  <a:pt x="4946588" y="1552478"/>
                  <a:pt x="4854037" y="1661338"/>
                  <a:pt x="4731003" y="1686515"/>
                </a:cubicBezTo>
                <a:lnTo>
                  <a:pt x="4679998" y="1691656"/>
                </a:lnTo>
                <a:lnTo>
                  <a:pt x="4679998" y="2844000"/>
                </a:lnTo>
                <a:lnTo>
                  <a:pt x="0" y="284400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フリーフォーム: 図形 34">
            <a:extLst>
              <a:ext uri="{FF2B5EF4-FFF2-40B4-BE49-F238E27FC236}">
                <a16:creationId xmlns:a16="http://schemas.microsoft.com/office/drawing/2014/main" id="{205FF72C-5CEE-4DEC-867D-701333A099ED}"/>
              </a:ext>
            </a:extLst>
          </p:cNvPr>
          <p:cNvSpPr/>
          <p:nvPr/>
        </p:nvSpPr>
        <p:spPr>
          <a:xfrm>
            <a:off x="272998" y="981000"/>
            <a:ext cx="4948970" cy="3114000"/>
          </a:xfrm>
          <a:custGeom>
            <a:avLst/>
            <a:gdLst>
              <a:gd name="connsiteX0" fmla="*/ 0 w 4948970"/>
              <a:gd name="connsiteY0" fmla="*/ 0 h 3114000"/>
              <a:gd name="connsiteX1" fmla="*/ 4679999 w 4948970"/>
              <a:gd name="connsiteY1" fmla="*/ 0 h 3114000"/>
              <a:gd name="connsiteX2" fmla="*/ 4679999 w 4948970"/>
              <a:gd name="connsiteY2" fmla="*/ 1152104 h 3114000"/>
              <a:gd name="connsiteX3" fmla="*/ 4733385 w 4948970"/>
              <a:gd name="connsiteY3" fmla="*/ 1157486 h 3114000"/>
              <a:gd name="connsiteX4" fmla="*/ 4948970 w 4948970"/>
              <a:gd name="connsiteY4" fmla="*/ 1422000 h 3114000"/>
              <a:gd name="connsiteX5" fmla="*/ 4733385 w 4948970"/>
              <a:gd name="connsiteY5" fmla="*/ 1686515 h 3114000"/>
              <a:gd name="connsiteX6" fmla="*/ 4679999 w 4948970"/>
              <a:gd name="connsiteY6" fmla="*/ 1691896 h 3114000"/>
              <a:gd name="connsiteX7" fmla="*/ 4679999 w 4948970"/>
              <a:gd name="connsiteY7" fmla="*/ 2844000 h 3114000"/>
              <a:gd name="connsiteX8" fmla="*/ 2744485 w 4948970"/>
              <a:gd name="connsiteY8" fmla="*/ 2844000 h 3114000"/>
              <a:gd name="connsiteX9" fmla="*/ 2474485 w 4948970"/>
              <a:gd name="connsiteY9" fmla="*/ 3114000 h 3114000"/>
              <a:gd name="connsiteX10" fmla="*/ 2204485 w 4948970"/>
              <a:gd name="connsiteY10" fmla="*/ 2844000 h 3114000"/>
              <a:gd name="connsiteX11" fmla="*/ 0 w 4948970"/>
              <a:gd name="connsiteY11" fmla="*/ 2844000 h 311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48970" h="3114000">
                <a:moveTo>
                  <a:pt x="0" y="0"/>
                </a:moveTo>
                <a:lnTo>
                  <a:pt x="4679999" y="0"/>
                </a:lnTo>
                <a:lnTo>
                  <a:pt x="4679999" y="1152104"/>
                </a:lnTo>
                <a:lnTo>
                  <a:pt x="4733385" y="1157486"/>
                </a:lnTo>
                <a:cubicBezTo>
                  <a:pt x="4856419" y="1182662"/>
                  <a:pt x="4948970" y="1291523"/>
                  <a:pt x="4948970" y="1422000"/>
                </a:cubicBezTo>
                <a:cubicBezTo>
                  <a:pt x="4948970" y="1552478"/>
                  <a:pt x="4856419" y="1661338"/>
                  <a:pt x="4733385" y="1686515"/>
                </a:cubicBezTo>
                <a:lnTo>
                  <a:pt x="4679999" y="1691896"/>
                </a:lnTo>
                <a:lnTo>
                  <a:pt x="4679999" y="2844000"/>
                </a:lnTo>
                <a:lnTo>
                  <a:pt x="2744485" y="2844000"/>
                </a:lnTo>
                <a:cubicBezTo>
                  <a:pt x="2744485" y="2993117"/>
                  <a:pt x="2623602" y="3114000"/>
                  <a:pt x="2474485" y="3114000"/>
                </a:cubicBezTo>
                <a:cubicBezTo>
                  <a:pt x="2325368" y="3114000"/>
                  <a:pt x="2204485" y="2993117"/>
                  <a:pt x="2204485" y="2844000"/>
                </a:cubicBezTo>
                <a:lnTo>
                  <a:pt x="0" y="2844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ADF2B78-53FF-4BA3-BC93-207DE7F40390}"/>
              </a:ext>
            </a:extLst>
          </p:cNvPr>
          <p:cNvSpPr txBox="1"/>
          <p:nvPr/>
        </p:nvSpPr>
        <p:spPr>
          <a:xfrm>
            <a:off x="1275824" y="2179672"/>
            <a:ext cx="26373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D9FBC41-3421-4FD9-BF0F-E737454EFAB8}"/>
              </a:ext>
            </a:extLst>
          </p:cNvPr>
          <p:cNvSpPr txBox="1"/>
          <p:nvPr/>
        </p:nvSpPr>
        <p:spPr>
          <a:xfrm>
            <a:off x="1961605" y="1420509"/>
            <a:ext cx="1265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0447E836-2184-434F-B6E3-BE337180BEFC}"/>
              </a:ext>
            </a:extLst>
          </p:cNvPr>
          <p:cNvGrpSpPr/>
          <p:nvPr/>
        </p:nvGrpSpPr>
        <p:grpSpPr>
          <a:xfrm>
            <a:off x="5974336" y="4243321"/>
            <a:ext cx="2637328" cy="1528604"/>
            <a:chOff x="1275824" y="1414464"/>
            <a:chExt cx="2637328" cy="1528604"/>
          </a:xfrm>
        </p:grpSpPr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2220C5EC-B319-42F0-BADF-3F4C9FECC633}"/>
                </a:ext>
              </a:extLst>
            </p:cNvPr>
            <p:cNvSpPr txBox="1"/>
            <p:nvPr/>
          </p:nvSpPr>
          <p:spPr>
            <a:xfrm>
              <a:off x="1275824" y="2173627"/>
              <a:ext cx="263732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ja-JP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○○○○○○○○○○○○○○○○○○○○○○○○○○○○○○○○○○○○○○○○○○○○○○○○○○○○○○○○○○○○○○○○○○</a:t>
              </a: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44EF7E53-291F-4DE3-902F-EBA0A34AA57B}"/>
                </a:ext>
              </a:extLst>
            </p:cNvPr>
            <p:cNvSpPr txBox="1"/>
            <p:nvPr/>
          </p:nvSpPr>
          <p:spPr>
            <a:xfrm>
              <a:off x="1961605" y="1414464"/>
              <a:ext cx="12657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ja-JP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7331A7EF-6051-4910-9AE4-BC5B76A6776B}"/>
              </a:ext>
            </a:extLst>
          </p:cNvPr>
          <p:cNvGrpSpPr/>
          <p:nvPr/>
        </p:nvGrpSpPr>
        <p:grpSpPr>
          <a:xfrm>
            <a:off x="1275824" y="4243321"/>
            <a:ext cx="2637328" cy="1528604"/>
            <a:chOff x="1275824" y="1414464"/>
            <a:chExt cx="2637328" cy="1528604"/>
          </a:xfrm>
        </p:grpSpPr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8165BED5-7234-4DD2-BD06-A95353462973}"/>
                </a:ext>
              </a:extLst>
            </p:cNvPr>
            <p:cNvSpPr txBox="1"/>
            <p:nvPr/>
          </p:nvSpPr>
          <p:spPr>
            <a:xfrm>
              <a:off x="1275824" y="2173627"/>
              <a:ext cx="263732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ja-JP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○○○○○○○○○○○○○○○○○○○○○○○○○○○○○○○○○○○○○○○○○○○○○○○○○○○○○○○○○○○○○○○○○○</a:t>
              </a:r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764814BD-8254-450A-89CC-B69B59372CDE}"/>
                </a:ext>
              </a:extLst>
            </p:cNvPr>
            <p:cNvSpPr txBox="1"/>
            <p:nvPr/>
          </p:nvSpPr>
          <p:spPr>
            <a:xfrm>
              <a:off x="1961605" y="1414464"/>
              <a:ext cx="12657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ja-JP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8" name="図表 7">
            <a:extLst>
              <a:ext uri="{FF2B5EF4-FFF2-40B4-BE49-F238E27FC236}">
                <a16:creationId xmlns:a16="http://schemas.microsoft.com/office/drawing/2014/main" id="{67AB5769-810A-42D2-B2A2-9B8D11D1B9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4177887"/>
              </p:ext>
            </p:extLst>
          </p:nvPr>
        </p:nvGraphicFramePr>
        <p:xfrm>
          <a:off x="6224794" y="1260858"/>
          <a:ext cx="3345484" cy="2230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28D7B259-1D4E-4C6E-95F4-55C61EE5F06A}"/>
              </a:ext>
            </a:extLst>
          </p:cNvPr>
          <p:cNvSpPr txBox="1"/>
          <p:nvPr/>
        </p:nvSpPr>
        <p:spPr>
          <a:xfrm>
            <a:off x="5304431" y="1237279"/>
            <a:ext cx="160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305</TotalTime>
  <Words>262</Words>
  <Application>Microsoft Office PowerPoint</Application>
  <PresentationFormat>A4 210 x 297 mm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42</cp:revision>
  <dcterms:created xsi:type="dcterms:W3CDTF">2017-11-09T07:26:57Z</dcterms:created>
  <dcterms:modified xsi:type="dcterms:W3CDTF">2018-03-03T01:35:15Z</dcterms:modified>
</cp:coreProperties>
</file>