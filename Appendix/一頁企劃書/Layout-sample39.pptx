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40-48EB-BB30-2BB92FE7D1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40-48EB-BB30-2BB92FE7D13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40-48EB-BB30-2BB92FE7D1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09902543"/>
        <c:axId val="2031138031"/>
      </c:barChart>
      <c:catAx>
        <c:axId val="2009902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031138031"/>
        <c:crosses val="autoZero"/>
        <c:auto val="1"/>
        <c:lblAlgn val="ctr"/>
        <c:lblOffset val="100"/>
        <c:noMultiLvlLbl val="0"/>
      </c:catAx>
      <c:valAx>
        <c:axId val="20311380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0099025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23C3028-E313-4902-827E-6928655E38E8}"/>
              </a:ext>
            </a:extLst>
          </p:cNvPr>
          <p:cNvSpPr/>
          <p:nvPr/>
        </p:nvSpPr>
        <p:spPr>
          <a:xfrm>
            <a:off x="272999" y="1711768"/>
            <a:ext cx="4608000" cy="2827043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CBCA959-10EF-4983-BB69-76C84A1EA3A0}"/>
              </a:ext>
            </a:extLst>
          </p:cNvPr>
          <p:cNvSpPr/>
          <p:nvPr/>
        </p:nvSpPr>
        <p:spPr>
          <a:xfrm>
            <a:off x="5025000" y="1711768"/>
            <a:ext cx="4608000" cy="2827043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8989D14-3311-4EB8-83F4-3DA5DFFBB6CF}"/>
              </a:ext>
            </a:extLst>
          </p:cNvPr>
          <p:cNvSpPr/>
          <p:nvPr/>
        </p:nvSpPr>
        <p:spPr>
          <a:xfrm>
            <a:off x="272999" y="5146232"/>
            <a:ext cx="4608000" cy="1515393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ACA47A1-0CBE-4906-A9F0-7C6BA5848C41}"/>
              </a:ext>
            </a:extLst>
          </p:cNvPr>
          <p:cNvSpPr/>
          <p:nvPr/>
        </p:nvSpPr>
        <p:spPr>
          <a:xfrm>
            <a:off x="5025000" y="5146232"/>
            <a:ext cx="4608000" cy="1515393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C10A32A-D3A6-4964-B41A-53E19F6B1956}"/>
              </a:ext>
            </a:extLst>
          </p:cNvPr>
          <p:cNvSpPr txBox="1"/>
          <p:nvPr/>
        </p:nvSpPr>
        <p:spPr>
          <a:xfrm>
            <a:off x="1410592" y="388274"/>
            <a:ext cx="7084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9A9401A-C7CB-4951-8D20-7B2493B1F7E9}"/>
              </a:ext>
            </a:extLst>
          </p:cNvPr>
          <p:cNvSpPr txBox="1"/>
          <p:nvPr/>
        </p:nvSpPr>
        <p:spPr>
          <a:xfrm>
            <a:off x="5978688" y="2355848"/>
            <a:ext cx="2700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20" name="フリーフォーム: 図形 19">
            <a:extLst>
              <a:ext uri="{FF2B5EF4-FFF2-40B4-BE49-F238E27FC236}">
                <a16:creationId xmlns:a16="http://schemas.microsoft.com/office/drawing/2014/main" id="{2A191FAA-7FC6-4F9B-838C-E495C8B19C02}"/>
              </a:ext>
            </a:extLst>
          </p:cNvPr>
          <p:cNvSpPr/>
          <p:nvPr/>
        </p:nvSpPr>
        <p:spPr>
          <a:xfrm flipV="1">
            <a:off x="272999" y="1225071"/>
            <a:ext cx="4608000" cy="632168"/>
          </a:xfrm>
          <a:custGeom>
            <a:avLst/>
            <a:gdLst>
              <a:gd name="connsiteX0" fmla="*/ 0 w 4608000"/>
              <a:gd name="connsiteY0" fmla="*/ 632168 h 632168"/>
              <a:gd name="connsiteX1" fmla="*/ 4608000 w 4608000"/>
              <a:gd name="connsiteY1" fmla="*/ 632168 h 632168"/>
              <a:gd name="connsiteX2" fmla="*/ 4608000 w 4608000"/>
              <a:gd name="connsiteY2" fmla="*/ 253355 h 632168"/>
              <a:gd name="connsiteX3" fmla="*/ 616207 w 4608000"/>
              <a:gd name="connsiteY3" fmla="*/ 253355 h 632168"/>
              <a:gd name="connsiteX4" fmla="*/ 358110 w 4608000"/>
              <a:gd name="connsiteY4" fmla="*/ 0 h 632168"/>
              <a:gd name="connsiteX5" fmla="*/ 100013 w 4608000"/>
              <a:gd name="connsiteY5" fmla="*/ 253355 h 632168"/>
              <a:gd name="connsiteX6" fmla="*/ 0 w 4608000"/>
              <a:gd name="connsiteY6" fmla="*/ 253355 h 632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08000" h="632168">
                <a:moveTo>
                  <a:pt x="0" y="632168"/>
                </a:moveTo>
                <a:lnTo>
                  <a:pt x="4608000" y="632168"/>
                </a:lnTo>
                <a:lnTo>
                  <a:pt x="4608000" y="253355"/>
                </a:lnTo>
                <a:lnTo>
                  <a:pt x="616207" y="253355"/>
                </a:lnTo>
                <a:lnTo>
                  <a:pt x="358110" y="0"/>
                </a:lnTo>
                <a:lnTo>
                  <a:pt x="100013" y="253355"/>
                </a:lnTo>
                <a:lnTo>
                  <a:pt x="0" y="253355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2F529A6-6A54-4E11-8F06-08804C495414}"/>
              </a:ext>
            </a:extLst>
          </p:cNvPr>
          <p:cNvSpPr txBox="1"/>
          <p:nvPr/>
        </p:nvSpPr>
        <p:spPr>
          <a:xfrm>
            <a:off x="1387127" y="1260589"/>
            <a:ext cx="2379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1400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フリーフォーム: 図形 20">
            <a:extLst>
              <a:ext uri="{FF2B5EF4-FFF2-40B4-BE49-F238E27FC236}">
                <a16:creationId xmlns:a16="http://schemas.microsoft.com/office/drawing/2014/main" id="{4F5A9872-A83E-4ED2-8006-21BFE0C2FD5E}"/>
              </a:ext>
            </a:extLst>
          </p:cNvPr>
          <p:cNvSpPr/>
          <p:nvPr/>
        </p:nvSpPr>
        <p:spPr>
          <a:xfrm flipV="1">
            <a:off x="5025000" y="1225071"/>
            <a:ext cx="4608000" cy="632168"/>
          </a:xfrm>
          <a:custGeom>
            <a:avLst/>
            <a:gdLst>
              <a:gd name="connsiteX0" fmla="*/ 0 w 4608000"/>
              <a:gd name="connsiteY0" fmla="*/ 632168 h 632168"/>
              <a:gd name="connsiteX1" fmla="*/ 4608000 w 4608000"/>
              <a:gd name="connsiteY1" fmla="*/ 632168 h 632168"/>
              <a:gd name="connsiteX2" fmla="*/ 4608000 w 4608000"/>
              <a:gd name="connsiteY2" fmla="*/ 253355 h 632168"/>
              <a:gd name="connsiteX3" fmla="*/ 616207 w 4608000"/>
              <a:gd name="connsiteY3" fmla="*/ 253355 h 632168"/>
              <a:gd name="connsiteX4" fmla="*/ 358110 w 4608000"/>
              <a:gd name="connsiteY4" fmla="*/ 0 h 632168"/>
              <a:gd name="connsiteX5" fmla="*/ 100013 w 4608000"/>
              <a:gd name="connsiteY5" fmla="*/ 253355 h 632168"/>
              <a:gd name="connsiteX6" fmla="*/ 0 w 4608000"/>
              <a:gd name="connsiteY6" fmla="*/ 253355 h 632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08000" h="632168">
                <a:moveTo>
                  <a:pt x="0" y="632168"/>
                </a:moveTo>
                <a:lnTo>
                  <a:pt x="4608000" y="632168"/>
                </a:lnTo>
                <a:lnTo>
                  <a:pt x="4608000" y="253355"/>
                </a:lnTo>
                <a:lnTo>
                  <a:pt x="616207" y="253355"/>
                </a:lnTo>
                <a:lnTo>
                  <a:pt x="358110" y="0"/>
                </a:lnTo>
                <a:lnTo>
                  <a:pt x="100013" y="253355"/>
                </a:lnTo>
                <a:lnTo>
                  <a:pt x="0" y="253355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66EDFD1-CB11-4A65-9EDD-2F9FCEEA4741}"/>
              </a:ext>
            </a:extLst>
          </p:cNvPr>
          <p:cNvSpPr txBox="1"/>
          <p:nvPr/>
        </p:nvSpPr>
        <p:spPr>
          <a:xfrm>
            <a:off x="6139128" y="1260589"/>
            <a:ext cx="2379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1400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フリーフォーム: 図形 22">
            <a:extLst>
              <a:ext uri="{FF2B5EF4-FFF2-40B4-BE49-F238E27FC236}">
                <a16:creationId xmlns:a16="http://schemas.microsoft.com/office/drawing/2014/main" id="{343F17C6-5530-4F6C-8BE9-2398B1E61DAC}"/>
              </a:ext>
            </a:extLst>
          </p:cNvPr>
          <p:cNvSpPr/>
          <p:nvPr/>
        </p:nvSpPr>
        <p:spPr>
          <a:xfrm flipV="1">
            <a:off x="272999" y="4660091"/>
            <a:ext cx="4608000" cy="632168"/>
          </a:xfrm>
          <a:custGeom>
            <a:avLst/>
            <a:gdLst>
              <a:gd name="connsiteX0" fmla="*/ 0 w 4608000"/>
              <a:gd name="connsiteY0" fmla="*/ 632168 h 632168"/>
              <a:gd name="connsiteX1" fmla="*/ 4608000 w 4608000"/>
              <a:gd name="connsiteY1" fmla="*/ 632168 h 632168"/>
              <a:gd name="connsiteX2" fmla="*/ 4608000 w 4608000"/>
              <a:gd name="connsiteY2" fmla="*/ 253355 h 632168"/>
              <a:gd name="connsiteX3" fmla="*/ 616207 w 4608000"/>
              <a:gd name="connsiteY3" fmla="*/ 253355 h 632168"/>
              <a:gd name="connsiteX4" fmla="*/ 358110 w 4608000"/>
              <a:gd name="connsiteY4" fmla="*/ 0 h 632168"/>
              <a:gd name="connsiteX5" fmla="*/ 100013 w 4608000"/>
              <a:gd name="connsiteY5" fmla="*/ 253355 h 632168"/>
              <a:gd name="connsiteX6" fmla="*/ 0 w 4608000"/>
              <a:gd name="connsiteY6" fmla="*/ 253355 h 632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08000" h="632168">
                <a:moveTo>
                  <a:pt x="0" y="632168"/>
                </a:moveTo>
                <a:lnTo>
                  <a:pt x="4608000" y="632168"/>
                </a:lnTo>
                <a:lnTo>
                  <a:pt x="4608000" y="253355"/>
                </a:lnTo>
                <a:lnTo>
                  <a:pt x="616207" y="253355"/>
                </a:lnTo>
                <a:lnTo>
                  <a:pt x="358110" y="0"/>
                </a:lnTo>
                <a:lnTo>
                  <a:pt x="100013" y="253355"/>
                </a:lnTo>
                <a:lnTo>
                  <a:pt x="0" y="253355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16F6370-A730-4B84-86F7-1E08CA5FEEF0}"/>
              </a:ext>
            </a:extLst>
          </p:cNvPr>
          <p:cNvSpPr txBox="1"/>
          <p:nvPr/>
        </p:nvSpPr>
        <p:spPr>
          <a:xfrm>
            <a:off x="1387127" y="4695609"/>
            <a:ext cx="2379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1400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フリーフォーム: 図形 24">
            <a:extLst>
              <a:ext uri="{FF2B5EF4-FFF2-40B4-BE49-F238E27FC236}">
                <a16:creationId xmlns:a16="http://schemas.microsoft.com/office/drawing/2014/main" id="{FA27EDB0-6B2B-444E-A14D-4020DB8426FC}"/>
              </a:ext>
            </a:extLst>
          </p:cNvPr>
          <p:cNvSpPr/>
          <p:nvPr/>
        </p:nvSpPr>
        <p:spPr>
          <a:xfrm flipV="1">
            <a:off x="5025000" y="4660091"/>
            <a:ext cx="4608000" cy="632168"/>
          </a:xfrm>
          <a:custGeom>
            <a:avLst/>
            <a:gdLst>
              <a:gd name="connsiteX0" fmla="*/ 0 w 4608000"/>
              <a:gd name="connsiteY0" fmla="*/ 632168 h 632168"/>
              <a:gd name="connsiteX1" fmla="*/ 4608000 w 4608000"/>
              <a:gd name="connsiteY1" fmla="*/ 632168 h 632168"/>
              <a:gd name="connsiteX2" fmla="*/ 4608000 w 4608000"/>
              <a:gd name="connsiteY2" fmla="*/ 253355 h 632168"/>
              <a:gd name="connsiteX3" fmla="*/ 616207 w 4608000"/>
              <a:gd name="connsiteY3" fmla="*/ 253355 h 632168"/>
              <a:gd name="connsiteX4" fmla="*/ 358110 w 4608000"/>
              <a:gd name="connsiteY4" fmla="*/ 0 h 632168"/>
              <a:gd name="connsiteX5" fmla="*/ 100013 w 4608000"/>
              <a:gd name="connsiteY5" fmla="*/ 253355 h 632168"/>
              <a:gd name="connsiteX6" fmla="*/ 0 w 4608000"/>
              <a:gd name="connsiteY6" fmla="*/ 253355 h 632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08000" h="632168">
                <a:moveTo>
                  <a:pt x="0" y="632168"/>
                </a:moveTo>
                <a:lnTo>
                  <a:pt x="4608000" y="632168"/>
                </a:lnTo>
                <a:lnTo>
                  <a:pt x="4608000" y="253355"/>
                </a:lnTo>
                <a:lnTo>
                  <a:pt x="616207" y="253355"/>
                </a:lnTo>
                <a:lnTo>
                  <a:pt x="358110" y="0"/>
                </a:lnTo>
                <a:lnTo>
                  <a:pt x="100013" y="253355"/>
                </a:lnTo>
                <a:lnTo>
                  <a:pt x="0" y="253355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A70B9B1-FAE1-49D4-B773-3EFC193B3CD4}"/>
              </a:ext>
            </a:extLst>
          </p:cNvPr>
          <p:cNvSpPr txBox="1"/>
          <p:nvPr/>
        </p:nvSpPr>
        <p:spPr>
          <a:xfrm>
            <a:off x="6139128" y="4695609"/>
            <a:ext cx="2379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1400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9F6D4DF-9C1B-45A0-8F44-972F2BCA3481}"/>
              </a:ext>
            </a:extLst>
          </p:cNvPr>
          <p:cNvSpPr txBox="1"/>
          <p:nvPr/>
        </p:nvSpPr>
        <p:spPr>
          <a:xfrm>
            <a:off x="396726" y="1225382"/>
            <a:ext cx="433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C3E5364-DDB0-40BD-A8CC-5AF96A4E9268}"/>
              </a:ext>
            </a:extLst>
          </p:cNvPr>
          <p:cNvSpPr txBox="1"/>
          <p:nvPr/>
        </p:nvSpPr>
        <p:spPr>
          <a:xfrm>
            <a:off x="396726" y="4623927"/>
            <a:ext cx="433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0FC4643-3038-4D50-B5D3-1B52443832F1}"/>
              </a:ext>
            </a:extLst>
          </p:cNvPr>
          <p:cNvSpPr txBox="1"/>
          <p:nvPr/>
        </p:nvSpPr>
        <p:spPr>
          <a:xfrm>
            <a:off x="5148727" y="4623927"/>
            <a:ext cx="433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8C984B0-8742-4F4D-A132-AFD3EF092E67}"/>
              </a:ext>
            </a:extLst>
          </p:cNvPr>
          <p:cNvSpPr txBox="1"/>
          <p:nvPr/>
        </p:nvSpPr>
        <p:spPr>
          <a:xfrm>
            <a:off x="5148727" y="1178402"/>
            <a:ext cx="433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graphicFrame>
        <p:nvGraphicFramePr>
          <p:cNvPr id="33" name="グラフ 32">
            <a:extLst>
              <a:ext uri="{FF2B5EF4-FFF2-40B4-BE49-F238E27FC236}">
                <a16:creationId xmlns:a16="http://schemas.microsoft.com/office/drawing/2014/main" id="{19F1648B-6DF9-416B-B8FB-3C0F3614F1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8642357"/>
              </p:ext>
            </p:extLst>
          </p:nvPr>
        </p:nvGraphicFramePr>
        <p:xfrm>
          <a:off x="817114" y="1953152"/>
          <a:ext cx="3519769" cy="23465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D2F855C-ACEC-43BA-92FD-30AA1C2E58AC}"/>
              </a:ext>
            </a:extLst>
          </p:cNvPr>
          <p:cNvSpPr txBox="1"/>
          <p:nvPr/>
        </p:nvSpPr>
        <p:spPr>
          <a:xfrm>
            <a:off x="5978688" y="5519207"/>
            <a:ext cx="2700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08F5A1B-F7D7-494F-90C3-865E0C048742}"/>
              </a:ext>
            </a:extLst>
          </p:cNvPr>
          <p:cNvSpPr txBox="1"/>
          <p:nvPr/>
        </p:nvSpPr>
        <p:spPr>
          <a:xfrm>
            <a:off x="1226686" y="5519207"/>
            <a:ext cx="2700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207</TotalTime>
  <Words>254</Words>
  <Application>Microsoft Office PowerPoint</Application>
  <PresentationFormat>A4 210 x 297 mm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28</cp:revision>
  <dcterms:created xsi:type="dcterms:W3CDTF">2017-11-09T07:26:57Z</dcterms:created>
  <dcterms:modified xsi:type="dcterms:W3CDTF">2018-03-22T03:59:05Z</dcterms:modified>
</cp:coreProperties>
</file>