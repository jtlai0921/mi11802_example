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6" d="100"/>
          <a:sy n="86" d="100"/>
        </p:scale>
        <p:origin x="12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DFD038-BED9-473A-BB41-5818159074A0}" type="doc">
      <dgm:prSet loTypeId="urn:microsoft.com/office/officeart/2005/8/layout/funnel1" loCatId="relationship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kumimoji="1" lang="ja-JP" altLang="en-US"/>
        </a:p>
      </dgm:t>
    </dgm:pt>
    <dgm:pt modelId="{8FD14D91-2715-415D-B65F-FB496C95E08B}">
      <dgm:prSet phldrT="[テキスト]"/>
      <dgm:spPr/>
      <dgm:t>
        <a:bodyPr/>
        <a:lstStyle/>
        <a:p>
          <a:r>
            <a:rPr kumimoji="1" lang="en-US" altLang="ja-JP" dirty="0"/>
            <a:t>AAAAA</a:t>
          </a:r>
          <a:endParaRPr kumimoji="1" lang="ja-JP" altLang="en-US" dirty="0"/>
        </a:p>
      </dgm:t>
    </dgm:pt>
    <dgm:pt modelId="{F2B5BA0A-BB65-47FB-B157-22B5579B62A9}" type="parTrans" cxnId="{A57C8267-0DB7-4C67-A47E-C46AED662233}">
      <dgm:prSet/>
      <dgm:spPr/>
      <dgm:t>
        <a:bodyPr/>
        <a:lstStyle/>
        <a:p>
          <a:endParaRPr kumimoji="1" lang="ja-JP" altLang="en-US"/>
        </a:p>
      </dgm:t>
    </dgm:pt>
    <dgm:pt modelId="{7D9C64C5-0A4F-4AF2-A7DF-1302D1F60CD3}" type="sibTrans" cxnId="{A57C8267-0DB7-4C67-A47E-C46AED662233}">
      <dgm:prSet/>
      <dgm:spPr/>
      <dgm:t>
        <a:bodyPr/>
        <a:lstStyle/>
        <a:p>
          <a:endParaRPr kumimoji="1" lang="ja-JP" altLang="en-US"/>
        </a:p>
      </dgm:t>
    </dgm:pt>
    <dgm:pt modelId="{DA00D92C-E5D8-4D4A-A887-ADD48A24C744}">
      <dgm:prSet phldrT="[テキスト]"/>
      <dgm:spPr/>
      <dgm:t>
        <a:bodyPr/>
        <a:lstStyle/>
        <a:p>
          <a:r>
            <a:rPr kumimoji="1" lang="en-US" altLang="ja-JP" dirty="0"/>
            <a:t>BBBBB</a:t>
          </a:r>
          <a:endParaRPr kumimoji="1" lang="ja-JP" altLang="en-US" dirty="0"/>
        </a:p>
      </dgm:t>
    </dgm:pt>
    <dgm:pt modelId="{A5E8F1E8-D5FD-4893-AED0-FEA087B1E01D}" type="parTrans" cxnId="{74D94208-36CC-4351-88C8-11F2EB8D3171}">
      <dgm:prSet/>
      <dgm:spPr/>
      <dgm:t>
        <a:bodyPr/>
        <a:lstStyle/>
        <a:p>
          <a:endParaRPr kumimoji="1" lang="ja-JP" altLang="en-US"/>
        </a:p>
      </dgm:t>
    </dgm:pt>
    <dgm:pt modelId="{E2DC1775-CDE8-4D56-AA97-46D09876A9D0}" type="sibTrans" cxnId="{74D94208-36CC-4351-88C8-11F2EB8D3171}">
      <dgm:prSet/>
      <dgm:spPr/>
      <dgm:t>
        <a:bodyPr/>
        <a:lstStyle/>
        <a:p>
          <a:endParaRPr kumimoji="1" lang="ja-JP" altLang="en-US"/>
        </a:p>
      </dgm:t>
    </dgm:pt>
    <dgm:pt modelId="{59900630-2C5F-4314-A018-A5B2994EA887}">
      <dgm:prSet phldrT="[テキスト]"/>
      <dgm:spPr/>
      <dgm:t>
        <a:bodyPr/>
        <a:lstStyle/>
        <a:p>
          <a:r>
            <a:rPr kumimoji="1" lang="en-US" altLang="ja-JP" dirty="0"/>
            <a:t>CCCCC</a:t>
          </a:r>
          <a:endParaRPr kumimoji="1" lang="ja-JP" altLang="en-US" dirty="0"/>
        </a:p>
      </dgm:t>
    </dgm:pt>
    <dgm:pt modelId="{601C444D-253A-4539-91D8-018B88BA0C85}" type="parTrans" cxnId="{59D3A4E9-13E7-4251-B207-2055AD56101A}">
      <dgm:prSet/>
      <dgm:spPr/>
      <dgm:t>
        <a:bodyPr/>
        <a:lstStyle/>
        <a:p>
          <a:endParaRPr kumimoji="1" lang="ja-JP" altLang="en-US"/>
        </a:p>
      </dgm:t>
    </dgm:pt>
    <dgm:pt modelId="{61565770-8950-47E8-91EC-83967CC92775}" type="sibTrans" cxnId="{59D3A4E9-13E7-4251-B207-2055AD56101A}">
      <dgm:prSet/>
      <dgm:spPr/>
      <dgm:t>
        <a:bodyPr/>
        <a:lstStyle/>
        <a:p>
          <a:endParaRPr kumimoji="1" lang="ja-JP" altLang="en-US"/>
        </a:p>
      </dgm:t>
    </dgm:pt>
    <dgm:pt modelId="{08C89923-96F9-4F96-B145-729D6F80158D}">
      <dgm:prSet phldrT="[テキスト]"/>
      <dgm:spPr/>
      <dgm:t>
        <a:bodyPr/>
        <a:lstStyle/>
        <a:p>
          <a:r>
            <a:rPr kumimoji="1" lang="en-US" altLang="ja-JP" dirty="0"/>
            <a:t>DDDDD</a:t>
          </a:r>
          <a:endParaRPr kumimoji="1" lang="ja-JP" altLang="en-US" dirty="0"/>
        </a:p>
      </dgm:t>
    </dgm:pt>
    <dgm:pt modelId="{AB7FBA67-C31E-4C0F-9F3D-AF5CCF503F50}" type="parTrans" cxnId="{E3C6694C-7627-4AC7-8825-DA5F18128A03}">
      <dgm:prSet/>
      <dgm:spPr/>
      <dgm:t>
        <a:bodyPr/>
        <a:lstStyle/>
        <a:p>
          <a:endParaRPr kumimoji="1" lang="ja-JP" altLang="en-US"/>
        </a:p>
      </dgm:t>
    </dgm:pt>
    <dgm:pt modelId="{FB9B4918-A958-487E-A3A3-0D9A86EB82E5}" type="sibTrans" cxnId="{E3C6694C-7627-4AC7-8825-DA5F18128A03}">
      <dgm:prSet/>
      <dgm:spPr/>
      <dgm:t>
        <a:bodyPr/>
        <a:lstStyle/>
        <a:p>
          <a:endParaRPr kumimoji="1" lang="ja-JP" altLang="en-US"/>
        </a:p>
      </dgm:t>
    </dgm:pt>
    <dgm:pt modelId="{C0C08759-2129-49BD-BE32-509DDE9B8F04}" type="pres">
      <dgm:prSet presAssocID="{EFDFD038-BED9-473A-BB41-5818159074A0}" presName="Name0" presStyleCnt="0">
        <dgm:presLayoutVars>
          <dgm:chMax val="4"/>
          <dgm:resizeHandles val="exact"/>
        </dgm:presLayoutVars>
      </dgm:prSet>
      <dgm:spPr/>
    </dgm:pt>
    <dgm:pt modelId="{C72DEB53-CB64-4D7F-9C31-971ADB656404}" type="pres">
      <dgm:prSet presAssocID="{EFDFD038-BED9-473A-BB41-5818159074A0}" presName="ellipse" presStyleLbl="trBgShp" presStyleIdx="0" presStyleCnt="1"/>
      <dgm:spPr/>
    </dgm:pt>
    <dgm:pt modelId="{B237B8EA-3701-473F-80CB-1076F1F1454E}" type="pres">
      <dgm:prSet presAssocID="{EFDFD038-BED9-473A-BB41-5818159074A0}" presName="arrow1" presStyleLbl="fgShp" presStyleIdx="0" presStyleCnt="1"/>
      <dgm:spPr/>
    </dgm:pt>
    <dgm:pt modelId="{C8360CB9-981B-447A-B5B7-EB5E58BB89AA}" type="pres">
      <dgm:prSet presAssocID="{EFDFD038-BED9-473A-BB41-5818159074A0}" presName="rectangle" presStyleLbl="revTx" presStyleIdx="0" presStyleCnt="1">
        <dgm:presLayoutVars>
          <dgm:bulletEnabled val="1"/>
        </dgm:presLayoutVars>
      </dgm:prSet>
      <dgm:spPr/>
    </dgm:pt>
    <dgm:pt modelId="{AA11931B-3EC6-4501-912B-0B40D3D1231F}" type="pres">
      <dgm:prSet presAssocID="{DA00D92C-E5D8-4D4A-A887-ADD48A24C744}" presName="item1" presStyleLbl="node1" presStyleIdx="0" presStyleCnt="3">
        <dgm:presLayoutVars>
          <dgm:bulletEnabled val="1"/>
        </dgm:presLayoutVars>
      </dgm:prSet>
      <dgm:spPr/>
    </dgm:pt>
    <dgm:pt modelId="{2BD5DB07-EDA5-4EAF-8E12-53D6D6FDCB5B}" type="pres">
      <dgm:prSet presAssocID="{59900630-2C5F-4314-A018-A5B2994EA887}" presName="item2" presStyleLbl="node1" presStyleIdx="1" presStyleCnt="3">
        <dgm:presLayoutVars>
          <dgm:bulletEnabled val="1"/>
        </dgm:presLayoutVars>
      </dgm:prSet>
      <dgm:spPr/>
    </dgm:pt>
    <dgm:pt modelId="{CC684B59-5EF0-4E58-80BC-37B4A78E23B1}" type="pres">
      <dgm:prSet presAssocID="{08C89923-96F9-4F96-B145-729D6F80158D}" presName="item3" presStyleLbl="node1" presStyleIdx="2" presStyleCnt="3">
        <dgm:presLayoutVars>
          <dgm:bulletEnabled val="1"/>
        </dgm:presLayoutVars>
      </dgm:prSet>
      <dgm:spPr/>
    </dgm:pt>
    <dgm:pt modelId="{0EEBF24F-FFF0-4B05-9AD5-EB31745BE0FF}" type="pres">
      <dgm:prSet presAssocID="{EFDFD038-BED9-473A-BB41-5818159074A0}" presName="funnel" presStyleLbl="trAlignAcc1" presStyleIdx="0" presStyleCnt="1"/>
      <dgm:spPr/>
    </dgm:pt>
  </dgm:ptLst>
  <dgm:cxnLst>
    <dgm:cxn modelId="{5FF88E00-2E35-4CCA-8B12-ACABB15D1C2D}" type="presOf" srcId="{8FD14D91-2715-415D-B65F-FB496C95E08B}" destId="{CC684B59-5EF0-4E58-80BC-37B4A78E23B1}" srcOrd="0" destOrd="0" presId="urn:microsoft.com/office/officeart/2005/8/layout/funnel1"/>
    <dgm:cxn modelId="{74D94208-36CC-4351-88C8-11F2EB8D3171}" srcId="{EFDFD038-BED9-473A-BB41-5818159074A0}" destId="{DA00D92C-E5D8-4D4A-A887-ADD48A24C744}" srcOrd="1" destOrd="0" parTransId="{A5E8F1E8-D5FD-4893-AED0-FEA087B1E01D}" sibTransId="{E2DC1775-CDE8-4D56-AA97-46D09876A9D0}"/>
    <dgm:cxn modelId="{0F60403C-9ECB-4AB7-894E-DEB35EBC9FDF}" type="presOf" srcId="{EFDFD038-BED9-473A-BB41-5818159074A0}" destId="{C0C08759-2129-49BD-BE32-509DDE9B8F04}" srcOrd="0" destOrd="0" presId="urn:microsoft.com/office/officeart/2005/8/layout/funnel1"/>
    <dgm:cxn modelId="{A57C8267-0DB7-4C67-A47E-C46AED662233}" srcId="{EFDFD038-BED9-473A-BB41-5818159074A0}" destId="{8FD14D91-2715-415D-B65F-FB496C95E08B}" srcOrd="0" destOrd="0" parTransId="{F2B5BA0A-BB65-47FB-B157-22B5579B62A9}" sibTransId="{7D9C64C5-0A4F-4AF2-A7DF-1302D1F60CD3}"/>
    <dgm:cxn modelId="{E3C6694C-7627-4AC7-8825-DA5F18128A03}" srcId="{EFDFD038-BED9-473A-BB41-5818159074A0}" destId="{08C89923-96F9-4F96-B145-729D6F80158D}" srcOrd="3" destOrd="0" parTransId="{AB7FBA67-C31E-4C0F-9F3D-AF5CCF503F50}" sibTransId="{FB9B4918-A958-487E-A3A3-0D9A86EB82E5}"/>
    <dgm:cxn modelId="{728A0070-5830-43CA-B751-84DD0C10A2AC}" type="presOf" srcId="{08C89923-96F9-4F96-B145-729D6F80158D}" destId="{C8360CB9-981B-447A-B5B7-EB5E58BB89AA}" srcOrd="0" destOrd="0" presId="urn:microsoft.com/office/officeart/2005/8/layout/funnel1"/>
    <dgm:cxn modelId="{E29C70A8-B965-4C8C-AD9C-7A13712E4D75}" type="presOf" srcId="{59900630-2C5F-4314-A018-A5B2994EA887}" destId="{AA11931B-3EC6-4501-912B-0B40D3D1231F}" srcOrd="0" destOrd="0" presId="urn:microsoft.com/office/officeart/2005/8/layout/funnel1"/>
    <dgm:cxn modelId="{ED5D6BD9-7425-440F-A24A-EDF851C472FD}" type="presOf" srcId="{DA00D92C-E5D8-4D4A-A887-ADD48A24C744}" destId="{2BD5DB07-EDA5-4EAF-8E12-53D6D6FDCB5B}" srcOrd="0" destOrd="0" presId="urn:microsoft.com/office/officeart/2005/8/layout/funnel1"/>
    <dgm:cxn modelId="{59D3A4E9-13E7-4251-B207-2055AD56101A}" srcId="{EFDFD038-BED9-473A-BB41-5818159074A0}" destId="{59900630-2C5F-4314-A018-A5B2994EA887}" srcOrd="2" destOrd="0" parTransId="{601C444D-253A-4539-91D8-018B88BA0C85}" sibTransId="{61565770-8950-47E8-91EC-83967CC92775}"/>
    <dgm:cxn modelId="{78CD9219-17D5-46A5-9C2A-B379B279B86C}" type="presParOf" srcId="{C0C08759-2129-49BD-BE32-509DDE9B8F04}" destId="{C72DEB53-CB64-4D7F-9C31-971ADB656404}" srcOrd="0" destOrd="0" presId="urn:microsoft.com/office/officeart/2005/8/layout/funnel1"/>
    <dgm:cxn modelId="{06439F41-2A73-471B-8F40-468C49B9CB6D}" type="presParOf" srcId="{C0C08759-2129-49BD-BE32-509DDE9B8F04}" destId="{B237B8EA-3701-473F-80CB-1076F1F1454E}" srcOrd="1" destOrd="0" presId="urn:microsoft.com/office/officeart/2005/8/layout/funnel1"/>
    <dgm:cxn modelId="{9319A5C8-422B-4436-877B-4F98C1949610}" type="presParOf" srcId="{C0C08759-2129-49BD-BE32-509DDE9B8F04}" destId="{C8360CB9-981B-447A-B5B7-EB5E58BB89AA}" srcOrd="2" destOrd="0" presId="urn:microsoft.com/office/officeart/2005/8/layout/funnel1"/>
    <dgm:cxn modelId="{78307387-A446-49B2-A479-20FD39BA6933}" type="presParOf" srcId="{C0C08759-2129-49BD-BE32-509DDE9B8F04}" destId="{AA11931B-3EC6-4501-912B-0B40D3D1231F}" srcOrd="3" destOrd="0" presId="urn:microsoft.com/office/officeart/2005/8/layout/funnel1"/>
    <dgm:cxn modelId="{7F37FC6E-BA72-4030-92C8-06E9A4A0B9AD}" type="presParOf" srcId="{C0C08759-2129-49BD-BE32-509DDE9B8F04}" destId="{2BD5DB07-EDA5-4EAF-8E12-53D6D6FDCB5B}" srcOrd="4" destOrd="0" presId="urn:microsoft.com/office/officeart/2005/8/layout/funnel1"/>
    <dgm:cxn modelId="{C26E9635-57CD-49B0-8278-8134EA4BE844}" type="presParOf" srcId="{C0C08759-2129-49BD-BE32-509DDE9B8F04}" destId="{CC684B59-5EF0-4E58-80BC-37B4A78E23B1}" srcOrd="5" destOrd="0" presId="urn:microsoft.com/office/officeart/2005/8/layout/funnel1"/>
    <dgm:cxn modelId="{F12508A5-7B4C-4DCB-A73B-D60283B2C0F3}" type="presParOf" srcId="{C0C08759-2129-49BD-BE32-509DDE9B8F04}" destId="{0EEBF24F-FFF0-4B05-9AD5-EB31745BE0FF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2DEB53-CB64-4D7F-9C31-971ADB656404}">
      <dsp:nvSpPr>
        <dsp:cNvPr id="0" name=""/>
        <dsp:cNvSpPr/>
      </dsp:nvSpPr>
      <dsp:spPr>
        <a:xfrm>
          <a:off x="853064" y="100269"/>
          <a:ext cx="1989970" cy="691090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37B8EA-3701-473F-80CB-1076F1F1454E}">
      <dsp:nvSpPr>
        <dsp:cNvPr id="0" name=""/>
        <dsp:cNvSpPr/>
      </dsp:nvSpPr>
      <dsp:spPr>
        <a:xfrm>
          <a:off x="1658308" y="1792515"/>
          <a:ext cx="385653" cy="246818"/>
        </a:xfrm>
        <a:prstGeom prst="down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360CB9-981B-447A-B5B7-EB5E58BB89AA}">
      <dsp:nvSpPr>
        <dsp:cNvPr id="0" name=""/>
        <dsp:cNvSpPr/>
      </dsp:nvSpPr>
      <dsp:spPr>
        <a:xfrm>
          <a:off x="925567" y="1989970"/>
          <a:ext cx="1851135" cy="4627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600" kern="1200" dirty="0"/>
            <a:t>DDDDD</a:t>
          </a:r>
          <a:endParaRPr kumimoji="1" lang="ja-JP" altLang="en-US" sz="1600" kern="1200" dirty="0"/>
        </a:p>
      </dsp:txBody>
      <dsp:txXfrm>
        <a:off x="925567" y="1989970"/>
        <a:ext cx="1851135" cy="462783"/>
      </dsp:txXfrm>
    </dsp:sp>
    <dsp:sp modelId="{AA11931B-3EC6-4501-912B-0B40D3D1231F}">
      <dsp:nvSpPr>
        <dsp:cNvPr id="0" name=""/>
        <dsp:cNvSpPr/>
      </dsp:nvSpPr>
      <dsp:spPr>
        <a:xfrm>
          <a:off x="1576549" y="844734"/>
          <a:ext cx="694175" cy="694175"/>
        </a:xfrm>
        <a:prstGeom prst="ellipse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200" kern="1200" dirty="0"/>
            <a:t>CCCCC</a:t>
          </a:r>
          <a:endParaRPr kumimoji="1" lang="ja-JP" altLang="en-US" sz="1200" kern="1200" dirty="0"/>
        </a:p>
      </dsp:txBody>
      <dsp:txXfrm>
        <a:off x="1678209" y="946394"/>
        <a:ext cx="490855" cy="490855"/>
      </dsp:txXfrm>
    </dsp:sp>
    <dsp:sp modelId="{2BD5DB07-EDA5-4EAF-8E12-53D6D6FDCB5B}">
      <dsp:nvSpPr>
        <dsp:cNvPr id="0" name=""/>
        <dsp:cNvSpPr/>
      </dsp:nvSpPr>
      <dsp:spPr>
        <a:xfrm>
          <a:off x="1079828" y="323948"/>
          <a:ext cx="694175" cy="694175"/>
        </a:xfrm>
        <a:prstGeom prst="ellipse">
          <a:avLst/>
        </a:prstGeom>
        <a:solidFill>
          <a:schemeClr val="accent1">
            <a:shade val="80000"/>
            <a:hueOff val="174641"/>
            <a:satOff val="-3128"/>
            <a:lumOff val="1329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200" kern="1200" dirty="0"/>
            <a:t>BBBBB</a:t>
          </a:r>
          <a:endParaRPr kumimoji="1" lang="ja-JP" altLang="en-US" sz="1200" kern="1200" dirty="0"/>
        </a:p>
      </dsp:txBody>
      <dsp:txXfrm>
        <a:off x="1181488" y="425608"/>
        <a:ext cx="490855" cy="490855"/>
      </dsp:txXfrm>
    </dsp:sp>
    <dsp:sp modelId="{CC684B59-5EF0-4E58-80BC-37B4A78E23B1}">
      <dsp:nvSpPr>
        <dsp:cNvPr id="0" name=""/>
        <dsp:cNvSpPr/>
      </dsp:nvSpPr>
      <dsp:spPr>
        <a:xfrm>
          <a:off x="1789430" y="156112"/>
          <a:ext cx="694175" cy="694175"/>
        </a:xfrm>
        <a:prstGeom prst="ellipse">
          <a:avLst/>
        </a:prstGeom>
        <a:solidFill>
          <a:schemeClr val="accent1">
            <a:shade val="80000"/>
            <a:hueOff val="349283"/>
            <a:satOff val="-6256"/>
            <a:lumOff val="2658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200" kern="1200" dirty="0"/>
            <a:t>AAAAA</a:t>
          </a:r>
          <a:endParaRPr kumimoji="1" lang="ja-JP" altLang="en-US" sz="1200" kern="1200" dirty="0"/>
        </a:p>
      </dsp:txBody>
      <dsp:txXfrm>
        <a:off x="1891090" y="257772"/>
        <a:ext cx="490855" cy="490855"/>
      </dsp:txXfrm>
    </dsp:sp>
    <dsp:sp modelId="{0EEBF24F-FFF0-4B05-9AD5-EB31745BE0FF}">
      <dsp:nvSpPr>
        <dsp:cNvPr id="0" name=""/>
        <dsp:cNvSpPr/>
      </dsp:nvSpPr>
      <dsp:spPr>
        <a:xfrm>
          <a:off x="771306" y="15426"/>
          <a:ext cx="2159657" cy="1727726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B7EAABA2-9DF3-48F9-933D-878FBD39062D}"/>
              </a:ext>
            </a:extLst>
          </p:cNvPr>
          <p:cNvSpPr/>
          <p:nvPr/>
        </p:nvSpPr>
        <p:spPr>
          <a:xfrm>
            <a:off x="344488" y="1271425"/>
            <a:ext cx="9217026" cy="518124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CECF344-6E42-44F1-9CE7-D246931529E9}"/>
              </a:ext>
            </a:extLst>
          </p:cNvPr>
          <p:cNvSpPr/>
          <p:nvPr/>
        </p:nvSpPr>
        <p:spPr>
          <a:xfrm>
            <a:off x="344488" y="365274"/>
            <a:ext cx="9217026" cy="90137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EA93778-8238-496D-BD66-F31640581698}"/>
              </a:ext>
            </a:extLst>
          </p:cNvPr>
          <p:cNvSpPr txBox="1"/>
          <p:nvPr/>
        </p:nvSpPr>
        <p:spPr>
          <a:xfrm>
            <a:off x="1410592" y="585554"/>
            <a:ext cx="7084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74F059A3-7BB8-41C3-B9B4-ED297F7730A5}"/>
              </a:ext>
            </a:extLst>
          </p:cNvPr>
          <p:cNvSpPr/>
          <p:nvPr/>
        </p:nvSpPr>
        <p:spPr>
          <a:xfrm>
            <a:off x="3260651" y="2307587"/>
            <a:ext cx="3384699" cy="4145084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73818CF7-2F7E-4F96-B4BC-9C7E4DD23650}"/>
              </a:ext>
            </a:extLst>
          </p:cNvPr>
          <p:cNvSpPr/>
          <p:nvPr/>
        </p:nvSpPr>
        <p:spPr>
          <a:xfrm>
            <a:off x="3257244" y="1912639"/>
            <a:ext cx="3384682" cy="397039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A5CD0D54-70DD-4F75-ACD7-634E005CB342}"/>
              </a:ext>
            </a:extLst>
          </p:cNvPr>
          <p:cNvSpPr txBox="1"/>
          <p:nvPr/>
        </p:nvSpPr>
        <p:spPr>
          <a:xfrm>
            <a:off x="4301513" y="1955701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ja-JP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矢印: 五方向 4">
            <a:extLst>
              <a:ext uri="{FF2B5EF4-FFF2-40B4-BE49-F238E27FC236}">
                <a16:creationId xmlns:a16="http://schemas.microsoft.com/office/drawing/2014/main" id="{66D145FE-C816-4F54-940A-F26AB466B24F}"/>
              </a:ext>
            </a:extLst>
          </p:cNvPr>
          <p:cNvSpPr/>
          <p:nvPr/>
        </p:nvSpPr>
        <p:spPr>
          <a:xfrm rot="5400000">
            <a:off x="865512" y="1786563"/>
            <a:ext cx="1872000" cy="2914049"/>
          </a:xfrm>
          <a:prstGeom prst="homePlate">
            <a:avLst>
              <a:gd name="adj" fmla="val 14854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ADF2B78-53FF-4BA3-BC93-207DE7F40390}"/>
              </a:ext>
            </a:extLst>
          </p:cNvPr>
          <p:cNvSpPr txBox="1"/>
          <p:nvPr/>
        </p:nvSpPr>
        <p:spPr>
          <a:xfrm>
            <a:off x="452176" y="2583613"/>
            <a:ext cx="27006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BFBC765-FD3C-444E-8A02-B2457C3B801E}"/>
              </a:ext>
            </a:extLst>
          </p:cNvPr>
          <p:cNvSpPr/>
          <p:nvPr/>
        </p:nvSpPr>
        <p:spPr>
          <a:xfrm>
            <a:off x="344488" y="1911589"/>
            <a:ext cx="2916000" cy="396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D9FBC41-3421-4FD9-BF0F-E737454EFAB8}"/>
              </a:ext>
            </a:extLst>
          </p:cNvPr>
          <p:cNvSpPr txBox="1"/>
          <p:nvPr/>
        </p:nvSpPr>
        <p:spPr>
          <a:xfrm>
            <a:off x="1154416" y="1955701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ja-JP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96EFA62-2D6E-44F9-B774-68F6FAA4FD19}"/>
              </a:ext>
            </a:extLst>
          </p:cNvPr>
          <p:cNvSpPr/>
          <p:nvPr/>
        </p:nvSpPr>
        <p:spPr>
          <a:xfrm>
            <a:off x="344488" y="4184737"/>
            <a:ext cx="2916000" cy="396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57C34E7-4552-4A2E-B58F-F071E72F5D6F}"/>
              </a:ext>
            </a:extLst>
          </p:cNvPr>
          <p:cNvSpPr txBox="1"/>
          <p:nvPr/>
        </p:nvSpPr>
        <p:spPr>
          <a:xfrm>
            <a:off x="1154416" y="4228849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ja-JP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569EF426-27A2-42D9-AECC-386F04FA130A}"/>
              </a:ext>
            </a:extLst>
          </p:cNvPr>
          <p:cNvSpPr txBox="1"/>
          <p:nvPr/>
        </p:nvSpPr>
        <p:spPr>
          <a:xfrm>
            <a:off x="452176" y="4863654"/>
            <a:ext cx="27006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1756FBA7-355C-4063-A375-1B87E7189063}"/>
              </a:ext>
            </a:extLst>
          </p:cNvPr>
          <p:cNvSpPr/>
          <p:nvPr/>
        </p:nvSpPr>
        <p:spPr>
          <a:xfrm rot="5400000">
            <a:off x="865512" y="4064795"/>
            <a:ext cx="1872000" cy="2914049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矢印: 五方向 43">
            <a:extLst>
              <a:ext uri="{FF2B5EF4-FFF2-40B4-BE49-F238E27FC236}">
                <a16:creationId xmlns:a16="http://schemas.microsoft.com/office/drawing/2014/main" id="{716E3474-3584-4293-BB12-1CB47D3402C8}"/>
              </a:ext>
            </a:extLst>
          </p:cNvPr>
          <p:cNvSpPr/>
          <p:nvPr/>
        </p:nvSpPr>
        <p:spPr>
          <a:xfrm rot="5400000">
            <a:off x="7385236" y="1569816"/>
            <a:ext cx="1438504" cy="2914049"/>
          </a:xfrm>
          <a:prstGeom prst="homePlate">
            <a:avLst>
              <a:gd name="adj" fmla="val 17503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00865F0C-392A-431B-814F-0FE702A54DA3}"/>
              </a:ext>
            </a:extLst>
          </p:cNvPr>
          <p:cNvSpPr txBox="1"/>
          <p:nvPr/>
        </p:nvSpPr>
        <p:spPr>
          <a:xfrm>
            <a:off x="6755152" y="2583614"/>
            <a:ext cx="27006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17BB3C4A-7175-4D01-83F7-AC673327E1D8}"/>
              </a:ext>
            </a:extLst>
          </p:cNvPr>
          <p:cNvSpPr/>
          <p:nvPr/>
        </p:nvSpPr>
        <p:spPr>
          <a:xfrm>
            <a:off x="6645083" y="1911590"/>
            <a:ext cx="2916000" cy="396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B51A10E1-5040-42BB-BBD3-4C9E7578767B}"/>
              </a:ext>
            </a:extLst>
          </p:cNvPr>
          <p:cNvSpPr txBox="1"/>
          <p:nvPr/>
        </p:nvSpPr>
        <p:spPr>
          <a:xfrm>
            <a:off x="7457392" y="1955702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ja-JP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A70E08E9-8550-4B96-929B-408971CDC00B}"/>
              </a:ext>
            </a:extLst>
          </p:cNvPr>
          <p:cNvSpPr/>
          <p:nvPr/>
        </p:nvSpPr>
        <p:spPr>
          <a:xfrm rot="5400000">
            <a:off x="7671439" y="4562599"/>
            <a:ext cx="866096" cy="2914049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ひし形 2">
            <a:extLst>
              <a:ext uri="{FF2B5EF4-FFF2-40B4-BE49-F238E27FC236}">
                <a16:creationId xmlns:a16="http://schemas.microsoft.com/office/drawing/2014/main" id="{C1DF362E-43B3-4EC3-8889-45716B6D3514}"/>
              </a:ext>
            </a:extLst>
          </p:cNvPr>
          <p:cNvSpPr/>
          <p:nvPr/>
        </p:nvSpPr>
        <p:spPr>
          <a:xfrm>
            <a:off x="2448608" y="1266275"/>
            <a:ext cx="5008784" cy="641214"/>
          </a:xfrm>
          <a:prstGeom prst="diamond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34ADF1EB-652F-4BBB-8D64-EB72C429FAB0}"/>
              </a:ext>
            </a:extLst>
          </p:cNvPr>
          <p:cNvSpPr txBox="1"/>
          <p:nvPr/>
        </p:nvSpPr>
        <p:spPr>
          <a:xfrm>
            <a:off x="3698395" y="1427869"/>
            <a:ext cx="25023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17D7DBFB-BD71-4CC4-BDB4-8C98281D3D9B}"/>
              </a:ext>
            </a:extLst>
          </p:cNvPr>
          <p:cNvSpPr txBox="1"/>
          <p:nvPr/>
        </p:nvSpPr>
        <p:spPr>
          <a:xfrm>
            <a:off x="452176" y="4863653"/>
            <a:ext cx="27006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graphicFrame>
        <p:nvGraphicFramePr>
          <p:cNvPr id="8" name="図表 7">
            <a:extLst>
              <a:ext uri="{FF2B5EF4-FFF2-40B4-BE49-F238E27FC236}">
                <a16:creationId xmlns:a16="http://schemas.microsoft.com/office/drawing/2014/main" id="{E84D8BBF-AE29-4C73-9666-FA577AA383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4515063"/>
              </p:ext>
            </p:extLst>
          </p:nvPr>
        </p:nvGraphicFramePr>
        <p:xfrm>
          <a:off x="3098450" y="3299640"/>
          <a:ext cx="3702270" cy="2468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6" name="矢印: 五方向 35">
            <a:extLst>
              <a:ext uri="{FF2B5EF4-FFF2-40B4-BE49-F238E27FC236}">
                <a16:creationId xmlns:a16="http://schemas.microsoft.com/office/drawing/2014/main" id="{62CD7284-9DF9-4A8E-BB89-A21F2CEB27EC}"/>
              </a:ext>
            </a:extLst>
          </p:cNvPr>
          <p:cNvSpPr/>
          <p:nvPr/>
        </p:nvSpPr>
        <p:spPr>
          <a:xfrm rot="5400000">
            <a:off x="7385236" y="3411380"/>
            <a:ext cx="1438504" cy="2914049"/>
          </a:xfrm>
          <a:prstGeom prst="homePlate">
            <a:avLst>
              <a:gd name="adj" fmla="val 17503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E164923C-FABC-422F-B4EA-218A9961821A}"/>
              </a:ext>
            </a:extLst>
          </p:cNvPr>
          <p:cNvSpPr txBox="1"/>
          <p:nvPr/>
        </p:nvSpPr>
        <p:spPr>
          <a:xfrm>
            <a:off x="6755152" y="4425178"/>
            <a:ext cx="27006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1675C435-80B8-49FB-B388-E28BF0F4E6FD}"/>
              </a:ext>
            </a:extLst>
          </p:cNvPr>
          <p:cNvSpPr/>
          <p:nvPr/>
        </p:nvSpPr>
        <p:spPr>
          <a:xfrm>
            <a:off x="6645083" y="3753154"/>
            <a:ext cx="2916000" cy="396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3872B61B-205C-4848-AE5F-08CE982C1246}"/>
              </a:ext>
            </a:extLst>
          </p:cNvPr>
          <p:cNvSpPr txBox="1"/>
          <p:nvPr/>
        </p:nvSpPr>
        <p:spPr>
          <a:xfrm>
            <a:off x="7457392" y="3797266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ja-JP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ECB59AC6-6FFA-4F0C-8FFE-C1F117143E78}"/>
              </a:ext>
            </a:extLst>
          </p:cNvPr>
          <p:cNvSpPr txBox="1"/>
          <p:nvPr/>
        </p:nvSpPr>
        <p:spPr>
          <a:xfrm>
            <a:off x="6755152" y="5840200"/>
            <a:ext cx="27006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300</TotalTime>
  <Words>415</Words>
  <Application>Microsoft Office PowerPoint</Application>
  <PresentationFormat>A4 210 x 297 mm</PresentationFormat>
  <Paragraphs>17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45</cp:revision>
  <dcterms:created xsi:type="dcterms:W3CDTF">2017-11-09T07:26:57Z</dcterms:created>
  <dcterms:modified xsi:type="dcterms:W3CDTF">2018-03-23T00:57:08Z</dcterms:modified>
</cp:coreProperties>
</file>