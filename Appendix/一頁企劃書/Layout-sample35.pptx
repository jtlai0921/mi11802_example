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04-4647-BDE6-2884F46024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04-4647-BDE6-2884F46024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04-4647-BDE6-2884F4602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7606783"/>
        <c:axId val="271011919"/>
      </c:barChart>
      <c:catAx>
        <c:axId val="377606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1011919"/>
        <c:crosses val="autoZero"/>
        <c:auto val="1"/>
        <c:lblAlgn val="ctr"/>
        <c:lblOffset val="100"/>
        <c:noMultiLvlLbl val="0"/>
      </c:catAx>
      <c:valAx>
        <c:axId val="271011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7760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D491195-DC95-4E36-A1B9-869638A53686}"/>
              </a:ext>
            </a:extLst>
          </p:cNvPr>
          <p:cNvSpPr/>
          <p:nvPr/>
        </p:nvSpPr>
        <p:spPr>
          <a:xfrm>
            <a:off x="272035" y="2889360"/>
            <a:ext cx="6211015" cy="378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2AD39A-40F5-4851-9C4A-581083FE566B}"/>
              </a:ext>
            </a:extLst>
          </p:cNvPr>
          <p:cNvSpPr/>
          <p:nvPr/>
        </p:nvSpPr>
        <p:spPr>
          <a:xfrm>
            <a:off x="273144" y="188640"/>
            <a:ext cx="9359855" cy="61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F9AD1A-A245-4452-8C7F-5A95D70546F3}"/>
              </a:ext>
            </a:extLst>
          </p:cNvPr>
          <p:cNvSpPr txBox="1"/>
          <p:nvPr/>
        </p:nvSpPr>
        <p:spPr>
          <a:xfrm>
            <a:off x="3321784" y="29458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ECDFFD-7C91-4DAF-9036-E2C77DDAD020}"/>
              </a:ext>
            </a:extLst>
          </p:cNvPr>
          <p:cNvSpPr txBox="1"/>
          <p:nvPr/>
        </p:nvSpPr>
        <p:spPr>
          <a:xfrm>
            <a:off x="2027662" y="3139999"/>
            <a:ext cx="271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0C8C115-C25F-4ED0-BD70-3DE99A198914}"/>
              </a:ext>
            </a:extLst>
          </p:cNvPr>
          <p:cNvSpPr/>
          <p:nvPr/>
        </p:nvSpPr>
        <p:spPr>
          <a:xfrm>
            <a:off x="273144" y="908720"/>
            <a:ext cx="359842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7BAB844-36D6-4346-B65B-42CBC0FF31E9}"/>
              </a:ext>
            </a:extLst>
          </p:cNvPr>
          <p:cNvSpPr/>
          <p:nvPr/>
        </p:nvSpPr>
        <p:spPr>
          <a:xfrm>
            <a:off x="634131" y="908720"/>
            <a:ext cx="2700000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2517536-BB0E-48BC-989C-20D571413013}"/>
              </a:ext>
            </a:extLst>
          </p:cNvPr>
          <p:cNvSpPr txBox="1"/>
          <p:nvPr/>
        </p:nvSpPr>
        <p:spPr>
          <a:xfrm>
            <a:off x="272035" y="1412671"/>
            <a:ext cx="369332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84563ED-F649-4F4F-A5C2-74353A74BB5D}"/>
              </a:ext>
            </a:extLst>
          </p:cNvPr>
          <p:cNvSpPr/>
          <p:nvPr/>
        </p:nvSpPr>
        <p:spPr>
          <a:xfrm>
            <a:off x="3422063" y="908702"/>
            <a:ext cx="359842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048BAC-90EE-4B7B-9147-E560BC47CB03}"/>
              </a:ext>
            </a:extLst>
          </p:cNvPr>
          <p:cNvSpPr/>
          <p:nvPr/>
        </p:nvSpPr>
        <p:spPr>
          <a:xfrm>
            <a:off x="3783050" y="908702"/>
            <a:ext cx="2700000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420FAEA-881C-47C7-B036-F0FAA22CFF35}"/>
              </a:ext>
            </a:extLst>
          </p:cNvPr>
          <p:cNvSpPr/>
          <p:nvPr/>
        </p:nvSpPr>
        <p:spPr>
          <a:xfrm>
            <a:off x="6572978" y="908720"/>
            <a:ext cx="359842" cy="378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C337F55-D1F6-4A8C-ADAF-E8CA0B41BDB9}"/>
              </a:ext>
            </a:extLst>
          </p:cNvPr>
          <p:cNvSpPr/>
          <p:nvPr/>
        </p:nvSpPr>
        <p:spPr>
          <a:xfrm>
            <a:off x="6933965" y="908720"/>
            <a:ext cx="2700000" cy="378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A3F4089-BFB1-4229-A142-E2A40D06B493}"/>
              </a:ext>
            </a:extLst>
          </p:cNvPr>
          <p:cNvSpPr/>
          <p:nvPr/>
        </p:nvSpPr>
        <p:spPr>
          <a:xfrm>
            <a:off x="6572533" y="4797360"/>
            <a:ext cx="359842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521DB79-B335-4338-9484-326C665B2EE8}"/>
              </a:ext>
            </a:extLst>
          </p:cNvPr>
          <p:cNvSpPr/>
          <p:nvPr/>
        </p:nvSpPr>
        <p:spPr>
          <a:xfrm>
            <a:off x="6933520" y="4797360"/>
            <a:ext cx="2700000" cy="1872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8782D43-A127-4698-812E-33C1EF5D159F}"/>
              </a:ext>
            </a:extLst>
          </p:cNvPr>
          <p:cNvSpPr txBox="1"/>
          <p:nvPr/>
        </p:nvSpPr>
        <p:spPr>
          <a:xfrm>
            <a:off x="3416898" y="1412671"/>
            <a:ext cx="369332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116C12D-2005-48D0-8ED7-1A964C905383}"/>
              </a:ext>
            </a:extLst>
          </p:cNvPr>
          <p:cNvSpPr txBox="1"/>
          <p:nvPr/>
        </p:nvSpPr>
        <p:spPr>
          <a:xfrm>
            <a:off x="6572865" y="2362341"/>
            <a:ext cx="369332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F98C2AD-F148-4AFB-83F1-2893F1200AB3}"/>
              </a:ext>
            </a:extLst>
          </p:cNvPr>
          <p:cNvSpPr txBox="1"/>
          <p:nvPr/>
        </p:nvSpPr>
        <p:spPr>
          <a:xfrm>
            <a:off x="6572865" y="5308637"/>
            <a:ext cx="369332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BE9E3CB-03AE-47A4-992B-1A5D70C85C47}"/>
              </a:ext>
            </a:extLst>
          </p:cNvPr>
          <p:cNvSpPr txBox="1"/>
          <p:nvPr/>
        </p:nvSpPr>
        <p:spPr>
          <a:xfrm>
            <a:off x="771641" y="137564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91C0CC2-614D-42A5-AA72-34DB82D2E2A7}"/>
              </a:ext>
            </a:extLst>
          </p:cNvPr>
          <p:cNvSpPr txBox="1"/>
          <p:nvPr/>
        </p:nvSpPr>
        <p:spPr>
          <a:xfrm>
            <a:off x="3932251" y="137564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502F167-1EEB-459A-A6B0-3D80EC95D25C}"/>
              </a:ext>
            </a:extLst>
          </p:cNvPr>
          <p:cNvSpPr txBox="1"/>
          <p:nvPr/>
        </p:nvSpPr>
        <p:spPr>
          <a:xfrm>
            <a:off x="7077237" y="5264000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B815812-388E-4E06-AF2F-B6BA9BC3A319}"/>
              </a:ext>
            </a:extLst>
          </p:cNvPr>
          <p:cNvSpPr txBox="1"/>
          <p:nvPr/>
        </p:nvSpPr>
        <p:spPr>
          <a:xfrm>
            <a:off x="7077237" y="1909047"/>
            <a:ext cx="24015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</a:t>
            </a:r>
            <a:endParaRPr lang="en-US" altLang="ja-JP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</a:t>
            </a:r>
            <a:endParaRPr lang="en-US" altLang="ja-JP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1" name="グラフ 40">
            <a:extLst>
              <a:ext uri="{FF2B5EF4-FFF2-40B4-BE49-F238E27FC236}">
                <a16:creationId xmlns:a16="http://schemas.microsoft.com/office/drawing/2014/main" id="{C8BF3A1F-AE7D-4463-8321-631BEE4B5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309756"/>
              </p:ext>
            </p:extLst>
          </p:nvPr>
        </p:nvGraphicFramePr>
        <p:xfrm>
          <a:off x="1332758" y="3667637"/>
          <a:ext cx="4168279" cy="2794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368</Words>
  <Application>Microsoft Office PowerPoint</Application>
  <PresentationFormat>A4 210 x 297 mm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29</cp:revision>
  <dcterms:created xsi:type="dcterms:W3CDTF">2017-11-09T07:26:57Z</dcterms:created>
  <dcterms:modified xsi:type="dcterms:W3CDTF">2018-03-02T06:35:53Z</dcterms:modified>
</cp:coreProperties>
</file>