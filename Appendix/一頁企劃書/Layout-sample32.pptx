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6" d="100"/>
          <a:sy n="86" d="100"/>
        </p:scale>
        <p:origin x="12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2018/3/23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2018/3/23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2018/3/23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2018/3/23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3000" y="189000"/>
            <a:ext cx="9360000" cy="792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14ADE7D-B1C1-4178-846C-640D5AA4B8C8}"/>
              </a:ext>
            </a:extLst>
          </p:cNvPr>
          <p:cNvSpPr/>
          <p:nvPr/>
        </p:nvSpPr>
        <p:spPr>
          <a:xfrm>
            <a:off x="273000" y="981000"/>
            <a:ext cx="4680000" cy="2448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6BD61ED-5461-4362-AF17-D03C387CC418}"/>
              </a:ext>
            </a:extLst>
          </p:cNvPr>
          <p:cNvSpPr/>
          <p:nvPr/>
        </p:nvSpPr>
        <p:spPr>
          <a:xfrm>
            <a:off x="273000" y="3429000"/>
            <a:ext cx="4680000" cy="2448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B443E93-236A-4541-AB8D-92F209F401E9}"/>
              </a:ext>
            </a:extLst>
          </p:cNvPr>
          <p:cNvSpPr/>
          <p:nvPr/>
        </p:nvSpPr>
        <p:spPr>
          <a:xfrm>
            <a:off x="4953000" y="981000"/>
            <a:ext cx="4680000" cy="2448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E9A1202-768B-4844-888F-A2563794E162}"/>
              </a:ext>
            </a:extLst>
          </p:cNvPr>
          <p:cNvSpPr/>
          <p:nvPr/>
        </p:nvSpPr>
        <p:spPr>
          <a:xfrm>
            <a:off x="4953000" y="3429000"/>
            <a:ext cx="4680000" cy="2448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FE29C1A-F548-47E6-BF82-42CD7A884A61}"/>
              </a:ext>
            </a:extLst>
          </p:cNvPr>
          <p:cNvSpPr/>
          <p:nvPr/>
        </p:nvSpPr>
        <p:spPr>
          <a:xfrm>
            <a:off x="273000" y="5877000"/>
            <a:ext cx="9360000" cy="792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43FBF63F-80DC-4C11-9C67-66DE8EBBEA0C}"/>
              </a:ext>
            </a:extLst>
          </p:cNvPr>
          <p:cNvSpPr/>
          <p:nvPr/>
        </p:nvSpPr>
        <p:spPr>
          <a:xfrm>
            <a:off x="3747000" y="2222999"/>
            <a:ext cx="2412000" cy="2412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4BA8459-FAF8-493E-81B9-0E23CCADDAED}"/>
              </a:ext>
            </a:extLst>
          </p:cNvPr>
          <p:cNvSpPr txBox="1"/>
          <p:nvPr/>
        </p:nvSpPr>
        <p:spPr>
          <a:xfrm>
            <a:off x="1410929" y="323390"/>
            <a:ext cx="70841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b="1" spc="-150" dirty="0">
                <a:latin typeface="游ゴシック" panose="020B0400000000000000" pitchFamily="50" charset="-128"/>
                <a:ea typeface="游ゴシック" panose="020B0400000000000000" pitchFamily="50" charset="-128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游ゴシック" panose="020B0400000000000000" pitchFamily="50" charset="-128"/>
              <a:ea typeface="游ゴシック" panose="020B0400000000000000" pitchFamily="50" charset="-128"/>
              <a:cs typeface="Arial" panose="020B0604020202020204" pitchFamily="34" charset="0"/>
            </a:endParaRPr>
          </a:p>
        </p:txBody>
      </p: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2F642158-C2BA-49C7-BA7C-9F11235BB8CB}"/>
              </a:ext>
            </a:extLst>
          </p:cNvPr>
          <p:cNvGrpSpPr/>
          <p:nvPr/>
        </p:nvGrpSpPr>
        <p:grpSpPr>
          <a:xfrm>
            <a:off x="693975" y="1301168"/>
            <a:ext cx="2194191" cy="1430237"/>
            <a:chOff x="693975" y="1301168"/>
            <a:chExt cx="2194191" cy="1430237"/>
          </a:xfrm>
        </p:grpSpPr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D1E780AF-64CE-4623-8784-0A3D8F02596B}"/>
                </a:ext>
              </a:extLst>
            </p:cNvPr>
            <p:cNvSpPr txBox="1"/>
            <p:nvPr/>
          </p:nvSpPr>
          <p:spPr>
            <a:xfrm>
              <a:off x="693975" y="1301168"/>
              <a:ext cx="2194191" cy="938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ja-JP" altLang="en-US" sz="1100" dirty="0">
                  <a:latin typeface="游ゴシック" panose="020B0400000000000000" pitchFamily="50" charset="-128"/>
                  <a:ea typeface="游ゴシック" panose="020B0400000000000000" pitchFamily="50" charset="-128"/>
                  <a:cs typeface="Arial" panose="020B0604020202020204" pitchFamily="34" charset="0"/>
                </a:rPr>
                <a:t>○○○○○○○○○○○○○○○○○○○○○○○○○○○○○○○○○○○○○○○○○○○○○○○○○○○○○○○○○○○○○○○○○○</a:t>
              </a:r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91671438-829B-4875-AF46-448E046F5E06}"/>
                </a:ext>
              </a:extLst>
            </p:cNvPr>
            <p:cNvSpPr/>
            <p:nvPr/>
          </p:nvSpPr>
          <p:spPr>
            <a:xfrm>
              <a:off x="824631" y="2393963"/>
              <a:ext cx="966439" cy="33744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○○○○○</a:t>
              </a:r>
            </a:p>
          </p:txBody>
        </p:sp>
      </p:grp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684181B-9A75-4C4F-ADD8-50459718A17A}"/>
              </a:ext>
            </a:extLst>
          </p:cNvPr>
          <p:cNvSpPr txBox="1"/>
          <p:nvPr/>
        </p:nvSpPr>
        <p:spPr>
          <a:xfrm>
            <a:off x="3672468" y="3136612"/>
            <a:ext cx="25610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600" b="1" spc="-150" dirty="0">
                <a:latin typeface="游ゴシック" panose="020B0400000000000000" pitchFamily="50" charset="-128"/>
                <a:cs typeface="Arial" panose="020B0604020202020204" pitchFamily="34" charset="0"/>
              </a:rPr>
              <a:t>○○○○○○○○○○ ○○○○○○○○○○</a:t>
            </a:r>
            <a:endParaRPr lang="en-US" altLang="ja-JP" sz="1600" b="1" spc="-150" dirty="0">
              <a:latin typeface="游ゴシック" panose="020B0400000000000000" pitchFamily="50" charset="-128"/>
              <a:ea typeface="游ゴシック" panose="020B0400000000000000" pitchFamily="50" charset="-128"/>
              <a:cs typeface="Arial" panose="020B0604020202020204" pitchFamily="34" charset="0"/>
            </a:endParaRPr>
          </a:p>
        </p:txBody>
      </p: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373E4BF0-6C25-4335-8D06-6515194FB770}"/>
              </a:ext>
            </a:extLst>
          </p:cNvPr>
          <p:cNvGrpSpPr/>
          <p:nvPr/>
        </p:nvGrpSpPr>
        <p:grpSpPr>
          <a:xfrm>
            <a:off x="693975" y="3749168"/>
            <a:ext cx="2194191" cy="1430237"/>
            <a:chOff x="693975" y="1301168"/>
            <a:chExt cx="2194191" cy="1430237"/>
          </a:xfrm>
        </p:grpSpPr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FA95DF61-2F69-42D4-B1B4-99FA1AB2C399}"/>
                </a:ext>
              </a:extLst>
            </p:cNvPr>
            <p:cNvSpPr txBox="1"/>
            <p:nvPr/>
          </p:nvSpPr>
          <p:spPr>
            <a:xfrm>
              <a:off x="693975" y="1301168"/>
              <a:ext cx="2194191" cy="938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ja-JP" altLang="en-US" sz="1100" dirty="0">
                  <a:latin typeface="游ゴシック" panose="020B0400000000000000" pitchFamily="50" charset="-128"/>
                  <a:ea typeface="游ゴシック" panose="020B0400000000000000" pitchFamily="50" charset="-128"/>
                  <a:cs typeface="Arial" panose="020B0604020202020204" pitchFamily="34" charset="0"/>
                </a:rPr>
                <a:t>○○○○○○○○○○○○○○○○○○○○○○○○○○○○○○○○○○○○○○○○○○○○○○○○○○○○○○○○○○○○○○○○○○</a:t>
              </a:r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1718DDB2-1604-4A52-8B83-E865FB88341B}"/>
                </a:ext>
              </a:extLst>
            </p:cNvPr>
            <p:cNvSpPr/>
            <p:nvPr/>
          </p:nvSpPr>
          <p:spPr>
            <a:xfrm>
              <a:off x="824631" y="2393963"/>
              <a:ext cx="966439" cy="33744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○○○○○</a:t>
              </a:r>
            </a:p>
          </p:txBody>
        </p:sp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4251EE02-92AF-4CA8-BFC1-2DBEEF0164D1}"/>
              </a:ext>
            </a:extLst>
          </p:cNvPr>
          <p:cNvGrpSpPr/>
          <p:nvPr/>
        </p:nvGrpSpPr>
        <p:grpSpPr>
          <a:xfrm>
            <a:off x="6927507" y="1301168"/>
            <a:ext cx="2194191" cy="1430237"/>
            <a:chOff x="693975" y="1301168"/>
            <a:chExt cx="2194191" cy="1430237"/>
          </a:xfrm>
        </p:grpSpPr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1E306C81-CC55-4CAD-B401-5995F7161977}"/>
                </a:ext>
              </a:extLst>
            </p:cNvPr>
            <p:cNvSpPr txBox="1"/>
            <p:nvPr/>
          </p:nvSpPr>
          <p:spPr>
            <a:xfrm>
              <a:off x="693975" y="1301168"/>
              <a:ext cx="2194191" cy="938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ja-JP" altLang="en-US" sz="1100" dirty="0">
                  <a:latin typeface="游ゴシック" panose="020B0400000000000000" pitchFamily="50" charset="-128"/>
                  <a:ea typeface="游ゴシック" panose="020B0400000000000000" pitchFamily="50" charset="-128"/>
                  <a:cs typeface="Arial" panose="020B0604020202020204" pitchFamily="34" charset="0"/>
                </a:rPr>
                <a:t>○○○○○○○○○○○○○○○○○○○○○○○○○○○○○○○○○○○○○○○○○○○○○○○○○○○○○○○○○○○○○○○○○○</a:t>
              </a:r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987127DD-2298-43E2-B4F7-8AE3C310269C}"/>
                </a:ext>
              </a:extLst>
            </p:cNvPr>
            <p:cNvSpPr/>
            <p:nvPr/>
          </p:nvSpPr>
          <p:spPr>
            <a:xfrm>
              <a:off x="824631" y="2393963"/>
              <a:ext cx="966439" cy="33744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○○○○○</a:t>
              </a:r>
            </a:p>
          </p:txBody>
        </p: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AEDC97E5-6457-41F7-B3EF-55D3F8703195}"/>
              </a:ext>
            </a:extLst>
          </p:cNvPr>
          <p:cNvGrpSpPr/>
          <p:nvPr/>
        </p:nvGrpSpPr>
        <p:grpSpPr>
          <a:xfrm>
            <a:off x="6927507" y="3749168"/>
            <a:ext cx="2194191" cy="1430237"/>
            <a:chOff x="693975" y="1301168"/>
            <a:chExt cx="2194191" cy="1430237"/>
          </a:xfrm>
        </p:grpSpPr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282886F4-AB4E-4249-8970-78F8EB8F0516}"/>
                </a:ext>
              </a:extLst>
            </p:cNvPr>
            <p:cNvSpPr txBox="1"/>
            <p:nvPr/>
          </p:nvSpPr>
          <p:spPr>
            <a:xfrm>
              <a:off x="693975" y="1301168"/>
              <a:ext cx="2194191" cy="938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ja-JP" altLang="en-US" sz="1100" dirty="0">
                  <a:latin typeface="游ゴシック" panose="020B0400000000000000" pitchFamily="50" charset="-128"/>
                  <a:ea typeface="游ゴシック" panose="020B0400000000000000" pitchFamily="50" charset="-128"/>
                  <a:cs typeface="Arial" panose="020B0604020202020204" pitchFamily="34" charset="0"/>
                </a:rPr>
                <a:t>○○○○○○○○○○○○○○○○○○○○○○○○○○○○○○○○○○○○○○○○○○○○○○○○○○○○○○○○○○○○○○○○○○</a:t>
              </a:r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DDCB1996-99AD-4CF7-B759-38989221E1B6}"/>
                </a:ext>
              </a:extLst>
            </p:cNvPr>
            <p:cNvSpPr/>
            <p:nvPr/>
          </p:nvSpPr>
          <p:spPr>
            <a:xfrm>
              <a:off x="824631" y="2393963"/>
              <a:ext cx="966439" cy="33744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○○○○○</a:t>
              </a:r>
            </a:p>
          </p:txBody>
        </p:sp>
      </p:grpSp>
      <p:sp>
        <p:nvSpPr>
          <p:cNvPr id="27" name="二等辺三角形 26">
            <a:extLst>
              <a:ext uri="{FF2B5EF4-FFF2-40B4-BE49-F238E27FC236}">
                <a16:creationId xmlns:a16="http://schemas.microsoft.com/office/drawing/2014/main" id="{677644CD-CFBC-4E3A-A5F3-D13D6B8A16F8}"/>
              </a:ext>
            </a:extLst>
          </p:cNvPr>
          <p:cNvSpPr/>
          <p:nvPr/>
        </p:nvSpPr>
        <p:spPr>
          <a:xfrm rot="5400000">
            <a:off x="270183" y="5879817"/>
            <a:ext cx="792000" cy="786366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 w="38100" cap="sq">
            <a:solidFill>
              <a:schemeClr val="accent1">
                <a:lumMod val="60000"/>
                <a:lumOff val="40000"/>
              </a:schemeClr>
            </a:solidFill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7430F7FD-C9D0-44DD-AB1D-7E4C087906B8}"/>
              </a:ext>
            </a:extLst>
          </p:cNvPr>
          <p:cNvSpPr txBox="1"/>
          <p:nvPr/>
        </p:nvSpPr>
        <p:spPr>
          <a:xfrm>
            <a:off x="1307850" y="6103723"/>
            <a:ext cx="44832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600" b="1" spc="-150" dirty="0">
                <a:latin typeface="游ゴシック" panose="020B0400000000000000" pitchFamily="50" charset="-128"/>
                <a:cs typeface="Arial" panose="020B0604020202020204" pitchFamily="34" charset="0"/>
              </a:rPr>
              <a:t>○○○○○○○○○○○○○○○○○○○○</a:t>
            </a:r>
            <a:endParaRPr lang="en-US" altLang="ja-JP" sz="1600" b="1" spc="-150" dirty="0">
              <a:latin typeface="游ゴシック" panose="020B0400000000000000" pitchFamily="50" charset="-128"/>
              <a:ea typeface="游ゴシック" panose="020B0400000000000000" pitchFamily="50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217</TotalTime>
  <Words>334</Words>
  <Application>Microsoft Office PowerPoint</Application>
  <PresentationFormat>A4 210 x 297 mm</PresentationFormat>
  <Paragraphs>11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游ゴシック</vt:lpstr>
      <vt:lpstr>游ゴシック Light</vt:lpstr>
      <vt:lpstr>Arial</vt:lpstr>
      <vt:lpstr>Calibri</vt:lpstr>
      <vt:lpstr>Calibri Light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WATANABE-note</cp:lastModifiedBy>
  <cp:revision>31</cp:revision>
  <dcterms:created xsi:type="dcterms:W3CDTF">2017-11-09T07:26:57Z</dcterms:created>
  <dcterms:modified xsi:type="dcterms:W3CDTF">2018-03-23T00:34:46Z</dcterms:modified>
</cp:coreProperties>
</file>