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A622BF-C183-4B65-B278-ED48FFB2C461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83771D6-8C1D-4267-A331-7BB5F65C4C86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D04C1269-013A-43E9-944E-08857C9A5E36}" type="parTrans" cxnId="{C12A6A0A-EC10-4780-A526-BC72CF934F2B}">
      <dgm:prSet/>
      <dgm:spPr/>
      <dgm:t>
        <a:bodyPr/>
        <a:lstStyle/>
        <a:p>
          <a:endParaRPr kumimoji="1" lang="ja-JP" altLang="en-US"/>
        </a:p>
      </dgm:t>
    </dgm:pt>
    <dgm:pt modelId="{064ED2D0-3E8B-49B7-B300-0DC13F97E847}" type="sibTrans" cxnId="{C12A6A0A-EC10-4780-A526-BC72CF934F2B}">
      <dgm:prSet/>
      <dgm:spPr/>
      <dgm:t>
        <a:bodyPr/>
        <a:lstStyle/>
        <a:p>
          <a:endParaRPr kumimoji="1" lang="ja-JP" altLang="en-US"/>
        </a:p>
      </dgm:t>
    </dgm:pt>
    <dgm:pt modelId="{3B18ACC0-E211-40FD-AB2B-106FF7E849AC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D34BF142-141A-4C49-AB16-FBEBC101D1B8}" type="parTrans" cxnId="{E45E8714-49EB-425A-A28F-B6766AF78503}">
      <dgm:prSet/>
      <dgm:spPr/>
      <dgm:t>
        <a:bodyPr/>
        <a:lstStyle/>
        <a:p>
          <a:endParaRPr kumimoji="1" lang="ja-JP" altLang="en-US"/>
        </a:p>
      </dgm:t>
    </dgm:pt>
    <dgm:pt modelId="{D8708D38-B075-4CB4-8BF7-8737FCC0AEC8}" type="sibTrans" cxnId="{E45E8714-49EB-425A-A28F-B6766AF78503}">
      <dgm:prSet/>
      <dgm:spPr/>
      <dgm:t>
        <a:bodyPr/>
        <a:lstStyle/>
        <a:p>
          <a:endParaRPr kumimoji="1" lang="ja-JP" altLang="en-US"/>
        </a:p>
      </dgm:t>
    </dgm:pt>
    <dgm:pt modelId="{5D92E15A-C726-4B49-BD77-0F3F13CEAAF0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2DB901AE-E1E7-41C9-939E-6DC96D8C4FA4}" type="parTrans" cxnId="{C9C4713C-E055-4E3B-BB35-47E186F62D5E}">
      <dgm:prSet/>
      <dgm:spPr/>
      <dgm:t>
        <a:bodyPr/>
        <a:lstStyle/>
        <a:p>
          <a:endParaRPr kumimoji="1" lang="ja-JP" altLang="en-US"/>
        </a:p>
      </dgm:t>
    </dgm:pt>
    <dgm:pt modelId="{34B68D90-311D-4072-8077-A578766740CF}" type="sibTrans" cxnId="{C9C4713C-E055-4E3B-BB35-47E186F62D5E}">
      <dgm:prSet/>
      <dgm:spPr/>
      <dgm:t>
        <a:bodyPr/>
        <a:lstStyle/>
        <a:p>
          <a:endParaRPr kumimoji="1" lang="ja-JP" altLang="en-US"/>
        </a:p>
      </dgm:t>
    </dgm:pt>
    <dgm:pt modelId="{04E0015C-8FD6-48D1-89C7-458724047B97}" type="pres">
      <dgm:prSet presAssocID="{00A622BF-C183-4B65-B278-ED48FFB2C461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9D61C083-F1FC-46E8-AD31-9F54363460A2}" type="pres">
      <dgm:prSet presAssocID="{F83771D6-8C1D-4267-A331-7BB5F65C4C86}" presName="Accent1" presStyleCnt="0"/>
      <dgm:spPr/>
    </dgm:pt>
    <dgm:pt modelId="{2F913E70-5130-4D38-93D0-EF4F03442C79}" type="pres">
      <dgm:prSet presAssocID="{F83771D6-8C1D-4267-A331-7BB5F65C4C86}" presName="Accent" presStyleLbl="node1" presStyleIdx="0" presStyleCnt="3"/>
      <dgm:spPr/>
    </dgm:pt>
    <dgm:pt modelId="{61E60008-C6DB-4C12-A590-4675A6399E3B}" type="pres">
      <dgm:prSet presAssocID="{F83771D6-8C1D-4267-A331-7BB5F65C4C86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A4F8E69A-D9B4-415C-B638-20041FB43DB1}" type="pres">
      <dgm:prSet presAssocID="{3B18ACC0-E211-40FD-AB2B-106FF7E849AC}" presName="Accent2" presStyleCnt="0"/>
      <dgm:spPr/>
    </dgm:pt>
    <dgm:pt modelId="{9F40B508-0CA3-4DD5-B094-B46AA898B23D}" type="pres">
      <dgm:prSet presAssocID="{3B18ACC0-E211-40FD-AB2B-106FF7E849AC}" presName="Accent" presStyleLbl="node1" presStyleIdx="1" presStyleCnt="3"/>
      <dgm:spPr/>
    </dgm:pt>
    <dgm:pt modelId="{95A16A9E-C4E6-4ED0-B8CF-1E5F3F19D14B}" type="pres">
      <dgm:prSet presAssocID="{3B18ACC0-E211-40FD-AB2B-106FF7E849A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91041408-D9B1-4B69-8026-B5102818E518}" type="pres">
      <dgm:prSet presAssocID="{5D92E15A-C726-4B49-BD77-0F3F13CEAAF0}" presName="Accent3" presStyleCnt="0"/>
      <dgm:spPr/>
    </dgm:pt>
    <dgm:pt modelId="{147F27E5-BCA4-4100-9412-579C1251289F}" type="pres">
      <dgm:prSet presAssocID="{5D92E15A-C726-4B49-BD77-0F3F13CEAAF0}" presName="Accent" presStyleLbl="node1" presStyleIdx="2" presStyleCnt="3"/>
      <dgm:spPr/>
    </dgm:pt>
    <dgm:pt modelId="{C5676F5C-92D0-457C-AB3C-BF6243D0DCA1}" type="pres">
      <dgm:prSet presAssocID="{5D92E15A-C726-4B49-BD77-0F3F13CEAAF0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C12A6A0A-EC10-4780-A526-BC72CF934F2B}" srcId="{00A622BF-C183-4B65-B278-ED48FFB2C461}" destId="{F83771D6-8C1D-4267-A331-7BB5F65C4C86}" srcOrd="0" destOrd="0" parTransId="{D04C1269-013A-43E9-944E-08857C9A5E36}" sibTransId="{064ED2D0-3E8B-49B7-B300-0DC13F97E847}"/>
    <dgm:cxn modelId="{E45E8714-49EB-425A-A28F-B6766AF78503}" srcId="{00A622BF-C183-4B65-B278-ED48FFB2C461}" destId="{3B18ACC0-E211-40FD-AB2B-106FF7E849AC}" srcOrd="1" destOrd="0" parTransId="{D34BF142-141A-4C49-AB16-FBEBC101D1B8}" sibTransId="{D8708D38-B075-4CB4-8BF7-8737FCC0AEC8}"/>
    <dgm:cxn modelId="{645DF21E-3E8A-4ED5-A70B-C7D2D4084503}" type="presOf" srcId="{F83771D6-8C1D-4267-A331-7BB5F65C4C86}" destId="{61E60008-C6DB-4C12-A590-4675A6399E3B}" srcOrd="0" destOrd="0" presId="urn:microsoft.com/office/officeart/2009/layout/CircleArrowProcess"/>
    <dgm:cxn modelId="{1C4E372D-D7C1-48EE-B7D4-3C460D5133C2}" type="presOf" srcId="{5D92E15A-C726-4B49-BD77-0F3F13CEAAF0}" destId="{C5676F5C-92D0-457C-AB3C-BF6243D0DCA1}" srcOrd="0" destOrd="0" presId="urn:microsoft.com/office/officeart/2009/layout/CircleArrowProcess"/>
    <dgm:cxn modelId="{C9C4713C-E055-4E3B-BB35-47E186F62D5E}" srcId="{00A622BF-C183-4B65-B278-ED48FFB2C461}" destId="{5D92E15A-C726-4B49-BD77-0F3F13CEAAF0}" srcOrd="2" destOrd="0" parTransId="{2DB901AE-E1E7-41C9-939E-6DC96D8C4FA4}" sibTransId="{34B68D90-311D-4072-8077-A578766740CF}"/>
    <dgm:cxn modelId="{9F7FD381-783C-4409-9008-4E8FECC4798F}" type="presOf" srcId="{00A622BF-C183-4B65-B278-ED48FFB2C461}" destId="{04E0015C-8FD6-48D1-89C7-458724047B97}" srcOrd="0" destOrd="0" presId="urn:microsoft.com/office/officeart/2009/layout/CircleArrowProcess"/>
    <dgm:cxn modelId="{9A0E5294-1317-4FCE-9400-F866092370E4}" type="presOf" srcId="{3B18ACC0-E211-40FD-AB2B-106FF7E849AC}" destId="{95A16A9E-C4E6-4ED0-B8CF-1E5F3F19D14B}" srcOrd="0" destOrd="0" presId="urn:microsoft.com/office/officeart/2009/layout/CircleArrowProcess"/>
    <dgm:cxn modelId="{7C171F55-2457-4E77-A0ED-131B10DCE7A1}" type="presParOf" srcId="{04E0015C-8FD6-48D1-89C7-458724047B97}" destId="{9D61C083-F1FC-46E8-AD31-9F54363460A2}" srcOrd="0" destOrd="0" presId="urn:microsoft.com/office/officeart/2009/layout/CircleArrowProcess"/>
    <dgm:cxn modelId="{B2083F39-88B2-4C1D-923F-A8EDB456E330}" type="presParOf" srcId="{9D61C083-F1FC-46E8-AD31-9F54363460A2}" destId="{2F913E70-5130-4D38-93D0-EF4F03442C79}" srcOrd="0" destOrd="0" presId="urn:microsoft.com/office/officeart/2009/layout/CircleArrowProcess"/>
    <dgm:cxn modelId="{F7ACA293-303B-46A0-A59B-959604AFF61B}" type="presParOf" srcId="{04E0015C-8FD6-48D1-89C7-458724047B97}" destId="{61E60008-C6DB-4C12-A590-4675A6399E3B}" srcOrd="1" destOrd="0" presId="urn:microsoft.com/office/officeart/2009/layout/CircleArrowProcess"/>
    <dgm:cxn modelId="{3FFB20D3-7645-412D-A682-B1A4515690B5}" type="presParOf" srcId="{04E0015C-8FD6-48D1-89C7-458724047B97}" destId="{A4F8E69A-D9B4-415C-B638-20041FB43DB1}" srcOrd="2" destOrd="0" presId="urn:microsoft.com/office/officeart/2009/layout/CircleArrowProcess"/>
    <dgm:cxn modelId="{6732725B-9F0B-450C-A6DC-A2023321998C}" type="presParOf" srcId="{A4F8E69A-D9B4-415C-B638-20041FB43DB1}" destId="{9F40B508-0CA3-4DD5-B094-B46AA898B23D}" srcOrd="0" destOrd="0" presId="urn:microsoft.com/office/officeart/2009/layout/CircleArrowProcess"/>
    <dgm:cxn modelId="{3C4C160A-E10F-4B61-BA8C-5419724C227B}" type="presParOf" srcId="{04E0015C-8FD6-48D1-89C7-458724047B97}" destId="{95A16A9E-C4E6-4ED0-B8CF-1E5F3F19D14B}" srcOrd="3" destOrd="0" presId="urn:microsoft.com/office/officeart/2009/layout/CircleArrowProcess"/>
    <dgm:cxn modelId="{B7BEE577-8596-465D-8E31-AFDB2BC13536}" type="presParOf" srcId="{04E0015C-8FD6-48D1-89C7-458724047B97}" destId="{91041408-D9B1-4B69-8026-B5102818E518}" srcOrd="4" destOrd="0" presId="urn:microsoft.com/office/officeart/2009/layout/CircleArrowProcess"/>
    <dgm:cxn modelId="{34929222-585D-4650-AFCD-BC879EC232D1}" type="presParOf" srcId="{91041408-D9B1-4B69-8026-B5102818E518}" destId="{147F27E5-BCA4-4100-9412-579C1251289F}" srcOrd="0" destOrd="0" presId="urn:microsoft.com/office/officeart/2009/layout/CircleArrowProcess"/>
    <dgm:cxn modelId="{86B8FCBD-7149-4166-8B33-C060C66EFF25}" type="presParOf" srcId="{04E0015C-8FD6-48D1-89C7-458724047B97}" destId="{C5676F5C-92D0-457C-AB3C-BF6243D0DCA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913E70-5130-4D38-93D0-EF4F03442C79}">
      <dsp:nvSpPr>
        <dsp:cNvPr id="0" name=""/>
        <dsp:cNvSpPr/>
      </dsp:nvSpPr>
      <dsp:spPr>
        <a:xfrm>
          <a:off x="1689527" y="0"/>
          <a:ext cx="1411390" cy="141160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60008-C6DB-4C12-A590-4675A6399E3B}">
      <dsp:nvSpPr>
        <dsp:cNvPr id="0" name=""/>
        <dsp:cNvSpPr/>
      </dsp:nvSpPr>
      <dsp:spPr>
        <a:xfrm>
          <a:off x="2001490" y="509632"/>
          <a:ext cx="784282" cy="392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kern="1200" dirty="0"/>
            <a:t>AAAAA</a:t>
          </a:r>
          <a:endParaRPr kumimoji="1" lang="ja-JP" altLang="en-US" sz="2000" kern="1200" dirty="0"/>
        </a:p>
      </dsp:txBody>
      <dsp:txXfrm>
        <a:off x="2001490" y="509632"/>
        <a:ext cx="784282" cy="392047"/>
      </dsp:txXfrm>
    </dsp:sp>
    <dsp:sp modelId="{9F40B508-0CA3-4DD5-B094-B46AA898B23D}">
      <dsp:nvSpPr>
        <dsp:cNvPr id="0" name=""/>
        <dsp:cNvSpPr/>
      </dsp:nvSpPr>
      <dsp:spPr>
        <a:xfrm>
          <a:off x="1297518" y="811071"/>
          <a:ext cx="1411390" cy="141160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16A9E-C4E6-4ED0-B8CF-1E5F3F19D14B}">
      <dsp:nvSpPr>
        <dsp:cNvPr id="0" name=""/>
        <dsp:cNvSpPr/>
      </dsp:nvSpPr>
      <dsp:spPr>
        <a:xfrm>
          <a:off x="1611072" y="1325395"/>
          <a:ext cx="784282" cy="392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kern="1200" dirty="0"/>
            <a:t>BBBBB</a:t>
          </a:r>
          <a:endParaRPr kumimoji="1" lang="ja-JP" altLang="en-US" sz="2000" kern="1200" dirty="0"/>
        </a:p>
      </dsp:txBody>
      <dsp:txXfrm>
        <a:off x="1611072" y="1325395"/>
        <a:ext cx="784282" cy="392047"/>
      </dsp:txXfrm>
    </dsp:sp>
    <dsp:sp modelId="{147F27E5-BCA4-4100-9412-579C1251289F}">
      <dsp:nvSpPr>
        <dsp:cNvPr id="0" name=""/>
        <dsp:cNvSpPr/>
      </dsp:nvSpPr>
      <dsp:spPr>
        <a:xfrm>
          <a:off x="1789981" y="1719202"/>
          <a:ext cx="1212602" cy="121308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76F5C-92D0-457C-AB3C-BF6243D0DCA1}">
      <dsp:nvSpPr>
        <dsp:cNvPr id="0" name=""/>
        <dsp:cNvSpPr/>
      </dsp:nvSpPr>
      <dsp:spPr>
        <a:xfrm>
          <a:off x="2003346" y="2142331"/>
          <a:ext cx="784282" cy="392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kern="1200" dirty="0"/>
            <a:t>CCCCC</a:t>
          </a:r>
          <a:endParaRPr kumimoji="1" lang="ja-JP" altLang="en-US" sz="2000" kern="1200" dirty="0"/>
        </a:p>
      </dsp:txBody>
      <dsp:txXfrm>
        <a:off x="2003346" y="2142331"/>
        <a:ext cx="784282" cy="392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491195-DC95-4E36-A1B9-869638A53686}"/>
              </a:ext>
            </a:extLst>
          </p:cNvPr>
          <p:cNvSpPr/>
          <p:nvPr/>
        </p:nvSpPr>
        <p:spPr>
          <a:xfrm>
            <a:off x="272035" y="2871031"/>
            <a:ext cx="3058855" cy="3798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42AD39A-40F5-4851-9C4A-581083FE566B}"/>
              </a:ext>
            </a:extLst>
          </p:cNvPr>
          <p:cNvSpPr/>
          <p:nvPr/>
        </p:nvSpPr>
        <p:spPr>
          <a:xfrm>
            <a:off x="3421945" y="187197"/>
            <a:ext cx="6211054" cy="61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F9AD1A-A245-4452-8C7F-5A95D70546F3}"/>
              </a:ext>
            </a:extLst>
          </p:cNvPr>
          <p:cNvSpPr txBox="1"/>
          <p:nvPr/>
        </p:nvSpPr>
        <p:spPr>
          <a:xfrm>
            <a:off x="3736010" y="26236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7BAB844-36D6-4346-B65B-42CBC0FF31E9}"/>
              </a:ext>
            </a:extLst>
          </p:cNvPr>
          <p:cNvSpPr/>
          <p:nvPr/>
        </p:nvSpPr>
        <p:spPr>
          <a:xfrm>
            <a:off x="270890" y="908720"/>
            <a:ext cx="3060000" cy="183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048BAC-90EE-4B7B-9147-E560BC47CB03}"/>
              </a:ext>
            </a:extLst>
          </p:cNvPr>
          <p:cNvSpPr/>
          <p:nvPr/>
        </p:nvSpPr>
        <p:spPr>
          <a:xfrm>
            <a:off x="3421944" y="908702"/>
            <a:ext cx="6211053" cy="183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BE9E3CB-03AE-47A4-992B-1A5D70C85C47}"/>
              </a:ext>
            </a:extLst>
          </p:cNvPr>
          <p:cNvSpPr txBox="1"/>
          <p:nvPr/>
        </p:nvSpPr>
        <p:spPr>
          <a:xfrm>
            <a:off x="600091" y="1357342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3D0F2C5-ADD6-4D72-A343-6E19F03E41E7}"/>
              </a:ext>
            </a:extLst>
          </p:cNvPr>
          <p:cNvSpPr/>
          <p:nvPr/>
        </p:nvSpPr>
        <p:spPr>
          <a:xfrm>
            <a:off x="272035" y="187197"/>
            <a:ext cx="3060000" cy="612001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83C8287-B151-46AA-9AE5-310BF7BE1D0B}"/>
              </a:ext>
            </a:extLst>
          </p:cNvPr>
          <p:cNvSpPr/>
          <p:nvPr/>
        </p:nvSpPr>
        <p:spPr>
          <a:xfrm>
            <a:off x="3421944" y="4833360"/>
            <a:ext cx="6211055" cy="183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D5B5A3B-630C-46E0-A3D1-ADD3A1A0C61A}"/>
              </a:ext>
            </a:extLst>
          </p:cNvPr>
          <p:cNvSpPr/>
          <p:nvPr/>
        </p:nvSpPr>
        <p:spPr>
          <a:xfrm>
            <a:off x="6572999" y="2871031"/>
            <a:ext cx="3060000" cy="183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ECDFFD-7C91-4DAF-9036-E2C77DDAD020}"/>
              </a:ext>
            </a:extLst>
          </p:cNvPr>
          <p:cNvSpPr txBox="1"/>
          <p:nvPr/>
        </p:nvSpPr>
        <p:spPr>
          <a:xfrm>
            <a:off x="441586" y="354698"/>
            <a:ext cx="271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17877F71-30FB-42E8-B514-35AC170E8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9265489"/>
              </p:ext>
            </p:extLst>
          </p:nvPr>
        </p:nvGraphicFramePr>
        <p:xfrm>
          <a:off x="-398328" y="3240885"/>
          <a:ext cx="4398436" cy="2932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D78637E-2691-4B2D-B2C3-E1CB28842053}"/>
              </a:ext>
            </a:extLst>
          </p:cNvPr>
          <p:cNvSpPr txBox="1"/>
          <p:nvPr/>
        </p:nvSpPr>
        <p:spPr>
          <a:xfrm>
            <a:off x="3649111" y="3466968"/>
            <a:ext cx="260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</a:t>
            </a:r>
            <a:endParaRPr kumimoji="1" lang="ja-JP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EF70DA-B5B8-4528-840B-8DD1269FA041}"/>
              </a:ext>
            </a:extLst>
          </p:cNvPr>
          <p:cNvSpPr txBox="1"/>
          <p:nvPr/>
        </p:nvSpPr>
        <p:spPr>
          <a:xfrm>
            <a:off x="3855291" y="1357342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BF686EE-AA74-494D-8A71-A181764DEA2E}"/>
              </a:ext>
            </a:extLst>
          </p:cNvPr>
          <p:cNvSpPr txBox="1"/>
          <p:nvPr/>
        </p:nvSpPr>
        <p:spPr>
          <a:xfrm>
            <a:off x="6902200" y="1357342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DA9EA51-5DEC-4B2A-9F93-4BDD857A8A31}"/>
              </a:ext>
            </a:extLst>
          </p:cNvPr>
          <p:cNvSpPr txBox="1"/>
          <p:nvPr/>
        </p:nvSpPr>
        <p:spPr>
          <a:xfrm>
            <a:off x="6902200" y="331967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C9B9CDA-57C0-43E3-9FFB-204FF53BD9D5}"/>
              </a:ext>
            </a:extLst>
          </p:cNvPr>
          <p:cNvSpPr txBox="1"/>
          <p:nvPr/>
        </p:nvSpPr>
        <p:spPr>
          <a:xfrm>
            <a:off x="3855291" y="528200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673F689-FDFB-4FF9-835C-C0E820E5D082}"/>
              </a:ext>
            </a:extLst>
          </p:cNvPr>
          <p:cNvSpPr txBox="1"/>
          <p:nvPr/>
        </p:nvSpPr>
        <p:spPr>
          <a:xfrm>
            <a:off x="6902200" y="528200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4B2EE9D2-EED8-434A-9882-42602583432C}"/>
              </a:ext>
            </a:extLst>
          </p:cNvPr>
          <p:cNvSpPr/>
          <p:nvPr/>
        </p:nvSpPr>
        <p:spPr>
          <a:xfrm rot="5400000">
            <a:off x="3175524" y="1670784"/>
            <a:ext cx="492838" cy="31183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36DB8207-95C5-4EEE-9FB6-6CC62241DCC5}"/>
              </a:ext>
            </a:extLst>
          </p:cNvPr>
          <p:cNvSpPr/>
          <p:nvPr/>
        </p:nvSpPr>
        <p:spPr>
          <a:xfrm rot="10800000">
            <a:off x="7856580" y="2657184"/>
            <a:ext cx="492838" cy="31183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二等辺三角形 45">
            <a:extLst>
              <a:ext uri="{FF2B5EF4-FFF2-40B4-BE49-F238E27FC236}">
                <a16:creationId xmlns:a16="http://schemas.microsoft.com/office/drawing/2014/main" id="{99904F51-D4E7-4B1A-9887-2D53DAF3D5E6}"/>
              </a:ext>
            </a:extLst>
          </p:cNvPr>
          <p:cNvSpPr/>
          <p:nvPr/>
        </p:nvSpPr>
        <p:spPr>
          <a:xfrm rot="10800000">
            <a:off x="7856580" y="4589925"/>
            <a:ext cx="492838" cy="31183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439</Words>
  <Application>Microsoft Office PowerPoint</Application>
  <PresentationFormat>A4 210 x 297 mm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33</cp:revision>
  <dcterms:created xsi:type="dcterms:W3CDTF">2017-11-09T07:26:57Z</dcterms:created>
  <dcterms:modified xsi:type="dcterms:W3CDTF">2018-03-03T01:30:30Z</dcterms:modified>
</cp:coreProperties>
</file>