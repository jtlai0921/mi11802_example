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shade val="65000"/>
                </a:schemeClr>
              </a:solidFill>
              <a:ln w="9525">
                <a:solidFill>
                  <a:schemeClr val="accent1">
                    <a:shade val="65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AF-43E4-BF64-071008E1F6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AF-43E4-BF64-071008E1F6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tint val="65000"/>
                </a:schemeClr>
              </a:solidFill>
              <a:ln w="9525">
                <a:solidFill>
                  <a:schemeClr val="accent1">
                    <a:tint val="65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BAF-43E4-BF64-071008E1F6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5866495"/>
        <c:axId val="793980255"/>
      </c:lineChart>
      <c:catAx>
        <c:axId val="73586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93980255"/>
        <c:crosses val="autoZero"/>
        <c:auto val="1"/>
        <c:lblAlgn val="ctr"/>
        <c:lblOffset val="100"/>
        <c:noMultiLvlLbl val="0"/>
      </c:catAx>
      <c:valAx>
        <c:axId val="793980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73586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13B7663-DE94-45ED-BC71-0BF909FEDE79}"/>
              </a:ext>
            </a:extLst>
          </p:cNvPr>
          <p:cNvSpPr/>
          <p:nvPr/>
        </p:nvSpPr>
        <p:spPr>
          <a:xfrm>
            <a:off x="5310229" y="4041000"/>
            <a:ext cx="4320001" cy="262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A29BB84-1C0B-454B-81E5-66FFFAF0C962}"/>
              </a:ext>
            </a:extLst>
          </p:cNvPr>
          <p:cNvSpPr/>
          <p:nvPr/>
        </p:nvSpPr>
        <p:spPr>
          <a:xfrm>
            <a:off x="273000" y="179503"/>
            <a:ext cx="9360000" cy="720000"/>
          </a:xfrm>
          <a:prstGeom prst="rect">
            <a:avLst/>
          </a:prstGeom>
          <a:solidFill>
            <a:schemeClr val="accent1"/>
          </a:solidFill>
          <a:ln w="190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ホームベース 4">
            <a:extLst>
              <a:ext uri="{FF2B5EF4-FFF2-40B4-BE49-F238E27FC236}">
                <a16:creationId xmlns:a16="http://schemas.microsoft.com/office/drawing/2014/main" id="{5A26C8D7-9460-4433-AEA9-80AA7D48607B}"/>
              </a:ext>
            </a:extLst>
          </p:cNvPr>
          <p:cNvSpPr/>
          <p:nvPr/>
        </p:nvSpPr>
        <p:spPr>
          <a:xfrm>
            <a:off x="146728" y="179503"/>
            <a:ext cx="3391135" cy="720000"/>
          </a:xfrm>
          <a:prstGeom prst="homePlate">
            <a:avLst>
              <a:gd name="adj" fmla="val 45244"/>
            </a:avLst>
          </a:prstGeom>
          <a:solidFill>
            <a:schemeClr val="bg1"/>
          </a:solidFill>
          <a:ln w="190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ホームベース 4">
            <a:extLst>
              <a:ext uri="{FF2B5EF4-FFF2-40B4-BE49-F238E27FC236}">
                <a16:creationId xmlns:a16="http://schemas.microsoft.com/office/drawing/2014/main" id="{F5D0099E-4184-41B8-AD4B-D546ADF21739}"/>
              </a:ext>
            </a:extLst>
          </p:cNvPr>
          <p:cNvSpPr/>
          <p:nvPr/>
        </p:nvSpPr>
        <p:spPr>
          <a:xfrm>
            <a:off x="273000" y="179503"/>
            <a:ext cx="3147656" cy="720000"/>
          </a:xfrm>
          <a:prstGeom prst="homePlate">
            <a:avLst>
              <a:gd name="adj" fmla="val 45244"/>
            </a:avLst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3B6DA51A-7FF4-4AC1-A323-D61511C31527}"/>
              </a:ext>
            </a:extLst>
          </p:cNvPr>
          <p:cNvSpPr/>
          <p:nvPr/>
        </p:nvSpPr>
        <p:spPr>
          <a:xfrm rot="5400000">
            <a:off x="6099422" y="392267"/>
            <a:ext cx="2741617" cy="4319998"/>
          </a:xfrm>
          <a:prstGeom prst="homePlate">
            <a:avLst>
              <a:gd name="adj" fmla="val 13562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368569EA-A682-4226-A452-4311B3F4A7E9}"/>
              </a:ext>
            </a:extLst>
          </p:cNvPr>
          <p:cNvSpPr/>
          <p:nvPr/>
        </p:nvSpPr>
        <p:spPr>
          <a:xfrm>
            <a:off x="272999" y="4041000"/>
            <a:ext cx="4888545" cy="2628000"/>
          </a:xfrm>
          <a:prstGeom prst="homePlate">
            <a:avLst>
              <a:gd name="adj" fmla="val 12961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6BB99A5E-A499-4531-8CDC-B5587BFE3FA9}"/>
              </a:ext>
            </a:extLst>
          </p:cNvPr>
          <p:cNvSpPr/>
          <p:nvPr/>
        </p:nvSpPr>
        <p:spPr>
          <a:xfrm>
            <a:off x="272999" y="1181457"/>
            <a:ext cx="4888545" cy="2628000"/>
          </a:xfrm>
          <a:prstGeom prst="homePlate">
            <a:avLst>
              <a:gd name="adj" fmla="val 12961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621F869-7DBC-427F-AD54-A9FC071F884C}"/>
              </a:ext>
            </a:extLst>
          </p:cNvPr>
          <p:cNvSpPr txBox="1"/>
          <p:nvPr/>
        </p:nvSpPr>
        <p:spPr>
          <a:xfrm>
            <a:off x="3719461" y="277893"/>
            <a:ext cx="3912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AE9279C-60A4-464B-9A72-0EA243E41DB4}"/>
              </a:ext>
            </a:extLst>
          </p:cNvPr>
          <p:cNvSpPr txBox="1"/>
          <p:nvPr/>
        </p:nvSpPr>
        <p:spPr>
          <a:xfrm>
            <a:off x="571805" y="277893"/>
            <a:ext cx="2302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ja-JP" altLang="en-US" sz="2800" b="1" spc="-15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</a:t>
            </a:r>
            <a:endParaRPr lang="en-US" altLang="ja-JP" sz="2800" b="1" spc="-150" dirty="0"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32" name="二等辺三角形 31">
            <a:extLst>
              <a:ext uri="{FF2B5EF4-FFF2-40B4-BE49-F238E27FC236}">
                <a16:creationId xmlns:a16="http://schemas.microsoft.com/office/drawing/2014/main" id="{86D42486-249A-4423-BD30-382BF3DFFE14}"/>
              </a:ext>
            </a:extLst>
          </p:cNvPr>
          <p:cNvSpPr/>
          <p:nvPr/>
        </p:nvSpPr>
        <p:spPr>
          <a:xfrm rot="5400000">
            <a:off x="3593603" y="2331318"/>
            <a:ext cx="2628001" cy="328284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二等辺三角形 32">
            <a:extLst>
              <a:ext uri="{FF2B5EF4-FFF2-40B4-BE49-F238E27FC236}">
                <a16:creationId xmlns:a16="http://schemas.microsoft.com/office/drawing/2014/main" id="{9FD63CFF-DBDA-4EA6-9012-4CE8015AE204}"/>
              </a:ext>
            </a:extLst>
          </p:cNvPr>
          <p:cNvSpPr/>
          <p:nvPr/>
        </p:nvSpPr>
        <p:spPr>
          <a:xfrm rot="5400000">
            <a:off x="3593603" y="5190855"/>
            <a:ext cx="2628001" cy="328284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二等辺三角形 33">
            <a:extLst>
              <a:ext uri="{FF2B5EF4-FFF2-40B4-BE49-F238E27FC236}">
                <a16:creationId xmlns:a16="http://schemas.microsoft.com/office/drawing/2014/main" id="{9EDC0415-11DF-4625-9FB6-190DAA0811BB}"/>
              </a:ext>
            </a:extLst>
          </p:cNvPr>
          <p:cNvSpPr/>
          <p:nvPr/>
        </p:nvSpPr>
        <p:spPr>
          <a:xfrm rot="10800000">
            <a:off x="5578743" y="3499501"/>
            <a:ext cx="3782970" cy="32400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2245FD2-FDA9-4683-9861-5175DE4BA4AC}"/>
              </a:ext>
            </a:extLst>
          </p:cNvPr>
          <p:cNvSpPr txBox="1"/>
          <p:nvPr/>
        </p:nvSpPr>
        <p:spPr>
          <a:xfrm>
            <a:off x="720032" y="1435879"/>
            <a:ext cx="2999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87B84CD-B6EE-4D22-BCD2-9AC515FDFB34}"/>
              </a:ext>
            </a:extLst>
          </p:cNvPr>
          <p:cNvSpPr txBox="1"/>
          <p:nvPr/>
        </p:nvSpPr>
        <p:spPr>
          <a:xfrm>
            <a:off x="720031" y="4718820"/>
            <a:ext cx="299942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0269C18-81C8-47A6-BFD7-4C8508BEBB1A}"/>
              </a:ext>
            </a:extLst>
          </p:cNvPr>
          <p:cNvSpPr txBox="1"/>
          <p:nvPr/>
        </p:nvSpPr>
        <p:spPr>
          <a:xfrm>
            <a:off x="720032" y="4336528"/>
            <a:ext cx="2999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4E4CD5D2-3D12-4819-A771-1E52E6171C63}"/>
              </a:ext>
            </a:extLst>
          </p:cNvPr>
          <p:cNvSpPr txBox="1"/>
          <p:nvPr/>
        </p:nvSpPr>
        <p:spPr>
          <a:xfrm>
            <a:off x="5970516" y="1940273"/>
            <a:ext cx="299942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413CCD98-E545-47F3-8F98-69E50C889D3F}"/>
              </a:ext>
            </a:extLst>
          </p:cNvPr>
          <p:cNvSpPr txBox="1"/>
          <p:nvPr/>
        </p:nvSpPr>
        <p:spPr>
          <a:xfrm>
            <a:off x="5970514" y="1557981"/>
            <a:ext cx="2999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09FAB91-8620-4D8A-9EA7-3ECA72B30371}"/>
              </a:ext>
            </a:extLst>
          </p:cNvPr>
          <p:cNvSpPr txBox="1"/>
          <p:nvPr/>
        </p:nvSpPr>
        <p:spPr>
          <a:xfrm>
            <a:off x="5970515" y="4718820"/>
            <a:ext cx="299942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游ゴシック" panose="020B0400000000000000" pitchFamily="50" charset="-128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66FF771-FC5B-450D-AA89-9E939C02E792}"/>
              </a:ext>
            </a:extLst>
          </p:cNvPr>
          <p:cNvSpPr txBox="1"/>
          <p:nvPr/>
        </p:nvSpPr>
        <p:spPr>
          <a:xfrm>
            <a:off x="5970515" y="4336528"/>
            <a:ext cx="2999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○○○○○○○○○○</a:t>
            </a:r>
          </a:p>
        </p:txBody>
      </p:sp>
      <p:graphicFrame>
        <p:nvGraphicFramePr>
          <p:cNvPr id="50" name="グラフ 49">
            <a:extLst>
              <a:ext uri="{FF2B5EF4-FFF2-40B4-BE49-F238E27FC236}">
                <a16:creationId xmlns:a16="http://schemas.microsoft.com/office/drawing/2014/main" id="{E59AAECA-44E3-4603-BE47-D35C5511B0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009044"/>
              </p:ext>
            </p:extLst>
          </p:nvPr>
        </p:nvGraphicFramePr>
        <p:xfrm>
          <a:off x="544287" y="1818171"/>
          <a:ext cx="4008372" cy="1920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453</Words>
  <Application>Microsoft Office PowerPoint</Application>
  <PresentationFormat>A4 210 x 297 mm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36</cp:revision>
  <dcterms:created xsi:type="dcterms:W3CDTF">2017-11-09T07:26:57Z</dcterms:created>
  <dcterms:modified xsi:type="dcterms:W3CDTF">2018-03-02T05:43:51Z</dcterms:modified>
</cp:coreProperties>
</file>