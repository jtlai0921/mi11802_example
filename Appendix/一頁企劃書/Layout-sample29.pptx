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115548"/>
            <a:ext cx="9360000" cy="19603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CF788DC-09D4-4FDB-87BF-848D34A9B70B}"/>
              </a:ext>
            </a:extLst>
          </p:cNvPr>
          <p:cNvSpPr/>
          <p:nvPr/>
        </p:nvSpPr>
        <p:spPr>
          <a:xfrm>
            <a:off x="273000" y="189001"/>
            <a:ext cx="9360000" cy="72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EC7607E-3B6C-4906-BBDF-48CA143F55B4}"/>
              </a:ext>
            </a:extLst>
          </p:cNvPr>
          <p:cNvSpPr/>
          <p:nvPr/>
        </p:nvSpPr>
        <p:spPr>
          <a:xfrm>
            <a:off x="272999" y="4867593"/>
            <a:ext cx="5850000" cy="180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A0F37F3-2344-4341-BE5E-2EFD266D9989}"/>
              </a:ext>
            </a:extLst>
          </p:cNvPr>
          <p:cNvSpPr/>
          <p:nvPr/>
        </p:nvSpPr>
        <p:spPr>
          <a:xfrm>
            <a:off x="6122999" y="4867593"/>
            <a:ext cx="3509996" cy="18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C0C480E-A812-473E-B809-090D1AEE1FF9}"/>
              </a:ext>
            </a:extLst>
          </p:cNvPr>
          <p:cNvSpPr/>
          <p:nvPr/>
        </p:nvSpPr>
        <p:spPr>
          <a:xfrm>
            <a:off x="273006" y="3075922"/>
            <a:ext cx="3509996" cy="180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5959FCD-6EA7-4BC8-896A-ED8D8A6B98CB}"/>
              </a:ext>
            </a:extLst>
          </p:cNvPr>
          <p:cNvSpPr/>
          <p:nvPr/>
        </p:nvSpPr>
        <p:spPr>
          <a:xfrm>
            <a:off x="3782998" y="3075922"/>
            <a:ext cx="5850000" cy="180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矢印: 五方向 4">
            <a:extLst>
              <a:ext uri="{FF2B5EF4-FFF2-40B4-BE49-F238E27FC236}">
                <a16:creationId xmlns:a16="http://schemas.microsoft.com/office/drawing/2014/main" id="{85085806-0036-47FA-98B7-4E721520931E}"/>
              </a:ext>
            </a:extLst>
          </p:cNvPr>
          <p:cNvSpPr/>
          <p:nvPr/>
        </p:nvSpPr>
        <p:spPr>
          <a:xfrm rot="5400000">
            <a:off x="4193943" y="285009"/>
            <a:ext cx="1518113" cy="3179194"/>
          </a:xfrm>
          <a:prstGeom prst="homePlate">
            <a:avLst>
              <a:gd name="adj" fmla="val 29556"/>
            </a:avLst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4A6A66D-3A3D-42BC-8205-2792218EEAB6}"/>
              </a:ext>
            </a:extLst>
          </p:cNvPr>
          <p:cNvSpPr txBox="1"/>
          <p:nvPr/>
        </p:nvSpPr>
        <p:spPr>
          <a:xfrm>
            <a:off x="2255653" y="287391"/>
            <a:ext cx="539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EFEED85-0AE2-4C83-9DB7-26D4AFD56A61}"/>
              </a:ext>
            </a:extLst>
          </p:cNvPr>
          <p:cNvSpPr txBox="1"/>
          <p:nvPr/>
        </p:nvSpPr>
        <p:spPr>
          <a:xfrm>
            <a:off x="709340" y="3587037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2F33E582-F18C-4ACF-A134-AD9702E0BECE}"/>
              </a:ext>
            </a:extLst>
          </p:cNvPr>
          <p:cNvSpPr/>
          <p:nvPr/>
        </p:nvSpPr>
        <p:spPr>
          <a:xfrm>
            <a:off x="272993" y="1115547"/>
            <a:ext cx="3852000" cy="1159303"/>
          </a:xfrm>
          <a:prstGeom prst="homePlate">
            <a:avLst>
              <a:gd name="adj" fmla="val 39151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矢印: 五方向 7">
            <a:extLst>
              <a:ext uri="{FF2B5EF4-FFF2-40B4-BE49-F238E27FC236}">
                <a16:creationId xmlns:a16="http://schemas.microsoft.com/office/drawing/2014/main" id="{5034DF66-309A-4B38-8047-5142B957976D}"/>
              </a:ext>
            </a:extLst>
          </p:cNvPr>
          <p:cNvSpPr/>
          <p:nvPr/>
        </p:nvSpPr>
        <p:spPr>
          <a:xfrm flipH="1">
            <a:off x="5780995" y="1115547"/>
            <a:ext cx="3852000" cy="1159303"/>
          </a:xfrm>
          <a:prstGeom prst="homePlate">
            <a:avLst>
              <a:gd name="adj" fmla="val 39151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D89E8F3-74F7-4609-885A-ECB67730DDDB}"/>
              </a:ext>
            </a:extLst>
          </p:cNvPr>
          <p:cNvGrpSpPr/>
          <p:nvPr/>
        </p:nvGrpSpPr>
        <p:grpSpPr>
          <a:xfrm>
            <a:off x="3603003" y="3791757"/>
            <a:ext cx="360000" cy="360000"/>
            <a:chOff x="4867302" y="3984883"/>
            <a:chExt cx="360000" cy="360000"/>
          </a:xfrm>
        </p:grpSpPr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A35726D9-BE36-4631-9114-023A8E4CDF24}"/>
                </a:ext>
              </a:extLst>
            </p:cNvPr>
            <p:cNvSpPr/>
            <p:nvPr/>
          </p:nvSpPr>
          <p:spPr>
            <a:xfrm>
              <a:off x="4867302" y="3984883"/>
              <a:ext cx="360000" cy="360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矢印: 右 16">
              <a:extLst>
                <a:ext uri="{FF2B5EF4-FFF2-40B4-BE49-F238E27FC236}">
                  <a16:creationId xmlns:a16="http://schemas.microsoft.com/office/drawing/2014/main" id="{8A9190BF-2BB8-448C-859C-6879CD3799B9}"/>
                </a:ext>
              </a:extLst>
            </p:cNvPr>
            <p:cNvSpPr/>
            <p:nvPr/>
          </p:nvSpPr>
          <p:spPr>
            <a:xfrm>
              <a:off x="4903302" y="4020883"/>
              <a:ext cx="288000" cy="28800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8314B741-D921-412A-8C95-02A67EB97C6C}"/>
              </a:ext>
            </a:extLst>
          </p:cNvPr>
          <p:cNvGrpSpPr/>
          <p:nvPr/>
        </p:nvGrpSpPr>
        <p:grpSpPr>
          <a:xfrm>
            <a:off x="5943001" y="5591757"/>
            <a:ext cx="360000" cy="360000"/>
            <a:chOff x="4867302" y="3984883"/>
            <a:chExt cx="360000" cy="360000"/>
          </a:xfrm>
        </p:grpSpPr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2321F3AB-7847-44E8-92D6-0BA8D331CBB7}"/>
                </a:ext>
              </a:extLst>
            </p:cNvPr>
            <p:cNvSpPr/>
            <p:nvPr/>
          </p:nvSpPr>
          <p:spPr>
            <a:xfrm>
              <a:off x="4867302" y="3984883"/>
              <a:ext cx="360000" cy="360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矢印: 右 23">
              <a:extLst>
                <a:ext uri="{FF2B5EF4-FFF2-40B4-BE49-F238E27FC236}">
                  <a16:creationId xmlns:a16="http://schemas.microsoft.com/office/drawing/2014/main" id="{9C55236D-91D7-4FC5-AABE-569E9448980B}"/>
                </a:ext>
              </a:extLst>
            </p:cNvPr>
            <p:cNvSpPr/>
            <p:nvPr/>
          </p:nvSpPr>
          <p:spPr>
            <a:xfrm>
              <a:off x="4903302" y="4020883"/>
              <a:ext cx="288000" cy="28800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CE160F8-767E-47B0-8FCA-C8CEAE1D5845}"/>
              </a:ext>
            </a:extLst>
          </p:cNvPr>
          <p:cNvSpPr txBox="1"/>
          <p:nvPr/>
        </p:nvSpPr>
        <p:spPr>
          <a:xfrm>
            <a:off x="6559333" y="5387037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180F46B-6386-4517-96DA-FDBAD5C46B7B}"/>
              </a:ext>
            </a:extLst>
          </p:cNvPr>
          <p:cNvSpPr txBox="1"/>
          <p:nvPr/>
        </p:nvSpPr>
        <p:spPr>
          <a:xfrm>
            <a:off x="880329" y="1395116"/>
            <a:ext cx="263732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2B16935-34C0-4057-9F75-767ECE1061F4}"/>
              </a:ext>
            </a:extLst>
          </p:cNvPr>
          <p:cNvSpPr txBox="1"/>
          <p:nvPr/>
        </p:nvSpPr>
        <p:spPr>
          <a:xfrm>
            <a:off x="6388342" y="1395116"/>
            <a:ext cx="263732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0EC548B-C7A2-4D76-8EFE-35E375723592}"/>
              </a:ext>
            </a:extLst>
          </p:cNvPr>
          <p:cNvSpPr txBox="1"/>
          <p:nvPr/>
        </p:nvSpPr>
        <p:spPr>
          <a:xfrm>
            <a:off x="3881891" y="1579268"/>
            <a:ext cx="2152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</a:p>
        </p:txBody>
      </p:sp>
      <p:sp>
        <p:nvSpPr>
          <p:cNvPr id="29" name="矢印: 五方向 28">
            <a:extLst>
              <a:ext uri="{FF2B5EF4-FFF2-40B4-BE49-F238E27FC236}">
                <a16:creationId xmlns:a16="http://schemas.microsoft.com/office/drawing/2014/main" id="{1C4FD382-B048-4FA2-BF6D-5EC51DF3BD60}"/>
              </a:ext>
            </a:extLst>
          </p:cNvPr>
          <p:cNvSpPr/>
          <p:nvPr/>
        </p:nvSpPr>
        <p:spPr>
          <a:xfrm rot="5400000">
            <a:off x="7712142" y="3286773"/>
            <a:ext cx="331697" cy="3509997"/>
          </a:xfrm>
          <a:prstGeom prst="homePlate">
            <a:avLst>
              <a:gd name="adj" fmla="val 29556"/>
            </a:avLst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2556EBF-A740-4774-85CD-E598E34E6F76}"/>
              </a:ext>
            </a:extLst>
          </p:cNvPr>
          <p:cNvSpPr txBox="1"/>
          <p:nvPr/>
        </p:nvSpPr>
        <p:spPr>
          <a:xfrm>
            <a:off x="5389336" y="3587037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2C0E6B1-EA91-4FC0-AA9B-A7D59B383737}"/>
              </a:ext>
            </a:extLst>
          </p:cNvPr>
          <p:cNvSpPr txBox="1"/>
          <p:nvPr/>
        </p:nvSpPr>
        <p:spPr>
          <a:xfrm>
            <a:off x="1879335" y="5378708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</TotalTime>
  <Words>382</Words>
  <Application>Microsoft Office PowerPoint</Application>
  <PresentationFormat>A4 210 x 297 mm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30</cp:revision>
  <dcterms:created xsi:type="dcterms:W3CDTF">2017-11-09T07:26:57Z</dcterms:created>
  <dcterms:modified xsi:type="dcterms:W3CDTF">2018-03-02T07:42:57Z</dcterms:modified>
</cp:coreProperties>
</file>