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7" r:id="rId3"/>
    <p:sldId id="259" r:id="rId4"/>
    <p:sldId id="258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6600"/>
    <a:srgbClr val="CC6600"/>
    <a:srgbClr val="CC3300"/>
    <a:srgbClr val="FF9900"/>
    <a:srgbClr val="008000"/>
    <a:srgbClr val="FF9933"/>
    <a:srgbClr val="33CCCC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729223CF-C807-425D-951D-1506CB86CDC8}"/>
              </a:ext>
            </a:extLst>
          </p:cNvPr>
          <p:cNvGrpSpPr/>
          <p:nvPr/>
        </p:nvGrpSpPr>
        <p:grpSpPr>
          <a:xfrm>
            <a:off x="3242633" y="2061536"/>
            <a:ext cx="3420734" cy="3759136"/>
            <a:chOff x="502398" y="2061536"/>
            <a:chExt cx="3420734" cy="3759136"/>
          </a:xfrm>
        </p:grpSpPr>
        <p:sp>
          <p:nvSpPr>
            <p:cNvPr id="18" name="アーチ 3">
              <a:extLst>
                <a:ext uri="{FF2B5EF4-FFF2-40B4-BE49-F238E27FC236}">
                  <a16:creationId xmlns:a16="http://schemas.microsoft.com/office/drawing/2014/main" id="{30A0A491-46BE-4819-B272-972798BDCF88}"/>
                </a:ext>
              </a:extLst>
            </p:cNvPr>
            <p:cNvSpPr/>
            <p:nvPr/>
          </p:nvSpPr>
          <p:spPr>
            <a:xfrm rot="5400000">
              <a:off x="929209" y="2061536"/>
              <a:ext cx="2993923" cy="2993923"/>
            </a:xfrm>
            <a:prstGeom prst="pie">
              <a:avLst>
                <a:gd name="adj1" fmla="val 10824853"/>
                <a:gd name="adj2" fmla="val 5371061"/>
              </a:avLst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CCEA0B3A-C425-4842-912A-AF10C084D542}"/>
                </a:ext>
              </a:extLst>
            </p:cNvPr>
            <p:cNvSpPr txBox="1"/>
            <p:nvPr/>
          </p:nvSpPr>
          <p:spPr>
            <a:xfrm>
              <a:off x="502398" y="2212762"/>
              <a:ext cx="2308677" cy="1558052"/>
            </a:xfrm>
            <a:prstGeom prst="pie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6600" spc="-300" dirty="0">
                  <a:solidFill>
                    <a:srgbClr val="C00000"/>
                  </a:solidFill>
                  <a:latin typeface="Arial Black" panose="020B0A04020102020204" pitchFamily="34" charset="0"/>
                </a:rPr>
                <a:t>75</a:t>
              </a:r>
              <a:r>
                <a:rPr kumimoji="1" lang="en-US" altLang="ja-JP" sz="2000" spc="-300" dirty="0">
                  <a:solidFill>
                    <a:srgbClr val="C00000"/>
                  </a:solidFill>
                  <a:latin typeface="Arial Black" panose="020B0A04020102020204" pitchFamily="34" charset="0"/>
                </a:rPr>
                <a:t> </a:t>
              </a:r>
              <a:r>
                <a:rPr kumimoji="1" lang="en-US" altLang="ja-JP" sz="2400" dirty="0">
                  <a:solidFill>
                    <a:srgbClr val="C00000"/>
                  </a:solidFill>
                  <a:latin typeface="Arial Black" panose="020B0A04020102020204" pitchFamily="34" charset="0"/>
                </a:rPr>
                <a:t>%</a:t>
              </a:r>
              <a:endParaRPr kumimoji="1" lang="ja-JP" altLang="en-US" sz="2400" dirty="0">
                <a:solidFill>
                  <a:srgbClr val="C0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06289895-DB9B-4570-B3CF-5FD698B8B83A}"/>
                </a:ext>
              </a:extLst>
            </p:cNvPr>
            <p:cNvSpPr txBox="1"/>
            <p:nvPr/>
          </p:nvSpPr>
          <p:spPr>
            <a:xfrm>
              <a:off x="1564400" y="5451340"/>
              <a:ext cx="17235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pc="-3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圓形圖（局部圖）</a:t>
              </a:r>
              <a:endParaRPr kumimoji="1"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865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7C63EEDA-8FE0-4711-A1F8-175A9C196E98}"/>
              </a:ext>
            </a:extLst>
          </p:cNvPr>
          <p:cNvGrpSpPr/>
          <p:nvPr/>
        </p:nvGrpSpPr>
        <p:grpSpPr>
          <a:xfrm>
            <a:off x="1133191" y="2285998"/>
            <a:ext cx="3114406" cy="2993923"/>
            <a:chOff x="5453684" y="2285998"/>
            <a:chExt cx="3114406" cy="2993923"/>
          </a:xfrm>
        </p:grpSpPr>
        <p:sp>
          <p:nvSpPr>
            <p:cNvPr id="8" name="アーチ 7">
              <a:extLst>
                <a:ext uri="{FF2B5EF4-FFF2-40B4-BE49-F238E27FC236}">
                  <a16:creationId xmlns:a16="http://schemas.microsoft.com/office/drawing/2014/main" id="{297E671D-9B1E-4390-AC28-4D32BF329B7B}"/>
                </a:ext>
              </a:extLst>
            </p:cNvPr>
            <p:cNvSpPr/>
            <p:nvPr/>
          </p:nvSpPr>
          <p:spPr>
            <a:xfrm rot="5400000">
              <a:off x="5574166" y="2285998"/>
              <a:ext cx="2993923" cy="2993924"/>
            </a:xfrm>
            <a:prstGeom prst="blockArc">
              <a:avLst>
                <a:gd name="adj1" fmla="val 10800000"/>
                <a:gd name="adj2" fmla="val 4389385"/>
                <a:gd name="adj3" fmla="val 14850"/>
              </a:avLst>
            </a:prstGeom>
            <a:solidFill>
              <a:srgbClr val="FF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10BFB993-4E1D-461A-BC12-B356F009452B}"/>
                </a:ext>
              </a:extLst>
            </p:cNvPr>
            <p:cNvSpPr txBox="1"/>
            <p:nvPr/>
          </p:nvSpPr>
          <p:spPr>
            <a:xfrm>
              <a:off x="6722312" y="4857455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70%</a:t>
              </a:r>
              <a:endParaRPr kumimoji="1" lang="ja-JP" alt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アーチ 9">
              <a:extLst>
                <a:ext uri="{FF2B5EF4-FFF2-40B4-BE49-F238E27FC236}">
                  <a16:creationId xmlns:a16="http://schemas.microsoft.com/office/drawing/2014/main" id="{6EF34583-F96D-42B9-BE81-773C2AA5C243}"/>
                </a:ext>
              </a:extLst>
            </p:cNvPr>
            <p:cNvSpPr/>
            <p:nvPr/>
          </p:nvSpPr>
          <p:spPr>
            <a:xfrm rot="5400000">
              <a:off x="6118988" y="2830821"/>
              <a:ext cx="1904277" cy="1904278"/>
            </a:xfrm>
            <a:prstGeom prst="blockArc">
              <a:avLst>
                <a:gd name="adj1" fmla="val 10800000"/>
                <a:gd name="adj2" fmla="val 1924474"/>
                <a:gd name="adj3" fmla="val 25973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17893161-56D5-4B65-8447-DDC7874E871F}"/>
                </a:ext>
              </a:extLst>
            </p:cNvPr>
            <p:cNvSpPr txBox="1"/>
            <p:nvPr/>
          </p:nvSpPr>
          <p:spPr>
            <a:xfrm>
              <a:off x="6722312" y="4268414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60%</a:t>
              </a:r>
              <a:endParaRPr kumimoji="1" lang="ja-JP" alt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7" name="グラフィックス 16" descr="男性">
              <a:extLst>
                <a:ext uri="{FF2B5EF4-FFF2-40B4-BE49-F238E27FC236}">
                  <a16:creationId xmlns:a16="http://schemas.microsoft.com/office/drawing/2014/main" id="{60A8413A-5507-413C-8804-4ECFE853B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95569" y="3835479"/>
              <a:ext cx="607199" cy="607199"/>
            </a:xfrm>
            <a:prstGeom prst="rect">
              <a:avLst/>
            </a:prstGeom>
          </p:spPr>
        </p:pic>
        <p:pic>
          <p:nvPicPr>
            <p:cNvPr id="19" name="グラフィックス 18" descr="女性">
              <a:extLst>
                <a:ext uri="{FF2B5EF4-FFF2-40B4-BE49-F238E27FC236}">
                  <a16:creationId xmlns:a16="http://schemas.microsoft.com/office/drawing/2014/main" id="{BF22AFE4-7045-4BEC-9940-DC6A56836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53684" y="3479360"/>
              <a:ext cx="607199" cy="607199"/>
            </a:xfrm>
            <a:prstGeom prst="rect">
              <a:avLst/>
            </a:prstGeom>
          </p:spPr>
        </p:pic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1CAAA50-CF3D-41EB-964E-2AE68D9BC450}"/>
              </a:ext>
            </a:extLst>
          </p:cNvPr>
          <p:cNvGrpSpPr/>
          <p:nvPr/>
        </p:nvGrpSpPr>
        <p:grpSpPr>
          <a:xfrm>
            <a:off x="5658405" y="2285998"/>
            <a:ext cx="2691061" cy="2993924"/>
            <a:chOff x="5658405" y="2285998"/>
            <a:chExt cx="2691061" cy="2993924"/>
          </a:xfrm>
        </p:grpSpPr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3A74DF29-9E35-44FE-8998-BA13E44A4A14}"/>
                </a:ext>
              </a:extLst>
            </p:cNvPr>
            <p:cNvSpPr/>
            <p:nvPr/>
          </p:nvSpPr>
          <p:spPr>
            <a:xfrm>
              <a:off x="5763041" y="4194591"/>
              <a:ext cx="345688" cy="959291"/>
            </a:xfrm>
            <a:prstGeom prst="rect">
              <a:avLst/>
            </a:prstGeom>
            <a:gradFill flip="none" rotWithShape="1">
              <a:gsLst>
                <a:gs pos="0">
                  <a:srgbClr val="008000"/>
                </a:gs>
                <a:gs pos="25000">
                  <a:srgbClr val="008000">
                    <a:alpha val="90000"/>
                  </a:srgbClr>
                </a:gs>
                <a:gs pos="75200">
                  <a:srgbClr val="008000">
                    <a:alpha val="20000"/>
                  </a:srgbClr>
                </a:gs>
                <a:gs pos="50000">
                  <a:srgbClr val="008000">
                    <a:alpha val="50000"/>
                  </a:srgbClr>
                </a:gs>
                <a:gs pos="100000">
                  <a:srgbClr val="008000">
                    <a:alpha val="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DE055B65-518D-4588-AF90-6FEF1A2311C0}"/>
                </a:ext>
              </a:extLst>
            </p:cNvPr>
            <p:cNvSpPr/>
            <p:nvPr/>
          </p:nvSpPr>
          <p:spPr>
            <a:xfrm>
              <a:off x="6458956" y="3811403"/>
              <a:ext cx="345688" cy="1342480"/>
            </a:xfrm>
            <a:prstGeom prst="rect">
              <a:avLst/>
            </a:prstGeom>
            <a:gradFill flip="none" rotWithShape="1">
              <a:gsLst>
                <a:gs pos="0">
                  <a:srgbClr val="008000"/>
                </a:gs>
                <a:gs pos="25000">
                  <a:srgbClr val="008000">
                    <a:alpha val="90000"/>
                  </a:srgbClr>
                </a:gs>
                <a:gs pos="75200">
                  <a:srgbClr val="008000">
                    <a:alpha val="20000"/>
                  </a:srgbClr>
                </a:gs>
                <a:gs pos="50000">
                  <a:srgbClr val="008000">
                    <a:alpha val="50000"/>
                  </a:srgbClr>
                </a:gs>
                <a:gs pos="100000">
                  <a:srgbClr val="008000">
                    <a:alpha val="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FB0015F2-72F0-4DC5-8856-208E5F8EAFF5}"/>
                </a:ext>
              </a:extLst>
            </p:cNvPr>
            <p:cNvSpPr/>
            <p:nvPr/>
          </p:nvSpPr>
          <p:spPr>
            <a:xfrm>
              <a:off x="7154871" y="3464991"/>
              <a:ext cx="345688" cy="1688892"/>
            </a:xfrm>
            <a:prstGeom prst="rect">
              <a:avLst/>
            </a:prstGeom>
            <a:gradFill flip="none" rotWithShape="1">
              <a:gsLst>
                <a:gs pos="0">
                  <a:srgbClr val="008000"/>
                </a:gs>
                <a:gs pos="25000">
                  <a:srgbClr val="008000">
                    <a:alpha val="90000"/>
                  </a:srgbClr>
                </a:gs>
                <a:gs pos="75200">
                  <a:srgbClr val="008000">
                    <a:alpha val="20000"/>
                  </a:srgbClr>
                </a:gs>
                <a:gs pos="50000">
                  <a:srgbClr val="008000">
                    <a:alpha val="50000"/>
                  </a:srgbClr>
                </a:gs>
                <a:gs pos="100000">
                  <a:srgbClr val="008000">
                    <a:alpha val="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C7F74FB3-DB66-4B32-A185-803F9ADBB7B6}"/>
                </a:ext>
              </a:extLst>
            </p:cNvPr>
            <p:cNvSpPr/>
            <p:nvPr/>
          </p:nvSpPr>
          <p:spPr>
            <a:xfrm>
              <a:off x="7850787" y="2776172"/>
              <a:ext cx="345688" cy="2377712"/>
            </a:xfrm>
            <a:prstGeom prst="rect">
              <a:avLst/>
            </a:prstGeom>
            <a:gradFill flip="none" rotWithShape="1">
              <a:gsLst>
                <a:gs pos="0">
                  <a:srgbClr val="008000"/>
                </a:gs>
                <a:gs pos="25000">
                  <a:srgbClr val="008000">
                    <a:alpha val="90000"/>
                  </a:srgbClr>
                </a:gs>
                <a:gs pos="75200">
                  <a:srgbClr val="008000">
                    <a:alpha val="20000"/>
                  </a:srgbClr>
                </a:gs>
                <a:gs pos="50000">
                  <a:srgbClr val="008000">
                    <a:alpha val="50000"/>
                  </a:srgbClr>
                </a:gs>
                <a:gs pos="100000">
                  <a:srgbClr val="008000">
                    <a:alpha val="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BA1CAE1B-A67C-4449-B37A-FF40501ABE75}"/>
                </a:ext>
              </a:extLst>
            </p:cNvPr>
            <p:cNvSpPr txBox="1"/>
            <p:nvPr/>
          </p:nvSpPr>
          <p:spPr>
            <a:xfrm>
              <a:off x="5658405" y="3709807"/>
              <a:ext cx="554960" cy="4847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15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EB8E7691-CE65-4173-99E6-53A7270438B0}"/>
                </a:ext>
              </a:extLst>
            </p:cNvPr>
            <p:cNvSpPr txBox="1"/>
            <p:nvPr/>
          </p:nvSpPr>
          <p:spPr>
            <a:xfrm>
              <a:off x="6354320" y="3326619"/>
              <a:ext cx="554960" cy="4847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</a:t>
              </a: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48DFF425-4C6C-474A-9450-A0EAFB6AAD4A}"/>
                </a:ext>
              </a:extLst>
            </p:cNvPr>
            <p:cNvSpPr txBox="1"/>
            <p:nvPr/>
          </p:nvSpPr>
          <p:spPr>
            <a:xfrm>
              <a:off x="7050235" y="2980207"/>
              <a:ext cx="554960" cy="4847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35</a:t>
              </a: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80211FCF-7568-43F1-804E-52A19227322A}"/>
                </a:ext>
              </a:extLst>
            </p:cNvPr>
            <p:cNvSpPr txBox="1"/>
            <p:nvPr/>
          </p:nvSpPr>
          <p:spPr>
            <a:xfrm>
              <a:off x="7746151" y="2285998"/>
              <a:ext cx="554960" cy="4847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45</a:t>
              </a:r>
            </a:p>
          </p:txBody>
        </p: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4DE37483-6334-46AF-9058-6D842314F5F5}"/>
                </a:ext>
              </a:extLst>
            </p:cNvPr>
            <p:cNvCxnSpPr/>
            <p:nvPr/>
          </p:nvCxnSpPr>
          <p:spPr>
            <a:xfrm>
              <a:off x="5658405" y="5279922"/>
              <a:ext cx="2691061" cy="0"/>
            </a:xfrm>
            <a:prstGeom prst="straightConnector1">
              <a:avLst/>
            </a:prstGeom>
            <a:ln w="57150">
              <a:solidFill>
                <a:srgbClr val="008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D19D9DC7-C8D5-4958-8F3B-C91A7A7AFCEC}"/>
              </a:ext>
            </a:extLst>
          </p:cNvPr>
          <p:cNvGrpSpPr/>
          <p:nvPr/>
        </p:nvGrpSpPr>
        <p:grpSpPr>
          <a:xfrm>
            <a:off x="1006524" y="1609800"/>
            <a:ext cx="2851205" cy="3976307"/>
            <a:chOff x="348603" y="1609800"/>
            <a:chExt cx="2851205" cy="3976307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74657AB5-3BEB-4886-831E-EE1AC9C7D007}"/>
                </a:ext>
              </a:extLst>
            </p:cNvPr>
            <p:cNvGrpSpPr/>
            <p:nvPr/>
          </p:nvGrpSpPr>
          <p:grpSpPr>
            <a:xfrm>
              <a:off x="348603" y="2121825"/>
              <a:ext cx="619080" cy="2504960"/>
              <a:chOff x="348603" y="2121825"/>
              <a:chExt cx="619080" cy="2504960"/>
            </a:xfrm>
          </p:grpSpPr>
          <p:sp>
            <p:nvSpPr>
              <p:cNvPr id="7" name="矢印: 上 6">
                <a:extLst>
                  <a:ext uri="{FF2B5EF4-FFF2-40B4-BE49-F238E27FC236}">
                    <a16:creationId xmlns:a16="http://schemas.microsoft.com/office/drawing/2014/main" id="{13BFA401-D176-4E09-B8D0-CB80ADC5D8BC}"/>
                  </a:ext>
                </a:extLst>
              </p:cNvPr>
              <p:cNvSpPr/>
              <p:nvPr/>
            </p:nvSpPr>
            <p:spPr>
              <a:xfrm>
                <a:off x="451666" y="2525330"/>
                <a:ext cx="412955" cy="1548581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6D5039EB-431D-431C-82F9-F9AD7318BD8B}"/>
                  </a:ext>
                </a:extLst>
              </p:cNvPr>
              <p:cNvSpPr/>
              <p:nvPr/>
            </p:nvSpPr>
            <p:spPr>
              <a:xfrm>
                <a:off x="532961" y="3992975"/>
                <a:ext cx="250364" cy="25036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9B120D8F-00AA-4D76-88BA-C50283FA8347}"/>
                  </a:ext>
                </a:extLst>
              </p:cNvPr>
              <p:cNvSpPr txBox="1"/>
              <p:nvPr/>
            </p:nvSpPr>
            <p:spPr>
              <a:xfrm>
                <a:off x="348603" y="2121825"/>
                <a:ext cx="6190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+30</a:t>
                </a: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730988F-517A-412D-A907-D3099F34C313}"/>
                  </a:ext>
                </a:extLst>
              </p:cNvPr>
              <p:cNvSpPr txBox="1"/>
              <p:nvPr/>
            </p:nvSpPr>
            <p:spPr>
              <a:xfrm>
                <a:off x="423143" y="4226675"/>
                <a:ext cx="47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</p:grpSp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FA3E31CD-7499-47D5-BB24-4EE9DBC24FBC}"/>
                </a:ext>
              </a:extLst>
            </p:cNvPr>
            <p:cNvGrpSpPr/>
            <p:nvPr/>
          </p:nvGrpSpPr>
          <p:grpSpPr>
            <a:xfrm>
              <a:off x="1092645" y="2605335"/>
              <a:ext cx="619080" cy="1541596"/>
              <a:chOff x="996206" y="2605335"/>
              <a:chExt cx="619080" cy="1541596"/>
            </a:xfrm>
          </p:grpSpPr>
          <p:sp>
            <p:nvSpPr>
              <p:cNvPr id="20" name="矢印: 上 19">
                <a:extLst>
                  <a:ext uri="{FF2B5EF4-FFF2-40B4-BE49-F238E27FC236}">
                    <a16:creationId xmlns:a16="http://schemas.microsoft.com/office/drawing/2014/main" id="{C76FF079-89BB-460E-923C-5AA019483205}"/>
                  </a:ext>
                </a:extLst>
              </p:cNvPr>
              <p:cNvSpPr/>
              <p:nvPr/>
            </p:nvSpPr>
            <p:spPr>
              <a:xfrm>
                <a:off x="1099269" y="2999506"/>
                <a:ext cx="412955" cy="594551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楕円 20">
                <a:extLst>
                  <a:ext uri="{FF2B5EF4-FFF2-40B4-BE49-F238E27FC236}">
                    <a16:creationId xmlns:a16="http://schemas.microsoft.com/office/drawing/2014/main" id="{63E8EA51-E654-4930-ACD6-EFC8062BE664}"/>
                  </a:ext>
                </a:extLst>
              </p:cNvPr>
              <p:cNvSpPr/>
              <p:nvPr/>
            </p:nvSpPr>
            <p:spPr>
              <a:xfrm>
                <a:off x="1180564" y="3513121"/>
                <a:ext cx="250364" cy="250364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001CBEB9-59EB-4C9E-8F29-62506E30B826}"/>
                  </a:ext>
                </a:extLst>
              </p:cNvPr>
              <p:cNvSpPr txBox="1"/>
              <p:nvPr/>
            </p:nvSpPr>
            <p:spPr>
              <a:xfrm>
                <a:off x="996206" y="2605335"/>
                <a:ext cx="6190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+10</a:t>
                </a:r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DFE78AC6-2621-429E-8877-11F8BAA07E42}"/>
                  </a:ext>
                </a:extLst>
              </p:cNvPr>
              <p:cNvSpPr txBox="1"/>
              <p:nvPr/>
            </p:nvSpPr>
            <p:spPr>
              <a:xfrm>
                <a:off x="1070746" y="3746821"/>
                <a:ext cx="47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</p:grpSp>
        <p:sp>
          <p:nvSpPr>
            <p:cNvPr id="24" name="矢印: 上 23">
              <a:extLst>
                <a:ext uri="{FF2B5EF4-FFF2-40B4-BE49-F238E27FC236}">
                  <a16:creationId xmlns:a16="http://schemas.microsoft.com/office/drawing/2014/main" id="{2AF722A7-74DC-4708-8A53-65C04A6643D1}"/>
                </a:ext>
              </a:extLst>
            </p:cNvPr>
            <p:cNvSpPr/>
            <p:nvPr/>
          </p:nvSpPr>
          <p:spPr>
            <a:xfrm>
              <a:off x="1939750" y="2521934"/>
              <a:ext cx="412955" cy="2445103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2FEC02CF-1A82-4CD6-85C5-62BAC04390A6}"/>
                </a:ext>
              </a:extLst>
            </p:cNvPr>
            <p:cNvSpPr/>
            <p:nvPr/>
          </p:nvSpPr>
          <p:spPr>
            <a:xfrm>
              <a:off x="2021045" y="4918885"/>
              <a:ext cx="250364" cy="25036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C5073DC2-7A54-43BA-A9B0-48BDE559F3BC}"/>
                </a:ext>
              </a:extLst>
            </p:cNvPr>
            <p:cNvSpPr txBox="1"/>
            <p:nvPr/>
          </p:nvSpPr>
          <p:spPr>
            <a:xfrm>
              <a:off x="1836687" y="2116228"/>
              <a:ext cx="6190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 dirty="0">
                  <a:latin typeface="Arial" panose="020B0604020202020204" pitchFamily="34" charset="0"/>
                  <a:cs typeface="Arial" panose="020B0604020202020204" pitchFamily="34" charset="0"/>
                </a:rPr>
                <a:t>+50</a:t>
              </a: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1335B38E-A510-4113-9C77-F3884974A9F3}"/>
                </a:ext>
              </a:extLst>
            </p:cNvPr>
            <p:cNvSpPr txBox="1"/>
            <p:nvPr/>
          </p:nvSpPr>
          <p:spPr>
            <a:xfrm>
              <a:off x="1868747" y="5185997"/>
              <a:ext cx="55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>
                  <a:latin typeface="Arial" panose="020B0604020202020204" pitchFamily="34" charset="0"/>
                  <a:cs typeface="Arial" panose="020B0604020202020204" pitchFamily="34" charset="0"/>
                </a:rPr>
                <a:t>-10</a:t>
              </a:r>
            </a:p>
          </p:txBody>
        </p:sp>
        <p:sp>
          <p:nvSpPr>
            <p:cNvPr id="32" name="矢印: 上 31">
              <a:extLst>
                <a:ext uri="{FF2B5EF4-FFF2-40B4-BE49-F238E27FC236}">
                  <a16:creationId xmlns:a16="http://schemas.microsoft.com/office/drawing/2014/main" id="{5F7821AD-A855-425B-9493-37176A64C768}"/>
                </a:ext>
              </a:extLst>
            </p:cNvPr>
            <p:cNvSpPr/>
            <p:nvPr/>
          </p:nvSpPr>
          <p:spPr>
            <a:xfrm>
              <a:off x="2683791" y="2029521"/>
              <a:ext cx="412955" cy="2015961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楕円 32">
              <a:extLst>
                <a:ext uri="{FF2B5EF4-FFF2-40B4-BE49-F238E27FC236}">
                  <a16:creationId xmlns:a16="http://schemas.microsoft.com/office/drawing/2014/main" id="{8E34BB3F-9F92-43C9-B600-63B03A745D3C}"/>
                </a:ext>
              </a:extLst>
            </p:cNvPr>
            <p:cNvSpPr/>
            <p:nvPr/>
          </p:nvSpPr>
          <p:spPr>
            <a:xfrm>
              <a:off x="2765086" y="4008672"/>
              <a:ext cx="250364" cy="25036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E0DFFD4D-3A87-4E23-A740-498E93EE225D}"/>
                </a:ext>
              </a:extLst>
            </p:cNvPr>
            <p:cNvSpPr txBox="1"/>
            <p:nvPr/>
          </p:nvSpPr>
          <p:spPr>
            <a:xfrm>
              <a:off x="2580728" y="1609800"/>
              <a:ext cx="6190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 dirty="0">
                  <a:latin typeface="Arial" panose="020B0604020202020204" pitchFamily="34" charset="0"/>
                  <a:cs typeface="Arial" panose="020B0604020202020204" pitchFamily="34" charset="0"/>
                </a:rPr>
                <a:t>+40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2C5BF090-E430-4F86-B212-69D2358B5A9D}"/>
                </a:ext>
              </a:extLst>
            </p:cNvPr>
            <p:cNvSpPr txBox="1"/>
            <p:nvPr/>
          </p:nvSpPr>
          <p:spPr>
            <a:xfrm>
              <a:off x="2612788" y="4264633"/>
              <a:ext cx="55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659ABC0-B6B8-48E6-897A-7ED8C1A03A53}"/>
              </a:ext>
            </a:extLst>
          </p:cNvPr>
          <p:cNvGrpSpPr/>
          <p:nvPr/>
        </p:nvGrpSpPr>
        <p:grpSpPr>
          <a:xfrm>
            <a:off x="5107679" y="1867518"/>
            <a:ext cx="2973215" cy="3383840"/>
            <a:chOff x="5107679" y="1867518"/>
            <a:chExt cx="2973215" cy="3383840"/>
          </a:xfrm>
        </p:grpSpPr>
        <p:sp>
          <p:nvSpPr>
            <p:cNvPr id="43" name="二等辺三角形 42">
              <a:extLst>
                <a:ext uri="{FF2B5EF4-FFF2-40B4-BE49-F238E27FC236}">
                  <a16:creationId xmlns:a16="http://schemas.microsoft.com/office/drawing/2014/main" id="{F675C047-D505-4156-898D-D7E00BA44987}"/>
                </a:ext>
              </a:extLst>
            </p:cNvPr>
            <p:cNvSpPr/>
            <p:nvPr/>
          </p:nvSpPr>
          <p:spPr>
            <a:xfrm>
              <a:off x="5107679" y="3429000"/>
              <a:ext cx="780314" cy="1822357"/>
            </a:xfrm>
            <a:prstGeom prst="triangle">
              <a:avLst/>
            </a:prstGeom>
            <a:solidFill>
              <a:schemeClr val="accent1">
                <a:alpha val="7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二等辺三角形 43">
              <a:extLst>
                <a:ext uri="{FF2B5EF4-FFF2-40B4-BE49-F238E27FC236}">
                  <a16:creationId xmlns:a16="http://schemas.microsoft.com/office/drawing/2014/main" id="{D1101D09-1C85-4707-A792-0FE81F7FED56}"/>
                </a:ext>
              </a:extLst>
            </p:cNvPr>
            <p:cNvSpPr/>
            <p:nvPr/>
          </p:nvSpPr>
          <p:spPr>
            <a:xfrm>
              <a:off x="5770939" y="2743200"/>
              <a:ext cx="851316" cy="2508158"/>
            </a:xfrm>
            <a:prstGeom prst="triangle">
              <a:avLst/>
            </a:prstGeom>
            <a:solidFill>
              <a:schemeClr val="accent4">
                <a:lumMod val="75000"/>
                <a:alpha val="7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0576364F-B1BB-4DB1-9887-3CD9C85213D5}"/>
                </a:ext>
              </a:extLst>
            </p:cNvPr>
            <p:cNvSpPr/>
            <p:nvPr/>
          </p:nvSpPr>
          <p:spPr>
            <a:xfrm>
              <a:off x="6505201" y="3166946"/>
              <a:ext cx="816586" cy="2084411"/>
            </a:xfrm>
            <a:prstGeom prst="triangle">
              <a:avLst/>
            </a:prstGeom>
            <a:solidFill>
              <a:schemeClr val="accent2">
                <a:lumMod val="75000"/>
                <a:alpha val="7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二等辺三角形 45">
              <a:extLst>
                <a:ext uri="{FF2B5EF4-FFF2-40B4-BE49-F238E27FC236}">
                  <a16:creationId xmlns:a16="http://schemas.microsoft.com/office/drawing/2014/main" id="{C509804A-1FF4-4201-A5BC-7CF859AC7276}"/>
                </a:ext>
              </a:extLst>
            </p:cNvPr>
            <p:cNvSpPr/>
            <p:nvPr/>
          </p:nvSpPr>
          <p:spPr>
            <a:xfrm>
              <a:off x="7204732" y="2285998"/>
              <a:ext cx="876162" cy="2965360"/>
            </a:xfrm>
            <a:prstGeom prst="triangle">
              <a:avLst/>
            </a:prstGeom>
            <a:solidFill>
              <a:schemeClr val="accent3">
                <a:alpha val="7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01D59732-287F-4ABA-9B00-3A0941D05E56}"/>
                </a:ext>
              </a:extLst>
            </p:cNvPr>
            <p:cNvSpPr txBox="1"/>
            <p:nvPr/>
          </p:nvSpPr>
          <p:spPr>
            <a:xfrm>
              <a:off x="5225758" y="3028889"/>
              <a:ext cx="55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DFC17972-1E83-4817-8E34-846192FDF419}"/>
                </a:ext>
              </a:extLst>
            </p:cNvPr>
            <p:cNvSpPr txBox="1"/>
            <p:nvPr/>
          </p:nvSpPr>
          <p:spPr>
            <a:xfrm>
              <a:off x="5942243" y="2278779"/>
              <a:ext cx="55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295BB9E1-AD10-41E8-BF7E-B52C5CE01A7D}"/>
                </a:ext>
              </a:extLst>
            </p:cNvPr>
            <p:cNvSpPr txBox="1"/>
            <p:nvPr/>
          </p:nvSpPr>
          <p:spPr>
            <a:xfrm>
              <a:off x="6658728" y="2743200"/>
              <a:ext cx="55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89F8DAC5-5A4A-45DC-BBC0-139221C7AB68}"/>
                </a:ext>
              </a:extLst>
            </p:cNvPr>
            <p:cNvSpPr txBox="1"/>
            <p:nvPr/>
          </p:nvSpPr>
          <p:spPr>
            <a:xfrm>
              <a:off x="7375212" y="1867518"/>
              <a:ext cx="5549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dirty="0"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7719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1D83432D-5B98-43A6-B5C1-4E6C1E9596AD}"/>
              </a:ext>
            </a:extLst>
          </p:cNvPr>
          <p:cNvGrpSpPr/>
          <p:nvPr/>
        </p:nvGrpSpPr>
        <p:grpSpPr>
          <a:xfrm>
            <a:off x="781222" y="4098071"/>
            <a:ext cx="6149476" cy="1967834"/>
            <a:chOff x="781222" y="4098071"/>
            <a:chExt cx="6149476" cy="1967834"/>
          </a:xfrm>
        </p:grpSpPr>
        <p:sp>
          <p:nvSpPr>
            <p:cNvPr id="81" name="テキスト ボックス 80">
              <a:extLst>
                <a:ext uri="{FF2B5EF4-FFF2-40B4-BE49-F238E27FC236}">
                  <a16:creationId xmlns:a16="http://schemas.microsoft.com/office/drawing/2014/main" id="{3C39F264-6647-4893-B9EE-FA8243D208EC}"/>
                </a:ext>
              </a:extLst>
            </p:cNvPr>
            <p:cNvSpPr txBox="1"/>
            <p:nvPr/>
          </p:nvSpPr>
          <p:spPr>
            <a:xfrm>
              <a:off x="5854761" y="4250991"/>
              <a:ext cx="10759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4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</a:t>
              </a:r>
              <a:r>
                <a:rPr kumimoji="1"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  <a:endPara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3" name="グラフィックス 82" descr="男性">
              <a:extLst>
                <a:ext uri="{FF2B5EF4-FFF2-40B4-BE49-F238E27FC236}">
                  <a16:creationId xmlns:a16="http://schemas.microsoft.com/office/drawing/2014/main" id="{439A1FF2-D0EF-405F-A41F-EA51BB549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1222" y="4098071"/>
              <a:ext cx="869492" cy="869492"/>
            </a:xfrm>
            <a:prstGeom prst="rect">
              <a:avLst/>
            </a:prstGeom>
          </p:spPr>
        </p:pic>
        <p:pic>
          <p:nvPicPr>
            <p:cNvPr id="85" name="グラフィックス 84" descr="女性">
              <a:extLst>
                <a:ext uri="{FF2B5EF4-FFF2-40B4-BE49-F238E27FC236}">
                  <a16:creationId xmlns:a16="http://schemas.microsoft.com/office/drawing/2014/main" id="{B7354E45-ED5E-477F-AA1D-456D625D6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1222" y="5196413"/>
              <a:ext cx="869492" cy="869492"/>
            </a:xfrm>
            <a:prstGeom prst="rect">
              <a:avLst/>
            </a:prstGeom>
          </p:spPr>
        </p:pic>
        <p:pic>
          <p:nvPicPr>
            <p:cNvPr id="86" name="グラフィックス 85" descr="男性">
              <a:extLst>
                <a:ext uri="{FF2B5EF4-FFF2-40B4-BE49-F238E27FC236}">
                  <a16:creationId xmlns:a16="http://schemas.microsoft.com/office/drawing/2014/main" id="{C128F45A-99ED-4888-A819-C76DCD0EC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69196" y="4098071"/>
              <a:ext cx="869492" cy="869492"/>
            </a:xfrm>
            <a:prstGeom prst="rect">
              <a:avLst/>
            </a:prstGeom>
          </p:spPr>
        </p:pic>
        <p:pic>
          <p:nvPicPr>
            <p:cNvPr id="87" name="グラフィックス 86" descr="女性">
              <a:extLst>
                <a:ext uri="{FF2B5EF4-FFF2-40B4-BE49-F238E27FC236}">
                  <a16:creationId xmlns:a16="http://schemas.microsoft.com/office/drawing/2014/main" id="{B61D451F-0877-47F1-890E-F48F0C9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60275" y="5196413"/>
              <a:ext cx="869492" cy="869492"/>
            </a:xfrm>
            <a:prstGeom prst="rect">
              <a:avLst/>
            </a:prstGeom>
          </p:spPr>
        </p:pic>
        <p:pic>
          <p:nvPicPr>
            <p:cNvPr id="88" name="グラフィックス 87" descr="男性">
              <a:extLst>
                <a:ext uri="{FF2B5EF4-FFF2-40B4-BE49-F238E27FC236}">
                  <a16:creationId xmlns:a16="http://schemas.microsoft.com/office/drawing/2014/main" id="{B88B8510-8775-45DF-9F55-28F81E2A2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57170" y="4098071"/>
              <a:ext cx="869492" cy="869492"/>
            </a:xfrm>
            <a:prstGeom prst="rect">
              <a:avLst/>
            </a:prstGeom>
          </p:spPr>
        </p:pic>
        <p:pic>
          <p:nvPicPr>
            <p:cNvPr id="89" name="グラフィックス 88" descr="女性">
              <a:extLst>
                <a:ext uri="{FF2B5EF4-FFF2-40B4-BE49-F238E27FC236}">
                  <a16:creationId xmlns:a16="http://schemas.microsoft.com/office/drawing/2014/main" id="{DB7F9465-16F4-467B-AB8C-0C5BFF48E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49364" y="5196413"/>
              <a:ext cx="869492" cy="869492"/>
            </a:xfrm>
            <a:prstGeom prst="rect">
              <a:avLst/>
            </a:prstGeom>
          </p:spPr>
        </p:pic>
        <p:pic>
          <p:nvPicPr>
            <p:cNvPr id="90" name="グラフィックス 89" descr="男性">
              <a:extLst>
                <a:ext uri="{FF2B5EF4-FFF2-40B4-BE49-F238E27FC236}">
                  <a16:creationId xmlns:a16="http://schemas.microsoft.com/office/drawing/2014/main" id="{D1210070-C12C-4CCC-8B5E-23F93C9A4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45144" y="4098071"/>
              <a:ext cx="869492" cy="869492"/>
            </a:xfrm>
            <a:prstGeom prst="rect">
              <a:avLst/>
            </a:prstGeom>
          </p:spPr>
        </p:pic>
        <p:pic>
          <p:nvPicPr>
            <p:cNvPr id="91" name="グラフィックス 90" descr="女性">
              <a:extLst>
                <a:ext uri="{FF2B5EF4-FFF2-40B4-BE49-F238E27FC236}">
                  <a16:creationId xmlns:a16="http://schemas.microsoft.com/office/drawing/2014/main" id="{DDE2D3C4-BB7A-4A29-B169-FCA5891E3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8453" y="5196413"/>
              <a:ext cx="869492" cy="869492"/>
            </a:xfrm>
            <a:prstGeom prst="rect">
              <a:avLst/>
            </a:prstGeom>
          </p:spPr>
        </p:pic>
        <p:pic>
          <p:nvPicPr>
            <p:cNvPr id="92" name="グラフィックス 91" descr="男性">
              <a:extLst>
                <a:ext uri="{FF2B5EF4-FFF2-40B4-BE49-F238E27FC236}">
                  <a16:creationId xmlns:a16="http://schemas.microsoft.com/office/drawing/2014/main" id="{BDA8C5BD-4DED-44F1-A126-A17919E37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33118" y="4098071"/>
              <a:ext cx="869492" cy="869492"/>
            </a:xfrm>
            <a:prstGeom prst="rect">
              <a:avLst/>
            </a:prstGeom>
          </p:spPr>
        </p:pic>
        <p:pic>
          <p:nvPicPr>
            <p:cNvPr id="93" name="グラフィックス 92" descr="女性">
              <a:extLst>
                <a:ext uri="{FF2B5EF4-FFF2-40B4-BE49-F238E27FC236}">
                  <a16:creationId xmlns:a16="http://schemas.microsoft.com/office/drawing/2014/main" id="{680EC37F-83AA-47C0-ABD2-C2865E488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27542" y="5196413"/>
              <a:ext cx="869492" cy="869492"/>
            </a:xfrm>
            <a:prstGeom prst="rect">
              <a:avLst/>
            </a:prstGeom>
          </p:spPr>
        </p:pic>
        <p:pic>
          <p:nvPicPr>
            <p:cNvPr id="94" name="グラフィックス 93" descr="男性">
              <a:extLst>
                <a:ext uri="{FF2B5EF4-FFF2-40B4-BE49-F238E27FC236}">
                  <a16:creationId xmlns:a16="http://schemas.microsoft.com/office/drawing/2014/main" id="{21ED0227-6D09-41F1-8060-E7171468A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21092" y="4098071"/>
              <a:ext cx="869492" cy="869492"/>
            </a:xfrm>
            <a:prstGeom prst="rect">
              <a:avLst/>
            </a:prstGeom>
          </p:spPr>
        </p:pic>
        <p:pic>
          <p:nvPicPr>
            <p:cNvPr id="95" name="グラフィックス 94" descr="女性">
              <a:extLst>
                <a:ext uri="{FF2B5EF4-FFF2-40B4-BE49-F238E27FC236}">
                  <a16:creationId xmlns:a16="http://schemas.microsoft.com/office/drawing/2014/main" id="{DBE338FF-A32C-4DCA-AC7B-2B0F6A364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16631" y="5196413"/>
              <a:ext cx="869492" cy="869492"/>
            </a:xfrm>
            <a:prstGeom prst="rect">
              <a:avLst/>
            </a:prstGeom>
          </p:spPr>
        </p:pic>
        <p:pic>
          <p:nvPicPr>
            <p:cNvPr id="96" name="グラフィックス 95" descr="男性">
              <a:extLst>
                <a:ext uri="{FF2B5EF4-FFF2-40B4-BE49-F238E27FC236}">
                  <a16:creationId xmlns:a16="http://schemas.microsoft.com/office/drawing/2014/main" id="{FCA2EACD-807C-45C7-A4ED-B1FE0DCC7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09066" y="4098071"/>
              <a:ext cx="869492" cy="869492"/>
            </a:xfrm>
            <a:prstGeom prst="rect">
              <a:avLst/>
            </a:prstGeom>
          </p:spPr>
        </p:pic>
        <p:pic>
          <p:nvPicPr>
            <p:cNvPr id="97" name="グラフィックス 96" descr="女性">
              <a:extLst>
                <a:ext uri="{FF2B5EF4-FFF2-40B4-BE49-F238E27FC236}">
                  <a16:creationId xmlns:a16="http://schemas.microsoft.com/office/drawing/2014/main" id="{EBDA9CD2-185F-4323-8943-31935ADCF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5720" y="5196413"/>
              <a:ext cx="869492" cy="869492"/>
            </a:xfrm>
            <a:prstGeom prst="rect">
              <a:avLst/>
            </a:prstGeom>
          </p:spPr>
        </p:pic>
        <p:pic>
          <p:nvPicPr>
            <p:cNvPr id="98" name="グラフィックス 97" descr="男性">
              <a:extLst>
                <a:ext uri="{FF2B5EF4-FFF2-40B4-BE49-F238E27FC236}">
                  <a16:creationId xmlns:a16="http://schemas.microsoft.com/office/drawing/2014/main" id="{B7E90240-2E90-43C4-8236-1AF54EC36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97040" y="4098071"/>
              <a:ext cx="869492" cy="869492"/>
            </a:xfrm>
            <a:prstGeom prst="rect">
              <a:avLst/>
            </a:prstGeom>
          </p:spPr>
        </p:pic>
        <p:pic>
          <p:nvPicPr>
            <p:cNvPr id="99" name="グラフィックス 98" descr="女性">
              <a:extLst>
                <a:ext uri="{FF2B5EF4-FFF2-40B4-BE49-F238E27FC236}">
                  <a16:creationId xmlns:a16="http://schemas.microsoft.com/office/drawing/2014/main" id="{CE21E7E5-3114-4839-A9C3-89E30A766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94809" y="5196413"/>
              <a:ext cx="869492" cy="869492"/>
            </a:xfrm>
            <a:prstGeom prst="rect">
              <a:avLst/>
            </a:prstGeom>
          </p:spPr>
        </p:pic>
        <p:pic>
          <p:nvPicPr>
            <p:cNvPr id="100" name="グラフィックス 99" descr="男性">
              <a:extLst>
                <a:ext uri="{FF2B5EF4-FFF2-40B4-BE49-F238E27FC236}">
                  <a16:creationId xmlns:a16="http://schemas.microsoft.com/office/drawing/2014/main" id="{A901685B-BA0C-40C8-A3B6-4435F86E7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85014" y="4098071"/>
              <a:ext cx="869492" cy="869492"/>
            </a:xfrm>
            <a:prstGeom prst="rect">
              <a:avLst/>
            </a:prstGeom>
          </p:spPr>
        </p:pic>
        <p:pic>
          <p:nvPicPr>
            <p:cNvPr id="101" name="グラフィックス 100" descr="女性">
              <a:extLst>
                <a:ext uri="{FF2B5EF4-FFF2-40B4-BE49-F238E27FC236}">
                  <a16:creationId xmlns:a16="http://schemas.microsoft.com/office/drawing/2014/main" id="{AA19758D-446A-47F4-870B-0899AC743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83898" y="5196413"/>
              <a:ext cx="869492" cy="869492"/>
            </a:xfrm>
            <a:prstGeom prst="rect">
              <a:avLst/>
            </a:prstGeom>
          </p:spPr>
        </p:pic>
        <p:pic>
          <p:nvPicPr>
            <p:cNvPr id="102" name="グラフィックス 101" descr="男性">
              <a:extLst>
                <a:ext uri="{FF2B5EF4-FFF2-40B4-BE49-F238E27FC236}">
                  <a16:creationId xmlns:a16="http://schemas.microsoft.com/office/drawing/2014/main" id="{2327CFA5-1599-49A2-8C9B-2763AA807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72989" y="4098071"/>
              <a:ext cx="869492" cy="869492"/>
            </a:xfrm>
            <a:prstGeom prst="rect">
              <a:avLst/>
            </a:prstGeom>
          </p:spPr>
        </p:pic>
        <p:pic>
          <p:nvPicPr>
            <p:cNvPr id="103" name="グラフィックス 102" descr="女性">
              <a:extLst>
                <a:ext uri="{FF2B5EF4-FFF2-40B4-BE49-F238E27FC236}">
                  <a16:creationId xmlns:a16="http://schemas.microsoft.com/office/drawing/2014/main" id="{98804959-F0C4-418C-9773-DC12EAFEC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172989" y="5196413"/>
              <a:ext cx="869492" cy="869492"/>
            </a:xfrm>
            <a:prstGeom prst="rect">
              <a:avLst/>
            </a:prstGeom>
          </p:spPr>
        </p:pic>
        <p:sp>
          <p:nvSpPr>
            <p:cNvPr id="105" name="テキスト ボックス 104">
              <a:extLst>
                <a:ext uri="{FF2B5EF4-FFF2-40B4-BE49-F238E27FC236}">
                  <a16:creationId xmlns:a16="http://schemas.microsoft.com/office/drawing/2014/main" id="{4F3D06F0-5A4D-43A9-ABDC-36F83EC98670}"/>
                </a:ext>
              </a:extLst>
            </p:cNvPr>
            <p:cNvSpPr txBox="1"/>
            <p:nvPr/>
          </p:nvSpPr>
          <p:spPr>
            <a:xfrm>
              <a:off x="5854761" y="5234908"/>
              <a:ext cx="10759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4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</a:t>
              </a:r>
              <a:r>
                <a:rPr kumimoji="1"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  <a:endPara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C7915FEF-8C76-4F67-8AE1-4161C717738A}"/>
              </a:ext>
            </a:extLst>
          </p:cNvPr>
          <p:cNvGrpSpPr/>
          <p:nvPr/>
        </p:nvGrpSpPr>
        <p:grpSpPr>
          <a:xfrm>
            <a:off x="853441" y="841915"/>
            <a:ext cx="3322181" cy="2055286"/>
            <a:chOff x="853441" y="841915"/>
            <a:chExt cx="3322181" cy="2055286"/>
          </a:xfrm>
        </p:grpSpPr>
        <p:pic>
          <p:nvPicPr>
            <p:cNvPr id="52" name="グラフィックス 51" descr="スマート フォン">
              <a:extLst>
                <a:ext uri="{FF2B5EF4-FFF2-40B4-BE49-F238E27FC236}">
                  <a16:creationId xmlns:a16="http://schemas.microsoft.com/office/drawing/2014/main" id="{EB67F8B9-3515-49F2-AA3C-EDA05F9FD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52649" y="841915"/>
              <a:ext cx="925349" cy="925349"/>
            </a:xfrm>
            <a:prstGeom prst="rect">
              <a:avLst/>
            </a:prstGeom>
          </p:spPr>
        </p:pic>
        <p:pic>
          <p:nvPicPr>
            <p:cNvPr id="53" name="グラフィックス 52" descr="スマート フォン">
              <a:extLst>
                <a:ext uri="{FF2B5EF4-FFF2-40B4-BE49-F238E27FC236}">
                  <a16:creationId xmlns:a16="http://schemas.microsoft.com/office/drawing/2014/main" id="{1FED602B-3421-436E-BEAA-55CD7B05E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051857" y="841915"/>
              <a:ext cx="925349" cy="925349"/>
            </a:xfrm>
            <a:prstGeom prst="rect">
              <a:avLst/>
            </a:prstGeom>
          </p:spPr>
        </p:pic>
        <p:pic>
          <p:nvPicPr>
            <p:cNvPr id="54" name="グラフィックス 53" descr="スマート フォン">
              <a:extLst>
                <a:ext uri="{FF2B5EF4-FFF2-40B4-BE49-F238E27FC236}">
                  <a16:creationId xmlns:a16="http://schemas.microsoft.com/office/drawing/2014/main" id="{982AB85C-AD4F-49DC-AA10-56386474D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651065" y="841915"/>
              <a:ext cx="925349" cy="925349"/>
            </a:xfrm>
            <a:prstGeom prst="rect">
              <a:avLst/>
            </a:prstGeom>
          </p:spPr>
        </p:pic>
        <p:pic>
          <p:nvPicPr>
            <p:cNvPr id="55" name="グラフィックス 54" descr="スマート フォン">
              <a:extLst>
                <a:ext uri="{FF2B5EF4-FFF2-40B4-BE49-F238E27FC236}">
                  <a16:creationId xmlns:a16="http://schemas.microsoft.com/office/drawing/2014/main" id="{30E0765B-79C6-4B02-AC89-EB63DDF31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50273" y="841915"/>
              <a:ext cx="925349" cy="925349"/>
            </a:xfrm>
            <a:prstGeom prst="rect">
              <a:avLst/>
            </a:prstGeom>
          </p:spPr>
        </p:pic>
        <p:pic>
          <p:nvPicPr>
            <p:cNvPr id="56" name="グラフィックス 55" descr="スマート フォン">
              <a:extLst>
                <a:ext uri="{FF2B5EF4-FFF2-40B4-BE49-F238E27FC236}">
                  <a16:creationId xmlns:a16="http://schemas.microsoft.com/office/drawing/2014/main" id="{2D38A40C-F715-42BF-A48B-B449F3263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53441" y="841915"/>
              <a:ext cx="925349" cy="925349"/>
            </a:xfrm>
            <a:prstGeom prst="rect">
              <a:avLst/>
            </a:prstGeom>
          </p:spPr>
        </p:pic>
        <p:pic>
          <p:nvPicPr>
            <p:cNvPr id="72" name="グラフィックス 71" descr="スマート フォン">
              <a:extLst>
                <a:ext uri="{FF2B5EF4-FFF2-40B4-BE49-F238E27FC236}">
                  <a16:creationId xmlns:a16="http://schemas.microsoft.com/office/drawing/2014/main" id="{1744DD3D-1062-467E-A18A-8FA22DE8C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52649" y="1878978"/>
              <a:ext cx="925349" cy="925349"/>
            </a:xfrm>
            <a:prstGeom prst="rect">
              <a:avLst/>
            </a:prstGeom>
          </p:spPr>
        </p:pic>
        <p:pic>
          <p:nvPicPr>
            <p:cNvPr id="73" name="グラフィックス 72" descr="スマート フォン">
              <a:extLst>
                <a:ext uri="{FF2B5EF4-FFF2-40B4-BE49-F238E27FC236}">
                  <a16:creationId xmlns:a16="http://schemas.microsoft.com/office/drawing/2014/main" id="{B390B72A-A4FA-4178-A6A6-FD334149F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051857" y="1878978"/>
              <a:ext cx="925349" cy="925349"/>
            </a:xfrm>
            <a:prstGeom prst="rect">
              <a:avLst/>
            </a:prstGeom>
          </p:spPr>
        </p:pic>
        <p:pic>
          <p:nvPicPr>
            <p:cNvPr id="74" name="グラフィックス 73" descr="スマート フォン">
              <a:extLst>
                <a:ext uri="{FF2B5EF4-FFF2-40B4-BE49-F238E27FC236}">
                  <a16:creationId xmlns:a16="http://schemas.microsoft.com/office/drawing/2014/main" id="{12B6A289-5984-4CBC-AD41-66F75E217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651065" y="1878978"/>
              <a:ext cx="925349" cy="925349"/>
            </a:xfrm>
            <a:prstGeom prst="rect">
              <a:avLst/>
            </a:prstGeom>
          </p:spPr>
        </p:pic>
        <p:pic>
          <p:nvPicPr>
            <p:cNvPr id="75" name="グラフィックス 74" descr="スマート フォン">
              <a:extLst>
                <a:ext uri="{FF2B5EF4-FFF2-40B4-BE49-F238E27FC236}">
                  <a16:creationId xmlns:a16="http://schemas.microsoft.com/office/drawing/2014/main" id="{57FD8523-FDCC-4CFF-871B-9F3828CAB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50273" y="1878978"/>
              <a:ext cx="925349" cy="925349"/>
            </a:xfrm>
            <a:prstGeom prst="rect">
              <a:avLst/>
            </a:prstGeom>
          </p:spPr>
        </p:pic>
        <p:pic>
          <p:nvPicPr>
            <p:cNvPr id="76" name="グラフィックス 75" descr="スマート フォン">
              <a:extLst>
                <a:ext uri="{FF2B5EF4-FFF2-40B4-BE49-F238E27FC236}">
                  <a16:creationId xmlns:a16="http://schemas.microsoft.com/office/drawing/2014/main" id="{7A9BAF46-ED5E-4C77-AE50-DBF8BEB7C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53441" y="1878978"/>
              <a:ext cx="925349" cy="925349"/>
            </a:xfrm>
            <a:prstGeom prst="rect">
              <a:avLst/>
            </a:prstGeom>
          </p:spPr>
        </p:pic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79FF9CF6-E3FF-4EBA-9306-C71D5BB3BA10}"/>
                </a:ext>
              </a:extLst>
            </p:cNvPr>
            <p:cNvSpPr/>
            <p:nvPr/>
          </p:nvSpPr>
          <p:spPr>
            <a:xfrm>
              <a:off x="1918010" y="1878978"/>
              <a:ext cx="2070312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id="{68C99740-FFA1-4157-9900-54AF6693C3A8}"/>
                </a:ext>
              </a:extLst>
            </p:cNvPr>
            <p:cNvSpPr txBox="1"/>
            <p:nvPr/>
          </p:nvSpPr>
          <p:spPr>
            <a:xfrm>
              <a:off x="2633464" y="1789205"/>
              <a:ext cx="1354858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1" lang="en-US" altLang="ja-JP" sz="66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65</a:t>
              </a:r>
              <a:r>
                <a:rPr kumimoji="1" lang="en-US" altLang="ja-JP" sz="2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  <a:endParaRPr kumimoji="1" lang="ja-JP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53EA1F33-3CC9-4085-B358-C19A8736FCE1}"/>
              </a:ext>
            </a:extLst>
          </p:cNvPr>
          <p:cNvGrpSpPr/>
          <p:nvPr/>
        </p:nvGrpSpPr>
        <p:grpSpPr>
          <a:xfrm>
            <a:off x="5829561" y="1022194"/>
            <a:ext cx="2820281" cy="1956182"/>
            <a:chOff x="5829561" y="1022194"/>
            <a:chExt cx="2820281" cy="1956182"/>
          </a:xfrm>
        </p:grpSpPr>
        <p:grpSp>
          <p:nvGrpSpPr>
            <p:cNvPr id="128" name="グループ化 127">
              <a:extLst>
                <a:ext uri="{FF2B5EF4-FFF2-40B4-BE49-F238E27FC236}">
                  <a16:creationId xmlns:a16="http://schemas.microsoft.com/office/drawing/2014/main" id="{8E38C5F7-709D-49F3-ABF2-AC78CDDE51EA}"/>
                </a:ext>
              </a:extLst>
            </p:cNvPr>
            <p:cNvGrpSpPr/>
            <p:nvPr/>
          </p:nvGrpSpPr>
          <p:grpSpPr>
            <a:xfrm>
              <a:off x="5829561" y="1129085"/>
              <a:ext cx="914400" cy="914400"/>
              <a:chOff x="6311961" y="825967"/>
              <a:chExt cx="914400" cy="914400"/>
            </a:xfrm>
          </p:grpSpPr>
          <p:sp>
            <p:nvSpPr>
              <p:cNvPr id="123" name="楕円 122">
                <a:extLst>
                  <a:ext uri="{FF2B5EF4-FFF2-40B4-BE49-F238E27FC236}">
                    <a16:creationId xmlns:a16="http://schemas.microsoft.com/office/drawing/2014/main" id="{788DA88C-702B-4541-9202-91774D5D9982}"/>
                  </a:ext>
                </a:extLst>
              </p:cNvPr>
              <p:cNvSpPr/>
              <p:nvPr/>
            </p:nvSpPr>
            <p:spPr>
              <a:xfrm>
                <a:off x="6311961" y="825967"/>
                <a:ext cx="914400" cy="91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C4A53D75-1849-4A5C-91EB-D06073254C7C}"/>
                  </a:ext>
                </a:extLst>
              </p:cNvPr>
              <p:cNvSpPr txBox="1"/>
              <p:nvPr/>
            </p:nvSpPr>
            <p:spPr>
              <a:xfrm>
                <a:off x="6548588" y="960002"/>
                <a:ext cx="44114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3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kumimoji="1" lang="ja-JP" altLang="en-US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6" name="テキスト ボックス 125">
              <a:extLst>
                <a:ext uri="{FF2B5EF4-FFF2-40B4-BE49-F238E27FC236}">
                  <a16:creationId xmlns:a16="http://schemas.microsoft.com/office/drawing/2014/main" id="{AC009452-ABF9-419D-8F10-0C377DEDE8D3}"/>
                </a:ext>
              </a:extLst>
            </p:cNvPr>
            <p:cNvSpPr txBox="1"/>
            <p:nvPr/>
          </p:nvSpPr>
          <p:spPr>
            <a:xfrm>
              <a:off x="6921111" y="1170787"/>
              <a:ext cx="37221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4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Arial" panose="020B0604020202020204" pitchFamily="34" charset="0"/>
                </a:rPr>
                <a:t>:</a:t>
              </a:r>
              <a:endParaRPr kumimoji="1" lang="ja-JP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rial" panose="020B0604020202020204" pitchFamily="34" charset="0"/>
              </a:endParaRPr>
            </a:p>
          </p:txBody>
        </p:sp>
        <p:grpSp>
          <p:nvGrpSpPr>
            <p:cNvPr id="129" name="グループ化 128">
              <a:extLst>
                <a:ext uri="{FF2B5EF4-FFF2-40B4-BE49-F238E27FC236}">
                  <a16:creationId xmlns:a16="http://schemas.microsoft.com/office/drawing/2014/main" id="{DA67F7F3-A8D0-4B57-ABE0-D98F3E583290}"/>
                </a:ext>
              </a:extLst>
            </p:cNvPr>
            <p:cNvGrpSpPr/>
            <p:nvPr/>
          </p:nvGrpSpPr>
          <p:grpSpPr>
            <a:xfrm>
              <a:off x="7470480" y="1022194"/>
              <a:ext cx="1179362" cy="1128182"/>
              <a:chOff x="8254798" y="719076"/>
              <a:chExt cx="1179362" cy="1128182"/>
            </a:xfrm>
            <a:solidFill>
              <a:srgbClr val="FF0000"/>
            </a:solidFill>
          </p:grpSpPr>
          <p:sp>
            <p:nvSpPr>
              <p:cNvPr id="127" name="楕円 126">
                <a:extLst>
                  <a:ext uri="{FF2B5EF4-FFF2-40B4-BE49-F238E27FC236}">
                    <a16:creationId xmlns:a16="http://schemas.microsoft.com/office/drawing/2014/main" id="{FA0E671E-50F2-438D-A564-862D8B92532E}"/>
                  </a:ext>
                </a:extLst>
              </p:cNvPr>
              <p:cNvSpPr/>
              <p:nvPr/>
            </p:nvSpPr>
            <p:spPr>
              <a:xfrm>
                <a:off x="8254798" y="719076"/>
                <a:ext cx="1179362" cy="1128182"/>
              </a:xfrm>
              <a:prstGeom prst="ellipse">
                <a:avLst/>
              </a:prstGeom>
              <a:solidFill>
                <a:srgbClr val="FF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4" name="テキスト ボックス 123">
                <a:extLst>
                  <a:ext uri="{FF2B5EF4-FFF2-40B4-BE49-F238E27FC236}">
                    <a16:creationId xmlns:a16="http://schemas.microsoft.com/office/drawing/2014/main" id="{393AA042-6100-4641-8B87-7A5E89625980}"/>
                  </a:ext>
                </a:extLst>
              </p:cNvPr>
              <p:cNvSpPr txBox="1"/>
              <p:nvPr/>
            </p:nvSpPr>
            <p:spPr>
              <a:xfrm>
                <a:off x="8559885" y="821502"/>
                <a:ext cx="5516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54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  <a:endParaRPr kumimoji="1" lang="ja-JP" altLang="en-US" sz="5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5" name="グラフィックス 4" descr="猫">
              <a:extLst>
                <a:ext uri="{FF2B5EF4-FFF2-40B4-BE49-F238E27FC236}">
                  <a16:creationId xmlns:a16="http://schemas.microsoft.com/office/drawing/2014/main" id="{F0C75181-B2A8-4A24-BC36-3F67BAE33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926761" y="2204376"/>
              <a:ext cx="720000" cy="720000"/>
            </a:xfrm>
            <a:prstGeom prst="rect">
              <a:avLst/>
            </a:prstGeom>
          </p:spPr>
        </p:pic>
        <p:pic>
          <p:nvPicPr>
            <p:cNvPr id="7" name="グラフィックス 6" descr="犬">
              <a:extLst>
                <a:ext uri="{FF2B5EF4-FFF2-40B4-BE49-F238E27FC236}">
                  <a16:creationId xmlns:a16="http://schemas.microsoft.com/office/drawing/2014/main" id="{91C3CFB7-B938-4715-988D-283F41047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flipH="1">
              <a:off x="7637391" y="2150376"/>
              <a:ext cx="828000" cy="82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8692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377</TotalTime>
  <Words>42</Words>
  <Application>Microsoft Office PowerPoint</Application>
  <PresentationFormat>A4 紙張 (210x297 公釐)</PresentationFormat>
  <Paragraphs>26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2" baseType="lpstr">
      <vt:lpstr>游ゴシック</vt:lpstr>
      <vt:lpstr>游ゴシック Light</vt:lpstr>
      <vt:lpstr>微軟正黑體</vt:lpstr>
      <vt:lpstr>Arial</vt:lpstr>
      <vt:lpstr>Arial Black</vt:lpstr>
      <vt:lpstr>Calibri</vt:lpstr>
      <vt:lpstr>Calibri Light</vt:lpstr>
      <vt:lpstr>Office テーマ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50</cp:revision>
  <dcterms:created xsi:type="dcterms:W3CDTF">2017-11-09T07:26:57Z</dcterms:created>
  <dcterms:modified xsi:type="dcterms:W3CDTF">2018-10-02T13:56:31Z</dcterms:modified>
</cp:coreProperties>
</file>