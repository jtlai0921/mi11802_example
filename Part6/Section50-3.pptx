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飲料部門全體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1560</c:v>
                </c:pt>
                <c:pt idx="1">
                  <c:v>2180</c:v>
                </c:pt>
                <c:pt idx="2">
                  <c:v>2670</c:v>
                </c:pt>
                <c:pt idx="3">
                  <c:v>2630</c:v>
                </c:pt>
                <c:pt idx="4">
                  <c:v>2590</c:v>
                </c:pt>
                <c:pt idx="5">
                  <c:v>2470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29-400F-9EF2-59C4B8D973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『茶衛門』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150</c:v>
                </c:pt>
                <c:pt idx="2">
                  <c:v>220</c:v>
                </c:pt>
                <c:pt idx="3">
                  <c:v>190</c:v>
                </c:pt>
                <c:pt idx="4">
                  <c:v>180</c:v>
                </c:pt>
                <c:pt idx="5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29-400F-9EF2-59C4B8D973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60665280"/>
        <c:axId val="856353824"/>
      </c:lineChart>
      <c:catAx>
        <c:axId val="86066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856353824"/>
        <c:crosses val="autoZero"/>
        <c:auto val="1"/>
        <c:lblAlgn val="ctr"/>
        <c:lblOffset val="100"/>
        <c:noMultiLvlLbl val="0"/>
      </c:catAx>
      <c:valAx>
        <c:axId val="856353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86066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defRPr>
            </a:pPr>
            <a:r>
              <a:rPr lang="zh-TW" altLang="en-US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</a:t>
            </a:r>
            <a:endParaRPr lang="ja-JP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飲料部門全體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A0-4470-A689-E6CC8CAF3C00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1560</c:v>
                </c:pt>
                <c:pt idx="1">
                  <c:v>2180</c:v>
                </c:pt>
                <c:pt idx="2">
                  <c:v>2670</c:v>
                </c:pt>
                <c:pt idx="3">
                  <c:v>2630</c:v>
                </c:pt>
                <c:pt idx="4">
                  <c:v>2590</c:v>
                </c:pt>
                <c:pt idx="5">
                  <c:v>2470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04-4F8B-9450-3098189551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7809328"/>
        <c:axId val="944151408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『茶衛門』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1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8A0-4470-A689-E6CC8CAF3C00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游ゴシック" panose="020B0400000000000000" pitchFamily="50" charset="-128"/>
                    <a:cs typeface="Arial" panose="020B0604020202020204" pitchFamily="34" charset="0"/>
                  </a:defRPr>
                </a:pPr>
                <a:endParaRPr lang="zh-TW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150</c:v>
                </c:pt>
                <c:pt idx="2">
                  <c:v>220</c:v>
                </c:pt>
                <c:pt idx="3">
                  <c:v>190</c:v>
                </c:pt>
                <c:pt idx="4">
                  <c:v>180</c:v>
                </c:pt>
                <c:pt idx="5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04-4F8B-9450-3098189551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1679535"/>
        <c:axId val="1552763071"/>
      </c:lineChart>
      <c:catAx>
        <c:axId val="887809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defRPr>
            </a:pPr>
            <a:endParaRPr lang="zh-TW"/>
          </a:p>
        </c:txPr>
        <c:crossAx val="944151408"/>
        <c:crosses val="autoZero"/>
        <c:auto val="1"/>
        <c:lblAlgn val="ctr"/>
        <c:lblOffset val="100"/>
        <c:noMultiLvlLbl val="0"/>
      </c:catAx>
      <c:valAx>
        <c:axId val="944151408"/>
        <c:scaling>
          <c:orientation val="minMax"/>
          <c:max val="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5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defRPr>
            </a:pPr>
            <a:endParaRPr lang="zh-TW"/>
          </a:p>
        </c:txPr>
        <c:crossAx val="887809328"/>
        <c:crosses val="autoZero"/>
        <c:crossBetween val="between"/>
      </c:valAx>
      <c:valAx>
        <c:axId val="1552763071"/>
        <c:scaling>
          <c:orientation val="minMax"/>
          <c:max val="4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050" b="0" i="0" u="none" strike="noStrike" kern="1200" baseline="0">
                <a:solidFill>
                  <a:srgbClr val="C00000"/>
                </a:solidFill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defRPr>
            </a:pPr>
            <a:endParaRPr lang="zh-TW"/>
          </a:p>
        </c:txPr>
        <c:crossAx val="1521679535"/>
        <c:crosses val="max"/>
        <c:crossBetween val="between"/>
      </c:valAx>
      <c:catAx>
        <c:axId val="15216795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27630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ea typeface="游ゴシック" panose="020B0400000000000000" pitchFamily="50" charset="-128"/>
          <a:cs typeface="Arial" panose="020B0604020202020204" pitchFamily="34" charset="0"/>
        </a:defRPr>
      </a:pPr>
      <a:endParaRPr lang="zh-TW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0.39868</cdr:x>
      <cdr:y>0.35359</cdr:y>
    </cdr:from>
    <cdr:to>
      <cdr:x>0.57401</cdr:x>
      <cdr:y>0.41933</cdr:y>
    </cdr:to>
    <cdr:sp macro="" textlink="">
      <cdr:nvSpPr>
        <cdr:cNvPr id="2" name="吹き出し: 角を丸めた四角形 1">
          <a:extLst xmlns:a="http://schemas.openxmlformats.org/drawingml/2006/main">
            <a:ext uri="{FF2B5EF4-FFF2-40B4-BE49-F238E27FC236}">
              <a16:creationId xmlns:a16="http://schemas.microsoft.com/office/drawing/2014/main" id="{7AC6602C-10A9-466B-B3EB-8E9E67C2A398}"/>
            </a:ext>
          </a:extLst>
        </cdr:cNvPr>
        <cdr:cNvSpPr/>
      </cdr:nvSpPr>
      <cdr:spPr>
        <a:xfrm xmlns:a="http://schemas.openxmlformats.org/drawingml/2006/main">
          <a:off x="2632911" y="1556734"/>
          <a:ext cx="1157879" cy="289441"/>
        </a:xfrm>
        <a:prstGeom xmlns:a="http://schemas.openxmlformats.org/drawingml/2006/main" prst="wedgeRoundRectCallout">
          <a:avLst>
            <a:gd name="adj1" fmla="val -27382"/>
            <a:gd name="adj2" fmla="val 124143"/>
            <a:gd name="adj3" fmla="val 16667"/>
          </a:avLst>
        </a:prstGeom>
        <a:solidFill xmlns:a="http://schemas.openxmlformats.org/drawingml/2006/main">
          <a:srgbClr val="C00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wrap="square" anchor="ctr" anchorCtr="0">
          <a:spAutoFit/>
        </a:bodyPr>
        <a:lstStyle xmlns:a="http://schemas.openxmlformats.org/drawingml/2006/main"/>
        <a:p xmlns:a="http://schemas.openxmlformats.org/drawingml/2006/main">
          <a:pPr algn="ctr"/>
          <a:r>
            <a:rPr lang="zh-TW" altLang="en-US" sz="1100" b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銷售巔峰</a:t>
          </a:r>
          <a:endParaRPr lang="ja-JP" sz="1100" b="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  <cdr:relSizeAnchor xmlns:cdr="http://schemas.openxmlformats.org/drawingml/2006/chartDrawing">
    <cdr:from>
      <cdr:x>0.43049</cdr:x>
      <cdr:y>0.72922</cdr:y>
    </cdr:from>
    <cdr:to>
      <cdr:x>0.86614</cdr:x>
      <cdr:y>0.72922</cdr:y>
    </cdr:to>
    <cdr:cxnSp macro="">
      <cdr:nvCxnSpPr>
        <cdr:cNvPr id="4" name="直線矢印コネクタ 3">
          <a:extLst xmlns:a="http://schemas.openxmlformats.org/drawingml/2006/main">
            <a:ext uri="{FF2B5EF4-FFF2-40B4-BE49-F238E27FC236}">
              <a16:creationId xmlns:a16="http://schemas.microsoft.com/office/drawing/2014/main" id="{325A3CB8-E82F-43E1-A762-8E728C431947}"/>
            </a:ext>
          </a:extLst>
        </cdr:cNvPr>
        <cdr:cNvCxnSpPr/>
      </cdr:nvCxnSpPr>
      <cdr:spPr>
        <a:xfrm xmlns:a="http://schemas.openxmlformats.org/drawingml/2006/main">
          <a:off x="2842941" y="3210521"/>
          <a:ext cx="2877015" cy="0"/>
        </a:xfrm>
        <a:prstGeom xmlns:a="http://schemas.openxmlformats.org/drawingml/2006/main" prst="straightConnector1">
          <a:avLst/>
        </a:prstGeom>
        <a:ln xmlns:a="http://schemas.openxmlformats.org/drawingml/2006/main" w="19050" cap="rnd">
          <a:solidFill>
            <a:srgbClr val="C00000"/>
          </a:solidFill>
          <a:prstDash val="sysDash"/>
          <a:headEnd type="triangle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0.55545</cdr:x>
      <cdr:y>0.69376</cdr:y>
    </cdr:from>
    <cdr:to>
      <cdr:x>0.74118</cdr:x>
      <cdr:y>0.75962</cdr:y>
    </cdr:to>
    <cdr:sp macro="" textlink="">
      <cdr:nvSpPr>
        <cdr:cNvPr id="9" name="テキスト ボックス 8">
          <a:extLst xmlns:a="http://schemas.openxmlformats.org/drawingml/2006/main">
            <a:ext uri="{FF2B5EF4-FFF2-40B4-BE49-F238E27FC236}">
              <a16:creationId xmlns:a16="http://schemas.microsoft.com/office/drawing/2014/main" id="{02A837C5-9C9A-4B4C-80DE-8DFD9D605ADD}"/>
            </a:ext>
          </a:extLst>
        </cdr:cNvPr>
        <cdr:cNvSpPr txBox="1"/>
      </cdr:nvSpPr>
      <cdr:spPr>
        <a:xfrm xmlns:a="http://schemas.openxmlformats.org/drawingml/2006/main">
          <a:off x="3668179" y="3054414"/>
          <a:ext cx="1226588" cy="289920"/>
        </a:xfrm>
        <a:prstGeom xmlns:a="http://schemas.openxmlformats.org/drawingml/2006/main" prst="roundRect">
          <a:avLst/>
        </a:prstGeom>
        <a:solidFill xmlns:a="http://schemas.openxmlformats.org/drawingml/2006/main">
          <a:srgbClr val="C00000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zh-TW" altLang="en-US" sz="1100" b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沒有熱門商品</a:t>
          </a:r>
          <a:endParaRPr lang="ja-JP" altLang="en-US" sz="1100" b="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2D75C50-94B8-4F99-AF36-33394A876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94871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363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349B2836-36F4-4E09-99FA-A186B1285C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393659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878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</TotalTime>
  <Words>11</Words>
  <Application>Microsoft Office PowerPoint</Application>
  <PresentationFormat>A4 紙張 (210x297 公釐)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54</cp:revision>
  <dcterms:created xsi:type="dcterms:W3CDTF">2017-11-09T07:26:57Z</dcterms:created>
  <dcterms:modified xsi:type="dcterms:W3CDTF">2018-10-02T09:44:20Z</dcterms:modified>
</cp:coreProperties>
</file>