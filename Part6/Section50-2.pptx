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862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銷售額</a:t>
            </a:r>
            <a:endParaRPr lang="ja-JP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862" b="0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A公司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30</c:v>
                </c:pt>
                <c:pt idx="2">
                  <c:v>50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CC-4BE3-A16B-B06CD8D206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本公司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50</c:v>
                </c:pt>
                <c:pt idx="2">
                  <c:v>60</c:v>
                </c:pt>
                <c:pt idx="3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CC-4BE3-A16B-B06CD8D206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48439696"/>
        <c:axId val="937376448"/>
      </c:barChart>
      <c:catAx>
        <c:axId val="948439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TW"/>
          </a:p>
        </c:txPr>
        <c:crossAx val="937376448"/>
        <c:crosses val="autoZero"/>
        <c:auto val="1"/>
        <c:lblAlgn val="ctr"/>
        <c:lblOffset val="100"/>
        <c:noMultiLvlLbl val="0"/>
      </c:catAx>
      <c:valAx>
        <c:axId val="937376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TW"/>
          </a:p>
        </c:txPr>
        <c:crossAx val="948439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197" b="0" i="0" u="none" strike="noStrike" kern="120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zh-TW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22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TW" altLang="en-US" b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銷售額</a:t>
            </a:r>
            <a:endParaRPr lang="ja-JP" altLang="en-US" b="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2200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A公司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5.376922669827164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B75-4E09-9E09-CA447D0CED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05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30</c:v>
                </c:pt>
                <c:pt idx="2">
                  <c:v>50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75-4E09-9E09-CA447D0CED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本公司</c:v>
                </c:pt>
              </c:strCache>
            </c:strRef>
          </c:tx>
          <c:spPr>
            <a:solidFill>
              <a:srgbClr val="FF0066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050" b="0" i="0" u="none" strike="noStrik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50</c:v>
                </c:pt>
                <c:pt idx="2">
                  <c:v>60</c:v>
                </c:pt>
                <c:pt idx="3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75-4E09-9E09-CA447D0CED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92496336"/>
        <c:axId val="826575168"/>
      </c:barChart>
      <c:catAx>
        <c:axId val="892496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cap="all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TW"/>
          </a:p>
        </c:txPr>
        <c:crossAx val="826575168"/>
        <c:crosses val="autoZero"/>
        <c:auto val="1"/>
        <c:lblAlgn val="ctr"/>
        <c:lblOffset val="100"/>
        <c:noMultiLvlLbl val="0"/>
      </c:catAx>
      <c:valAx>
        <c:axId val="8265751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TW"/>
          </a:p>
        </c:txPr>
        <c:crossAx val="892496336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9273712901271957"/>
          <c:y val="0.21289913591011994"/>
          <c:w val="0.25875651120533016"/>
          <c:h val="5.5489547585588453E-2"/>
        </c:manualLayout>
      </c:layout>
      <c:overlay val="1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zh-TW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0.04272</cdr:x>
      <cdr:y>0.03985</cdr:y>
    </cdr:from>
    <cdr:to>
      <cdr:x>0.15613</cdr:x>
      <cdr:y>0.09927</cdr:y>
    </cdr:to>
    <cdr:sp macro="" textlink="">
      <cdr:nvSpPr>
        <cdr:cNvPr id="2" name="テキスト ボックス 1">
          <a:extLst xmlns:a="http://schemas.openxmlformats.org/drawingml/2006/main">
            <a:ext uri="{FF2B5EF4-FFF2-40B4-BE49-F238E27FC236}">
              <a16:creationId xmlns:a16="http://schemas.microsoft.com/office/drawing/2014/main" id="{320366E3-481B-4E73-A931-976DE2B38455}"/>
            </a:ext>
          </a:extLst>
        </cdr:cNvPr>
        <cdr:cNvSpPr txBox="1"/>
      </cdr:nvSpPr>
      <cdr:spPr>
        <a:xfrm xmlns:a="http://schemas.openxmlformats.org/drawingml/2006/main">
          <a:off x="282128" y="175445"/>
          <a:ext cx="748923" cy="2616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 anchor="ctr" anchorCtr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zh-TW" altLang="en-US" sz="1100">
              <a:latin typeface="微軟正黑體" panose="020B0604030504040204" pitchFamily="34" charset="-120"/>
              <a:ea typeface="微軟正黑體" panose="020B0604030504040204" pitchFamily="34" charset="-120"/>
            </a:rPr>
            <a:t>百萬日圓</a:t>
          </a:r>
          <a:endParaRPr lang="ja-JP" altLang="en-US" sz="11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0.0292</cdr:x>
      <cdr:y>0.0587</cdr:y>
    </cdr:from>
    <cdr:to>
      <cdr:x>0.14261</cdr:x>
      <cdr:y>0.11812</cdr:y>
    </cdr:to>
    <cdr:sp macro="" textlink="">
      <cdr:nvSpPr>
        <cdr:cNvPr id="2" name="テキスト ボックス 1">
          <a:extLst xmlns:a="http://schemas.openxmlformats.org/drawingml/2006/main">
            <a:ext uri="{FF2B5EF4-FFF2-40B4-BE49-F238E27FC236}">
              <a16:creationId xmlns:a16="http://schemas.microsoft.com/office/drawing/2014/main" id="{06DCD386-0CD7-4F07-9DD4-85BCBDA67ABD}"/>
            </a:ext>
          </a:extLst>
        </cdr:cNvPr>
        <cdr:cNvSpPr txBox="1"/>
      </cdr:nvSpPr>
      <cdr:spPr>
        <a:xfrm xmlns:a="http://schemas.openxmlformats.org/drawingml/2006/main">
          <a:off x="192857" y="258435"/>
          <a:ext cx="748923" cy="26161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 anchor="ctr" anchorCtr="0">
          <a:spAutoFit/>
        </a:bodyPr>
        <a:lstStyle xmlns:a="http://schemas.openxmlformats.org/drawingml/2006/main"/>
        <a:p xmlns:a="http://schemas.openxmlformats.org/drawingml/2006/main">
          <a:pPr algn="ctr"/>
          <a:r>
            <a:rPr lang="zh-TW" altLang="en-US" sz="1100">
              <a:latin typeface="微軟正黑體" panose="020B0604030504040204" pitchFamily="34" charset="-120"/>
              <a:ea typeface="微軟正黑體" panose="020B0604030504040204" pitchFamily="34" charset="-120"/>
            </a:rPr>
            <a:t>百萬日圓</a:t>
          </a:r>
          <a:endParaRPr lang="ja-JP" altLang="en-US" sz="11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8EB42B59-6C0F-45F1-A9BC-1F72187935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7145615"/>
              </p:ext>
            </p:extLst>
          </p:nvPr>
        </p:nvGraphicFramePr>
        <p:xfrm>
          <a:off x="1651000" y="1227666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48797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712AEE6E-B787-4267-A13E-91FE16D7CE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0539926"/>
              </p:ext>
            </p:extLst>
          </p:nvPr>
        </p:nvGraphicFramePr>
        <p:xfrm>
          <a:off x="1651000" y="1227667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334</TotalTime>
  <Words>9</Words>
  <Application>Microsoft Office PowerPoint</Application>
  <PresentationFormat>A4 紙張 (210x297 公釐)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54</cp:revision>
  <dcterms:created xsi:type="dcterms:W3CDTF">2017-11-09T07:26:57Z</dcterms:created>
  <dcterms:modified xsi:type="dcterms:W3CDTF">2018-10-02T09:40:30Z</dcterms:modified>
</cp:coreProperties>
</file>