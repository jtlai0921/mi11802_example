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6" r:id="rId3"/>
    <p:sldId id="261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  <a:srgbClr val="FF0066"/>
    <a:srgbClr val="9933FF"/>
    <a:srgbClr val="CC6600"/>
    <a:srgbClr val="009999"/>
    <a:srgbClr val="3366FF"/>
    <a:srgbClr val="3399FF"/>
    <a:srgbClr val="FF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739D247-C532-4CCF-90A3-253F5C68058E}"/>
              </a:ext>
            </a:extLst>
          </p:cNvPr>
          <p:cNvGrpSpPr/>
          <p:nvPr/>
        </p:nvGrpSpPr>
        <p:grpSpPr>
          <a:xfrm>
            <a:off x="550324" y="-127306"/>
            <a:ext cx="9006270" cy="6785149"/>
            <a:chOff x="550324" y="-127306"/>
            <a:chExt cx="9006270" cy="6785149"/>
          </a:xfrm>
        </p:grpSpPr>
        <p:sp>
          <p:nvSpPr>
            <p:cNvPr id="33" name="四角形: 対角を丸める 32">
              <a:extLst>
                <a:ext uri="{FF2B5EF4-FFF2-40B4-BE49-F238E27FC236}">
                  <a16:creationId xmlns:a16="http://schemas.microsoft.com/office/drawing/2014/main" id="{4FF7BC97-D190-4B20-BE46-64195A78BCDC}"/>
                </a:ext>
              </a:extLst>
            </p:cNvPr>
            <p:cNvSpPr/>
            <p:nvPr/>
          </p:nvSpPr>
          <p:spPr>
            <a:xfrm>
              <a:off x="826734" y="401669"/>
              <a:ext cx="5579368" cy="914400"/>
            </a:xfrm>
            <a:prstGeom prst="round2DiagRect">
              <a:avLst/>
            </a:prstGeom>
            <a:solidFill>
              <a:srgbClr val="CC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BE6F494-C0D6-4119-9BC5-1C09D5244731}"/>
                </a:ext>
              </a:extLst>
            </p:cNvPr>
            <p:cNvSpPr/>
            <p:nvPr/>
          </p:nvSpPr>
          <p:spPr>
            <a:xfrm>
              <a:off x="826734" y="5468133"/>
              <a:ext cx="8252531" cy="79479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フローチャート: 手作業 3">
              <a:extLst>
                <a:ext uri="{FF2B5EF4-FFF2-40B4-BE49-F238E27FC236}">
                  <a16:creationId xmlns:a16="http://schemas.microsoft.com/office/drawing/2014/main" id="{335E15AD-D9D5-4864-A2DE-C5E2F370E62A}"/>
                </a:ext>
              </a:extLst>
            </p:cNvPr>
            <p:cNvSpPr/>
            <p:nvPr/>
          </p:nvSpPr>
          <p:spPr>
            <a:xfrm flipV="1">
              <a:off x="826740" y="3827008"/>
              <a:ext cx="8252526" cy="1641123"/>
            </a:xfrm>
            <a:prstGeom prst="flowChartManualOperat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FE1635F-76FB-4786-9004-81B1DDD5CEE3}"/>
                </a:ext>
              </a:extLst>
            </p:cNvPr>
            <p:cNvSpPr/>
            <p:nvPr/>
          </p:nvSpPr>
          <p:spPr>
            <a:xfrm>
              <a:off x="3096853" y="5587619"/>
              <a:ext cx="3568294" cy="496121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ローチャート: 書類 31">
              <a:extLst>
                <a:ext uri="{FF2B5EF4-FFF2-40B4-BE49-F238E27FC236}">
                  <a16:creationId xmlns:a16="http://schemas.microsoft.com/office/drawing/2014/main" id="{35659A41-CEB0-4AF3-B01A-AFCC9227BFFF}"/>
                </a:ext>
              </a:extLst>
            </p:cNvPr>
            <p:cNvSpPr/>
            <p:nvPr/>
          </p:nvSpPr>
          <p:spPr>
            <a:xfrm>
              <a:off x="7027302" y="5468617"/>
              <a:ext cx="1584000" cy="1053074"/>
            </a:xfrm>
            <a:prstGeom prst="flowChartDocumen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8" name="平行四辺形 37">
              <a:extLst>
                <a:ext uri="{FF2B5EF4-FFF2-40B4-BE49-F238E27FC236}">
                  <a16:creationId xmlns:a16="http://schemas.microsoft.com/office/drawing/2014/main" id="{F5C396FB-3D79-4F24-8ADB-588373843957}"/>
                </a:ext>
              </a:extLst>
            </p:cNvPr>
            <p:cNvSpPr/>
            <p:nvPr/>
          </p:nvSpPr>
          <p:spPr>
            <a:xfrm rot="10800000" flipV="1">
              <a:off x="6288984" y="4729768"/>
              <a:ext cx="2322318" cy="737085"/>
            </a:xfrm>
            <a:prstGeom prst="parallelogram">
              <a:avLst>
                <a:gd name="adj" fmla="val 100849"/>
              </a:avLst>
            </a:prstGeom>
            <a:solidFill>
              <a:schemeClr val="bg1"/>
            </a:solidFill>
            <a:ln w="1905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4" name="平行四辺形 33">
              <a:extLst>
                <a:ext uri="{FF2B5EF4-FFF2-40B4-BE49-F238E27FC236}">
                  <a16:creationId xmlns:a16="http://schemas.microsoft.com/office/drawing/2014/main" id="{380B9241-FD3E-4C77-8180-B460206A74CF}"/>
                </a:ext>
              </a:extLst>
            </p:cNvPr>
            <p:cNvSpPr/>
            <p:nvPr/>
          </p:nvSpPr>
          <p:spPr>
            <a:xfrm rot="10800000" flipH="1" flipV="1">
              <a:off x="1509316" y="4460937"/>
              <a:ext cx="2246380" cy="637374"/>
            </a:xfrm>
            <a:prstGeom prst="parallelogram">
              <a:avLst>
                <a:gd name="adj" fmla="val 100849"/>
              </a:avLst>
            </a:prstGeom>
            <a:solidFill>
              <a:schemeClr val="bg1"/>
            </a:solidFill>
            <a:ln w="1905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04E3E12A-C38A-4F88-934C-943448E6FFBE}"/>
                </a:ext>
              </a:extLst>
            </p:cNvPr>
            <p:cNvGrpSpPr/>
            <p:nvPr/>
          </p:nvGrpSpPr>
          <p:grpSpPr>
            <a:xfrm>
              <a:off x="2393434" y="2046747"/>
              <a:ext cx="1367336" cy="2255617"/>
              <a:chOff x="2484852" y="948903"/>
              <a:chExt cx="1367336" cy="2255617"/>
            </a:xfrm>
          </p:grpSpPr>
          <p:sp>
            <p:nvSpPr>
              <p:cNvPr id="20" name="円/楕円 52">
                <a:extLst>
                  <a:ext uri="{FF2B5EF4-FFF2-40B4-BE49-F238E27FC236}">
                    <a16:creationId xmlns:a16="http://schemas.microsoft.com/office/drawing/2014/main" id="{E5EC09C5-1578-4C92-B3DA-B2EA604F03B7}"/>
                  </a:ext>
                </a:extLst>
              </p:cNvPr>
              <p:cNvSpPr/>
              <p:nvPr/>
            </p:nvSpPr>
            <p:spPr>
              <a:xfrm>
                <a:off x="2682520" y="2996782"/>
                <a:ext cx="972000" cy="207738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21" name="円柱 20">
                <a:extLst>
                  <a:ext uri="{FF2B5EF4-FFF2-40B4-BE49-F238E27FC236}">
                    <a16:creationId xmlns:a16="http://schemas.microsoft.com/office/drawing/2014/main" id="{FB23B289-431E-4F5A-B81F-214701FEFD43}"/>
                  </a:ext>
                </a:extLst>
              </p:cNvPr>
              <p:cNvSpPr/>
              <p:nvPr/>
            </p:nvSpPr>
            <p:spPr>
              <a:xfrm>
                <a:off x="3137574" y="1243911"/>
                <a:ext cx="59586" cy="1841047"/>
              </a:xfrm>
              <a:prstGeom prst="can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dirty="0"/>
              </a:p>
            </p:txBody>
          </p:sp>
          <p:sp>
            <p:nvSpPr>
              <p:cNvPr id="22" name="円/楕円 63">
                <a:extLst>
                  <a:ext uri="{FF2B5EF4-FFF2-40B4-BE49-F238E27FC236}">
                    <a16:creationId xmlns:a16="http://schemas.microsoft.com/office/drawing/2014/main" id="{946D97EA-F9E8-49A7-9028-36FAB78829E7}"/>
                  </a:ext>
                </a:extLst>
              </p:cNvPr>
              <p:cNvSpPr/>
              <p:nvPr/>
            </p:nvSpPr>
            <p:spPr>
              <a:xfrm>
                <a:off x="2484852" y="948903"/>
                <a:ext cx="1367336" cy="805155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37DFEC43-AE33-4D37-91FF-69ECB96E6320}"/>
                </a:ext>
              </a:extLst>
            </p:cNvPr>
            <p:cNvSpPr txBox="1"/>
            <p:nvPr/>
          </p:nvSpPr>
          <p:spPr>
            <a:xfrm>
              <a:off x="1190113" y="597259"/>
              <a:ext cx="4852610" cy="523220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zh-TW" altLang="en-US" sz="2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新商品的量販店展示示意圖</a:t>
              </a:r>
              <a:endParaRPr kumimoji="1"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フローチャート: 記憶データ 24">
              <a:extLst>
                <a:ext uri="{FF2B5EF4-FFF2-40B4-BE49-F238E27FC236}">
                  <a16:creationId xmlns:a16="http://schemas.microsoft.com/office/drawing/2014/main" id="{DE128D8C-4134-423C-882C-7151489C8AD7}"/>
                </a:ext>
              </a:extLst>
            </p:cNvPr>
            <p:cNvSpPr/>
            <p:nvPr/>
          </p:nvSpPr>
          <p:spPr>
            <a:xfrm rot="5400000" flipH="1" flipV="1">
              <a:off x="6606220" y="3118310"/>
              <a:ext cx="583282" cy="311600"/>
            </a:xfrm>
            <a:prstGeom prst="flowChartOnlineStorag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6" name="円/楕円 70">
              <a:extLst>
                <a:ext uri="{FF2B5EF4-FFF2-40B4-BE49-F238E27FC236}">
                  <a16:creationId xmlns:a16="http://schemas.microsoft.com/office/drawing/2014/main" id="{F87C12BE-11DF-4CF2-8A3E-30D1E223AB40}"/>
                </a:ext>
              </a:extLst>
            </p:cNvPr>
            <p:cNvSpPr/>
            <p:nvPr/>
          </p:nvSpPr>
          <p:spPr>
            <a:xfrm>
              <a:off x="6592744" y="3173184"/>
              <a:ext cx="610235" cy="3353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7" name="フローチャート: 記憶データ 26">
              <a:extLst>
                <a:ext uri="{FF2B5EF4-FFF2-40B4-BE49-F238E27FC236}">
                  <a16:creationId xmlns:a16="http://schemas.microsoft.com/office/drawing/2014/main" id="{77B602DC-E185-459D-A827-5A40A24E41A9}"/>
                </a:ext>
              </a:extLst>
            </p:cNvPr>
            <p:cNvSpPr/>
            <p:nvPr/>
          </p:nvSpPr>
          <p:spPr>
            <a:xfrm rot="5400000" flipH="1" flipV="1">
              <a:off x="6606220" y="3165699"/>
              <a:ext cx="583282" cy="378726"/>
            </a:xfrm>
            <a:prstGeom prst="flowChartOnlineStorag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8" name="フローチャート: 記憶データ 27">
              <a:extLst>
                <a:ext uri="{FF2B5EF4-FFF2-40B4-BE49-F238E27FC236}">
                  <a16:creationId xmlns:a16="http://schemas.microsoft.com/office/drawing/2014/main" id="{AEBD7D0F-8D5B-4E3D-9963-4FBDBA666C6B}"/>
                </a:ext>
              </a:extLst>
            </p:cNvPr>
            <p:cNvSpPr/>
            <p:nvPr/>
          </p:nvSpPr>
          <p:spPr>
            <a:xfrm rot="5400000" flipH="1" flipV="1">
              <a:off x="6606220" y="3179807"/>
              <a:ext cx="583282" cy="311600"/>
            </a:xfrm>
            <a:prstGeom prst="flowChartOnlineStorag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9" name="フローチャート: 記憶データ 28">
              <a:extLst>
                <a:ext uri="{FF2B5EF4-FFF2-40B4-BE49-F238E27FC236}">
                  <a16:creationId xmlns:a16="http://schemas.microsoft.com/office/drawing/2014/main" id="{78118913-564D-4538-B59E-3E9044FA0236}"/>
                </a:ext>
              </a:extLst>
            </p:cNvPr>
            <p:cNvSpPr/>
            <p:nvPr/>
          </p:nvSpPr>
          <p:spPr>
            <a:xfrm rot="5400000" flipH="1" flipV="1">
              <a:off x="6606220" y="3134875"/>
              <a:ext cx="583282" cy="479284"/>
            </a:xfrm>
            <a:prstGeom prst="flowChartOnlineStorag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0" name="フローチャート: 記憶データ 29">
              <a:extLst>
                <a:ext uri="{FF2B5EF4-FFF2-40B4-BE49-F238E27FC236}">
                  <a16:creationId xmlns:a16="http://schemas.microsoft.com/office/drawing/2014/main" id="{703BED52-CBAC-4E6E-9D48-1A9D51EF32F4}"/>
                </a:ext>
              </a:extLst>
            </p:cNvPr>
            <p:cNvSpPr/>
            <p:nvPr/>
          </p:nvSpPr>
          <p:spPr>
            <a:xfrm rot="16200000">
              <a:off x="6334483" y="3571133"/>
              <a:ext cx="1126756" cy="610234"/>
            </a:xfrm>
            <a:prstGeom prst="flowChartOnlineStorage">
              <a:avLst/>
            </a:prstGeom>
            <a:solidFill>
              <a:schemeClr val="bg1"/>
            </a:solidFill>
            <a:ln w="19050" cap="rnd"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7014A7D-0E2F-4A67-B784-7F31836ED19C}"/>
                </a:ext>
              </a:extLst>
            </p:cNvPr>
            <p:cNvGrpSpPr/>
            <p:nvPr/>
          </p:nvGrpSpPr>
          <p:grpSpPr>
            <a:xfrm>
              <a:off x="3904524" y="2796901"/>
              <a:ext cx="2096952" cy="2359281"/>
              <a:chOff x="4908375" y="2747316"/>
              <a:chExt cx="2096952" cy="2359281"/>
            </a:xfrm>
          </p:grpSpPr>
          <p:sp>
            <p:nvSpPr>
              <p:cNvPr id="7" name="円柱 6">
                <a:extLst>
                  <a:ext uri="{FF2B5EF4-FFF2-40B4-BE49-F238E27FC236}">
                    <a16:creationId xmlns:a16="http://schemas.microsoft.com/office/drawing/2014/main" id="{F528791F-02A0-4ECF-9B8D-B31D39FBD38F}"/>
                  </a:ext>
                </a:extLst>
              </p:cNvPr>
              <p:cNvSpPr/>
              <p:nvPr/>
            </p:nvSpPr>
            <p:spPr>
              <a:xfrm>
                <a:off x="5088828" y="3622144"/>
                <a:ext cx="1736042" cy="1484453"/>
              </a:xfrm>
              <a:prstGeom prst="can">
                <a:avLst>
                  <a:gd name="adj" fmla="val 45155"/>
                </a:avLst>
              </a:prstGeom>
              <a:solidFill>
                <a:schemeClr val="accent3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B6560718-D3B0-48D9-BF9D-C07BE803414D}"/>
                  </a:ext>
                </a:extLst>
              </p:cNvPr>
              <p:cNvSpPr/>
              <p:nvPr/>
            </p:nvSpPr>
            <p:spPr>
              <a:xfrm>
                <a:off x="4908375" y="2747316"/>
                <a:ext cx="2096952" cy="2241767"/>
              </a:xfrm>
              <a:prstGeom prst="roundRect">
                <a:avLst>
                  <a:gd name="adj" fmla="val 26617"/>
                </a:avLst>
              </a:prstGeom>
              <a:gradFill flip="none" rotWithShape="1">
                <a:gsLst>
                  <a:gs pos="0">
                    <a:schemeClr val="accent3">
                      <a:lumMod val="0"/>
                      <a:lumOff val="100000"/>
                    </a:schemeClr>
                  </a:gs>
                  <a:gs pos="35000">
                    <a:schemeClr val="accent3">
                      <a:lumMod val="0"/>
                      <a:lumOff val="100000"/>
                    </a:schemeClr>
                  </a:gs>
                  <a:gs pos="100000">
                    <a:schemeClr val="accent3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円/楕円 13">
                <a:extLst>
                  <a:ext uri="{FF2B5EF4-FFF2-40B4-BE49-F238E27FC236}">
                    <a16:creationId xmlns:a16="http://schemas.microsoft.com/office/drawing/2014/main" id="{558F154E-A667-471E-92A5-08E4BB59D8AA}"/>
                  </a:ext>
                </a:extLst>
              </p:cNvPr>
              <p:cNvSpPr/>
              <p:nvPr/>
            </p:nvSpPr>
            <p:spPr>
              <a:xfrm>
                <a:off x="5722862" y="3135035"/>
                <a:ext cx="467978" cy="156692"/>
              </a:xfrm>
              <a:prstGeom prst="ellipse">
                <a:avLst/>
              </a:prstGeom>
              <a:solidFill>
                <a:schemeClr val="bg2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0" name="フローチャート: 論理積ゲート 9">
                <a:extLst>
                  <a:ext uri="{FF2B5EF4-FFF2-40B4-BE49-F238E27FC236}">
                    <a16:creationId xmlns:a16="http://schemas.microsoft.com/office/drawing/2014/main" id="{4407360A-6888-4383-95A3-69914B847A93}"/>
                  </a:ext>
                </a:extLst>
              </p:cNvPr>
              <p:cNvSpPr/>
              <p:nvPr/>
            </p:nvSpPr>
            <p:spPr>
              <a:xfrm rot="5400000">
                <a:off x="5870083" y="2477112"/>
                <a:ext cx="173536" cy="713944"/>
              </a:xfrm>
              <a:prstGeom prst="flowChartDelay">
                <a:avLst/>
              </a:prstGeom>
              <a:solidFill>
                <a:schemeClr val="bg2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1" name="月 10">
                <a:extLst>
                  <a:ext uri="{FF2B5EF4-FFF2-40B4-BE49-F238E27FC236}">
                    <a16:creationId xmlns:a16="http://schemas.microsoft.com/office/drawing/2014/main" id="{5BDB6B69-5258-43AF-9825-3EF07D7E1A11}"/>
                  </a:ext>
                </a:extLst>
              </p:cNvPr>
              <p:cNvSpPr/>
              <p:nvPr/>
            </p:nvSpPr>
            <p:spPr>
              <a:xfrm rot="16200000">
                <a:off x="5481559" y="2846943"/>
                <a:ext cx="950584" cy="2096952"/>
              </a:xfrm>
              <a:prstGeom prst="moon">
                <a:avLst>
                  <a:gd name="adj" fmla="val 87500"/>
                </a:avLst>
              </a:prstGeom>
              <a:solidFill>
                <a:schemeClr val="accent3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" name="月 11">
                <a:extLst>
                  <a:ext uri="{FF2B5EF4-FFF2-40B4-BE49-F238E27FC236}">
                    <a16:creationId xmlns:a16="http://schemas.microsoft.com/office/drawing/2014/main" id="{A45633E5-1036-4F2B-A6C9-27742CF9F5DC}"/>
                  </a:ext>
                </a:extLst>
              </p:cNvPr>
              <p:cNvSpPr/>
              <p:nvPr/>
            </p:nvSpPr>
            <p:spPr>
              <a:xfrm rot="16200000">
                <a:off x="5551581" y="2776922"/>
                <a:ext cx="810539" cy="2096952"/>
              </a:xfrm>
              <a:prstGeom prst="moon">
                <a:avLst>
                  <a:gd name="adj" fmla="val 84936"/>
                </a:avLst>
              </a:prstGeom>
              <a:solidFill>
                <a:schemeClr val="bg2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" name="角丸四角形 10">
                <a:extLst>
                  <a:ext uri="{FF2B5EF4-FFF2-40B4-BE49-F238E27FC236}">
                    <a16:creationId xmlns:a16="http://schemas.microsoft.com/office/drawing/2014/main" id="{736D0197-D3A8-476D-974B-E28B46BFB748}"/>
                  </a:ext>
                </a:extLst>
              </p:cNvPr>
              <p:cNvSpPr/>
              <p:nvPr/>
            </p:nvSpPr>
            <p:spPr>
              <a:xfrm>
                <a:off x="5505350" y="3622144"/>
                <a:ext cx="903003" cy="336676"/>
              </a:xfrm>
              <a:prstGeom prst="roundRect">
                <a:avLst>
                  <a:gd name="adj" fmla="val 26617"/>
                </a:avLst>
              </a:prstGeom>
              <a:solidFill>
                <a:schemeClr val="accent3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/楕円 12">
                <a:extLst>
                  <a:ext uri="{FF2B5EF4-FFF2-40B4-BE49-F238E27FC236}">
                    <a16:creationId xmlns:a16="http://schemas.microsoft.com/office/drawing/2014/main" id="{C6462898-483F-43DE-A24F-3CBA573B5D95}"/>
                  </a:ext>
                </a:extLst>
              </p:cNvPr>
              <p:cNvSpPr/>
              <p:nvPr/>
            </p:nvSpPr>
            <p:spPr>
              <a:xfrm>
                <a:off x="6476439" y="3622144"/>
                <a:ext cx="252000" cy="252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" name="円/楕円 20">
                <a:extLst>
                  <a:ext uri="{FF2B5EF4-FFF2-40B4-BE49-F238E27FC236}">
                    <a16:creationId xmlns:a16="http://schemas.microsoft.com/office/drawing/2014/main" id="{D461ADDC-8A40-4025-8C5F-2F853A072145}"/>
                  </a:ext>
                </a:extLst>
              </p:cNvPr>
              <p:cNvSpPr/>
              <p:nvPr/>
            </p:nvSpPr>
            <p:spPr>
              <a:xfrm>
                <a:off x="5884849" y="4017543"/>
                <a:ext cx="144000" cy="144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6" name="円/楕円 21">
                <a:extLst>
                  <a:ext uri="{FF2B5EF4-FFF2-40B4-BE49-F238E27FC236}">
                    <a16:creationId xmlns:a16="http://schemas.microsoft.com/office/drawing/2014/main" id="{465A4BC3-2E28-4DA9-A0B7-8C3E2B3CA477}"/>
                  </a:ext>
                </a:extLst>
              </p:cNvPr>
              <p:cNvSpPr/>
              <p:nvPr/>
            </p:nvSpPr>
            <p:spPr>
              <a:xfrm>
                <a:off x="5669098" y="4009305"/>
                <a:ext cx="144000" cy="144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7" name="円/楕円 22">
                <a:extLst>
                  <a:ext uri="{FF2B5EF4-FFF2-40B4-BE49-F238E27FC236}">
                    <a16:creationId xmlns:a16="http://schemas.microsoft.com/office/drawing/2014/main" id="{E592DDE8-FAD5-4492-BE21-B124818EA8ED}"/>
                  </a:ext>
                </a:extLst>
              </p:cNvPr>
              <p:cNvSpPr/>
              <p:nvPr/>
            </p:nvSpPr>
            <p:spPr>
              <a:xfrm>
                <a:off x="6100600" y="4009305"/>
                <a:ext cx="144000" cy="144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D1F05211-327A-4AD8-B992-48AC95E9EF75}"/>
                  </a:ext>
                </a:extLst>
              </p:cNvPr>
              <p:cNvSpPr/>
              <p:nvPr/>
            </p:nvSpPr>
            <p:spPr>
              <a:xfrm>
                <a:off x="5722862" y="4499110"/>
                <a:ext cx="467978" cy="156692"/>
              </a:xfrm>
              <a:prstGeom prst="rect">
                <a:avLst/>
              </a:prstGeom>
              <a:solidFill>
                <a:schemeClr val="bg2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79AB7BB6-0C01-4F01-9754-D456D9F81011}"/>
                </a:ext>
              </a:extLst>
            </p:cNvPr>
            <p:cNvGrpSpPr/>
            <p:nvPr/>
          </p:nvGrpSpPr>
          <p:grpSpPr>
            <a:xfrm>
              <a:off x="1257372" y="4949098"/>
              <a:ext cx="1614609" cy="1253520"/>
              <a:chOff x="7162719" y="1374995"/>
              <a:chExt cx="1614609" cy="1253520"/>
            </a:xfrm>
          </p:grpSpPr>
          <p:sp>
            <p:nvSpPr>
              <p:cNvPr id="47" name="四角形: 角を丸くする 46">
                <a:extLst>
                  <a:ext uri="{FF2B5EF4-FFF2-40B4-BE49-F238E27FC236}">
                    <a16:creationId xmlns:a16="http://schemas.microsoft.com/office/drawing/2014/main" id="{730F54D4-D023-4E4F-A27C-9DC5BB41AB73}"/>
                  </a:ext>
                </a:extLst>
              </p:cNvPr>
              <p:cNvSpPr/>
              <p:nvPr/>
            </p:nvSpPr>
            <p:spPr>
              <a:xfrm flipV="1">
                <a:off x="8489328" y="1952516"/>
                <a:ext cx="288000" cy="25647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sq"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矢印: 左カーブ 44">
                <a:extLst>
                  <a:ext uri="{FF2B5EF4-FFF2-40B4-BE49-F238E27FC236}">
                    <a16:creationId xmlns:a16="http://schemas.microsoft.com/office/drawing/2014/main" id="{C27357BF-882C-43DF-81A1-5219A063DB7C}"/>
                  </a:ext>
                </a:extLst>
              </p:cNvPr>
              <p:cNvSpPr/>
              <p:nvPr/>
            </p:nvSpPr>
            <p:spPr>
              <a:xfrm rot="5400000" flipH="1">
                <a:off x="7754882" y="1132679"/>
                <a:ext cx="731520" cy="1216152"/>
              </a:xfrm>
              <a:prstGeom prst="curvedLeftArrow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6" name="円/楕円 63">
                <a:extLst>
                  <a:ext uri="{FF2B5EF4-FFF2-40B4-BE49-F238E27FC236}">
                    <a16:creationId xmlns:a16="http://schemas.microsoft.com/office/drawing/2014/main" id="{BA5B9727-8EAC-4B2A-934E-C5FC0DCB9600}"/>
                  </a:ext>
                </a:extLst>
              </p:cNvPr>
              <p:cNvSpPr/>
              <p:nvPr/>
            </p:nvSpPr>
            <p:spPr>
              <a:xfrm>
                <a:off x="7162719" y="1584515"/>
                <a:ext cx="1044000" cy="1044000"/>
              </a:xfrm>
              <a:prstGeom prst="star32">
                <a:avLst>
                  <a:gd name="adj" fmla="val 43611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2B397633-0F70-4FED-8986-AF00975390A8}"/>
                </a:ext>
              </a:extLst>
            </p:cNvPr>
            <p:cNvSpPr/>
            <p:nvPr/>
          </p:nvSpPr>
          <p:spPr>
            <a:xfrm rot="10800000" flipH="1">
              <a:off x="7980412" y="-127306"/>
              <a:ext cx="1576182" cy="2623308"/>
            </a:xfrm>
            <a:custGeom>
              <a:avLst/>
              <a:gdLst>
                <a:gd name="connsiteX0" fmla="*/ 0 w 1576182"/>
                <a:gd name="connsiteY0" fmla="*/ 1606664 h 1606664"/>
                <a:gd name="connsiteX1" fmla="*/ 788091 w 1576182"/>
                <a:gd name="connsiteY1" fmla="*/ 1606664 h 1606664"/>
                <a:gd name="connsiteX2" fmla="*/ 1576182 w 1576182"/>
                <a:gd name="connsiteY2" fmla="*/ 1606664 h 1606664"/>
                <a:gd name="connsiteX3" fmla="*/ 1576182 w 1576182"/>
                <a:gd name="connsiteY3" fmla="*/ 0 h 1606664"/>
                <a:gd name="connsiteX4" fmla="*/ 788091 w 1576182"/>
                <a:gd name="connsiteY4" fmla="*/ 321333 h 1606664"/>
                <a:gd name="connsiteX5" fmla="*/ 0 w 1576182"/>
                <a:gd name="connsiteY5" fmla="*/ 0 h 160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6182" h="1606664">
                  <a:moveTo>
                    <a:pt x="0" y="1606664"/>
                  </a:moveTo>
                  <a:lnTo>
                    <a:pt x="788091" y="1606664"/>
                  </a:lnTo>
                  <a:lnTo>
                    <a:pt x="1576182" y="1606664"/>
                  </a:lnTo>
                  <a:lnTo>
                    <a:pt x="1576182" y="0"/>
                  </a:lnTo>
                  <a:lnTo>
                    <a:pt x="788091" y="321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05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54B818BC-6836-4E73-87BC-10CCE023BA0B}"/>
                </a:ext>
              </a:extLst>
            </p:cNvPr>
            <p:cNvGrpSpPr/>
            <p:nvPr/>
          </p:nvGrpSpPr>
          <p:grpSpPr>
            <a:xfrm>
              <a:off x="6714858" y="4560383"/>
              <a:ext cx="1185146" cy="496121"/>
              <a:chOff x="5067473" y="1778391"/>
              <a:chExt cx="1185146" cy="496121"/>
            </a:xfrm>
            <a:solidFill>
              <a:schemeClr val="bg1"/>
            </a:solidFill>
          </p:grpSpPr>
          <p:sp>
            <p:nvSpPr>
              <p:cNvPr id="40" name="平行四辺形 39">
                <a:extLst>
                  <a:ext uri="{FF2B5EF4-FFF2-40B4-BE49-F238E27FC236}">
                    <a16:creationId xmlns:a16="http://schemas.microsoft.com/office/drawing/2014/main" id="{9428F10B-D1BC-4C2D-B030-84A62C3BB4F3}"/>
                  </a:ext>
                </a:extLst>
              </p:cNvPr>
              <p:cNvSpPr/>
              <p:nvPr/>
            </p:nvSpPr>
            <p:spPr>
              <a:xfrm rot="10800000" flipH="1" flipV="1">
                <a:off x="5108611" y="2076373"/>
                <a:ext cx="1144008" cy="198139"/>
              </a:xfrm>
              <a:prstGeom prst="parallelogram">
                <a:avLst>
                  <a:gd name="adj" fmla="val 62391"/>
                </a:avLst>
              </a:prstGeom>
              <a:solidFill>
                <a:schemeClr val="bg2">
                  <a:lumMod val="75000"/>
                </a:schemeClr>
              </a:solidFill>
              <a:ln w="19050" cap="sq"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F2F8AE4E-8897-4B08-9FFD-58EA26D5C8C2}"/>
                  </a:ext>
                </a:extLst>
              </p:cNvPr>
              <p:cNvSpPr/>
              <p:nvPr/>
            </p:nvSpPr>
            <p:spPr>
              <a:xfrm>
                <a:off x="5067473" y="1778391"/>
                <a:ext cx="1062230" cy="496121"/>
              </a:xfrm>
              <a:prstGeom prst="rect">
                <a:avLst/>
              </a:prstGeom>
              <a:grp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55B4D7D9-9C2F-49B1-99F4-563068F79BB3}"/>
                </a:ext>
              </a:extLst>
            </p:cNvPr>
            <p:cNvSpPr txBox="1"/>
            <p:nvPr/>
          </p:nvSpPr>
          <p:spPr>
            <a:xfrm>
              <a:off x="550324" y="3755799"/>
              <a:ext cx="7232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搖擺貼紙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C31C5297-4AE9-477A-84DF-DB1E2CA8F584}"/>
                </a:ext>
              </a:extLst>
            </p:cNvPr>
            <p:cNvCxnSpPr>
              <a:cxnSpLocks/>
            </p:cNvCxnSpPr>
            <p:nvPr/>
          </p:nvCxnSpPr>
          <p:spPr>
            <a:xfrm>
              <a:off x="950236" y="4139128"/>
              <a:ext cx="476526" cy="1070239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BF0AACD2-DBEE-444E-B0CF-F5E9FE04335B}"/>
                </a:ext>
              </a:extLst>
            </p:cNvPr>
            <p:cNvSpPr txBox="1"/>
            <p:nvPr/>
          </p:nvSpPr>
          <p:spPr>
            <a:xfrm>
              <a:off x="1040246" y="1745598"/>
              <a:ext cx="8164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Eye Catcher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7569D41D-185B-4BC6-A020-D955FBE83B9E}"/>
                </a:ext>
              </a:extLst>
            </p:cNvPr>
            <p:cNvCxnSpPr>
              <a:cxnSpLocks/>
            </p:cNvCxnSpPr>
            <p:nvPr/>
          </p:nvCxnSpPr>
          <p:spPr>
            <a:xfrm>
              <a:off x="1604218" y="2085095"/>
              <a:ext cx="652722" cy="382533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6EE29C4F-DA59-4243-BE9E-C7E8D2DFDCD5}"/>
                </a:ext>
              </a:extLst>
            </p:cNvPr>
            <p:cNvSpPr txBox="1"/>
            <p:nvPr/>
          </p:nvSpPr>
          <p:spPr>
            <a:xfrm>
              <a:off x="8226981" y="3759950"/>
              <a:ext cx="7232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立體立牌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045D89E1-2E6D-4B6B-9B47-A259A9C3B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8088" y="4110901"/>
              <a:ext cx="630630" cy="498553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5DEDD3ED-9B04-4867-BFEE-4B9D60F9DC90}"/>
                </a:ext>
              </a:extLst>
            </p:cNvPr>
            <p:cNvSpPr txBox="1"/>
            <p:nvPr/>
          </p:nvSpPr>
          <p:spPr>
            <a:xfrm>
              <a:off x="6452496" y="1771211"/>
              <a:ext cx="7232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海報掛軸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AA735B12-D8B8-4FE4-9FC7-C99058FCC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7575" y="3130185"/>
              <a:ext cx="540513" cy="231286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77D844CE-9C82-406B-86E7-193504F8CC29}"/>
                </a:ext>
              </a:extLst>
            </p:cNvPr>
            <p:cNvSpPr txBox="1"/>
            <p:nvPr/>
          </p:nvSpPr>
          <p:spPr>
            <a:xfrm>
              <a:off x="1326001" y="3148930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他社產品比較表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DA9173D8-5DF4-485F-B687-8CE92215CD35}"/>
                </a:ext>
              </a:extLst>
            </p:cNvPr>
            <p:cNvCxnSpPr>
              <a:cxnSpLocks/>
            </p:cNvCxnSpPr>
            <p:nvPr/>
          </p:nvCxnSpPr>
          <p:spPr>
            <a:xfrm>
              <a:off x="2018030" y="3568242"/>
              <a:ext cx="550395" cy="1079327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5E6DBDF8-EEAF-4239-AD73-886CC7A7A780}"/>
                </a:ext>
              </a:extLst>
            </p:cNvPr>
            <p:cNvSpPr txBox="1"/>
            <p:nvPr/>
          </p:nvSpPr>
          <p:spPr>
            <a:xfrm>
              <a:off x="7874872" y="2969716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目錄架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D81B0ADA-7C6F-4F8F-A72D-3621BA743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4920" y="1403486"/>
              <a:ext cx="1037975" cy="485320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A6C13210-082B-4AC4-A076-6F3D8D0ACD85}"/>
                </a:ext>
              </a:extLst>
            </p:cNvPr>
            <p:cNvCxnSpPr>
              <a:cxnSpLocks/>
            </p:cNvCxnSpPr>
            <p:nvPr/>
          </p:nvCxnSpPr>
          <p:spPr>
            <a:xfrm>
              <a:off x="4472510" y="5986102"/>
              <a:ext cx="420922" cy="457135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929E43E7-6CA7-4434-8C50-1A8D1A8B261A}"/>
                </a:ext>
              </a:extLst>
            </p:cNvPr>
            <p:cNvSpPr txBox="1"/>
            <p:nvPr/>
          </p:nvSpPr>
          <p:spPr>
            <a:xfrm>
              <a:off x="4994749" y="6380844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告示牌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28585D5D-5591-4E0D-ACE2-79190ABBCAC4}"/>
                </a:ext>
              </a:extLst>
            </p:cNvPr>
            <p:cNvSpPr txBox="1"/>
            <p:nvPr/>
          </p:nvSpPr>
          <p:spPr>
            <a:xfrm>
              <a:off x="8424422" y="4572009"/>
              <a:ext cx="7232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迷你旗幟</a:t>
              </a:r>
              <a:endParaRPr kumimoji="1" lang="ja-JP" altLang="en-US" sz="1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2FEB8CD2-7497-4E16-9DFE-E957F7710D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12684" y="4905990"/>
              <a:ext cx="665272" cy="396027"/>
            </a:xfrm>
            <a:prstGeom prst="line">
              <a:avLst/>
            </a:prstGeom>
            <a:ln w="50800" cap="rnd">
              <a:solidFill>
                <a:schemeClr val="tx1">
                  <a:lumMod val="75000"/>
                  <a:lumOff val="2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162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0697597-40AE-46AF-AE64-0787CB0F6349}"/>
              </a:ext>
            </a:extLst>
          </p:cNvPr>
          <p:cNvGrpSpPr/>
          <p:nvPr/>
        </p:nvGrpSpPr>
        <p:grpSpPr>
          <a:xfrm>
            <a:off x="5644891" y="1771090"/>
            <a:ext cx="2120020" cy="3871102"/>
            <a:chOff x="1802089" y="1771090"/>
            <a:chExt cx="2120020" cy="3871102"/>
          </a:xfrm>
        </p:grpSpPr>
        <p:sp>
          <p:nvSpPr>
            <p:cNvPr id="118" name="フローチャート: 論理積ゲート 117">
              <a:extLst>
                <a:ext uri="{FF2B5EF4-FFF2-40B4-BE49-F238E27FC236}">
                  <a16:creationId xmlns:a16="http://schemas.microsoft.com/office/drawing/2014/main" id="{F5BA8D84-95AD-4863-97E1-B30AED45A3A4}"/>
                </a:ext>
              </a:extLst>
            </p:cNvPr>
            <p:cNvSpPr/>
            <p:nvPr/>
          </p:nvSpPr>
          <p:spPr>
            <a:xfrm rot="16200000">
              <a:off x="2330506" y="4050588"/>
              <a:ext cx="1063186" cy="2120020"/>
            </a:xfrm>
            <a:prstGeom prst="flowChartDelay">
              <a:avLst/>
            </a:prstGeom>
            <a:solidFill>
              <a:schemeClr val="accent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楕円 90">
              <a:extLst>
                <a:ext uri="{FF2B5EF4-FFF2-40B4-BE49-F238E27FC236}">
                  <a16:creationId xmlns:a16="http://schemas.microsoft.com/office/drawing/2014/main" id="{70772F88-8D57-4898-8927-90CA8C8BEC69}"/>
                </a:ext>
              </a:extLst>
            </p:cNvPr>
            <p:cNvSpPr/>
            <p:nvPr/>
          </p:nvSpPr>
          <p:spPr>
            <a:xfrm>
              <a:off x="1914689" y="3252790"/>
              <a:ext cx="331151" cy="438250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楕円 91">
              <a:extLst>
                <a:ext uri="{FF2B5EF4-FFF2-40B4-BE49-F238E27FC236}">
                  <a16:creationId xmlns:a16="http://schemas.microsoft.com/office/drawing/2014/main" id="{7A709C78-B6C5-4541-9B72-7A6BAB728533}"/>
                </a:ext>
              </a:extLst>
            </p:cNvPr>
            <p:cNvSpPr/>
            <p:nvPr/>
          </p:nvSpPr>
          <p:spPr>
            <a:xfrm>
              <a:off x="3546354" y="3263941"/>
              <a:ext cx="331151" cy="438250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B573B1B8-510C-49F9-8FE9-BEFF87F6CB7C}"/>
                </a:ext>
              </a:extLst>
            </p:cNvPr>
            <p:cNvSpPr/>
            <p:nvPr/>
          </p:nvSpPr>
          <p:spPr>
            <a:xfrm>
              <a:off x="2574475" y="4218261"/>
              <a:ext cx="575249" cy="510632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47205140-A9D5-4F71-89B4-63D70B529ED3}"/>
                </a:ext>
              </a:extLst>
            </p:cNvPr>
            <p:cNvSpPr/>
            <p:nvPr/>
          </p:nvSpPr>
          <p:spPr>
            <a:xfrm>
              <a:off x="2130407" y="2421324"/>
              <a:ext cx="1507852" cy="1942041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95C8E17A-A7D5-42AB-B509-ABA348749190}"/>
                </a:ext>
              </a:extLst>
            </p:cNvPr>
            <p:cNvSpPr/>
            <p:nvPr/>
          </p:nvSpPr>
          <p:spPr>
            <a:xfrm>
              <a:off x="2365939" y="3227796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円弧 86">
              <a:extLst>
                <a:ext uri="{FF2B5EF4-FFF2-40B4-BE49-F238E27FC236}">
                  <a16:creationId xmlns:a16="http://schemas.microsoft.com/office/drawing/2014/main" id="{881216B6-1008-4377-BDD0-715094060101}"/>
                </a:ext>
              </a:extLst>
            </p:cNvPr>
            <p:cNvSpPr/>
            <p:nvPr/>
          </p:nvSpPr>
          <p:spPr>
            <a:xfrm>
              <a:off x="2491066" y="3140444"/>
              <a:ext cx="806846" cy="772063"/>
            </a:xfrm>
            <a:prstGeom prst="arc">
              <a:avLst>
                <a:gd name="adj1" fmla="val 1854042"/>
                <a:gd name="adj2" fmla="val 8897914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6202FA7D-8361-4327-90E2-E24392D186CC}"/>
                </a:ext>
              </a:extLst>
            </p:cNvPr>
            <p:cNvSpPr/>
            <p:nvPr/>
          </p:nvSpPr>
          <p:spPr>
            <a:xfrm>
              <a:off x="2853376" y="3160917"/>
              <a:ext cx="93646" cy="343004"/>
            </a:xfrm>
            <a:custGeom>
              <a:avLst/>
              <a:gdLst>
                <a:gd name="connsiteX0" fmla="*/ 66675 w 76200"/>
                <a:gd name="connsiteY0" fmla="*/ 0 h 361950"/>
                <a:gd name="connsiteX1" fmla="*/ 0 w 76200"/>
                <a:gd name="connsiteY1" fmla="*/ 323850 h 361950"/>
                <a:gd name="connsiteX2" fmla="*/ 76200 w 76200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361950">
                  <a:moveTo>
                    <a:pt x="66675" y="0"/>
                  </a:moveTo>
                  <a:lnTo>
                    <a:pt x="0" y="323850"/>
                  </a:lnTo>
                  <a:lnTo>
                    <a:pt x="76200" y="361950"/>
                  </a:lnTo>
                </a:path>
              </a:pathLst>
            </a:cu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10E3C0B4-3D6C-4D3B-956E-75454B15D232}"/>
                </a:ext>
              </a:extLst>
            </p:cNvPr>
            <p:cNvCxnSpPr>
              <a:cxnSpLocks/>
            </p:cNvCxnSpPr>
            <p:nvPr/>
          </p:nvCxnSpPr>
          <p:spPr>
            <a:xfrm>
              <a:off x="2334904" y="2989471"/>
              <a:ext cx="314325" cy="112221"/>
            </a:xfrm>
            <a:prstGeom prst="line">
              <a:avLst/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335E6725-8D49-44E0-93D7-0A7A2E817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1445" y="2989471"/>
              <a:ext cx="314325" cy="112221"/>
            </a:xfrm>
            <a:prstGeom prst="line">
              <a:avLst/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ED7DF8FB-3A79-4464-B556-ABD2267B8A97}"/>
                </a:ext>
              </a:extLst>
            </p:cNvPr>
            <p:cNvSpPr/>
            <p:nvPr/>
          </p:nvSpPr>
          <p:spPr>
            <a:xfrm>
              <a:off x="3257407" y="3227796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フリーフォーム: 図形 132">
              <a:extLst>
                <a:ext uri="{FF2B5EF4-FFF2-40B4-BE49-F238E27FC236}">
                  <a16:creationId xmlns:a16="http://schemas.microsoft.com/office/drawing/2014/main" id="{91EC32CD-97C6-4094-B04E-7BA69DC0EDF6}"/>
                </a:ext>
              </a:extLst>
            </p:cNvPr>
            <p:cNvSpPr/>
            <p:nvPr/>
          </p:nvSpPr>
          <p:spPr>
            <a:xfrm flipH="1" flipV="1">
              <a:off x="1916293" y="1771090"/>
              <a:ext cx="1976758" cy="1733631"/>
            </a:xfrm>
            <a:custGeom>
              <a:avLst/>
              <a:gdLst>
                <a:gd name="connsiteX0" fmla="*/ 553805 w 1976758"/>
                <a:gd name="connsiteY0" fmla="*/ 1733271 h 1733631"/>
                <a:gd name="connsiteX1" fmla="*/ 489684 w 1976758"/>
                <a:gd name="connsiteY1" fmla="*/ 1720552 h 1733631"/>
                <a:gd name="connsiteX2" fmla="*/ 687128 w 1976758"/>
                <a:gd name="connsiteY2" fmla="*/ 1544729 h 1733631"/>
                <a:gd name="connsiteX3" fmla="*/ 693359 w 1976758"/>
                <a:gd name="connsiteY3" fmla="*/ 1534941 h 1733631"/>
                <a:gd name="connsiteX4" fmla="*/ 681059 w 1976758"/>
                <a:gd name="connsiteY4" fmla="*/ 1538680 h 1733631"/>
                <a:gd name="connsiteX5" fmla="*/ 509518 w 1976758"/>
                <a:gd name="connsiteY5" fmla="*/ 1521791 h 1733631"/>
                <a:gd name="connsiteX6" fmla="*/ 479209 w 1976758"/>
                <a:gd name="connsiteY6" fmla="*/ 1508104 h 1733631"/>
                <a:gd name="connsiteX7" fmla="*/ 404741 w 1976758"/>
                <a:gd name="connsiteY7" fmla="*/ 1524526 h 1733631"/>
                <a:gd name="connsiteX8" fmla="*/ 90091 w 1976758"/>
                <a:gd name="connsiteY8" fmla="*/ 1412682 h 1733631"/>
                <a:gd name="connsiteX9" fmla="*/ 203891 w 1976758"/>
                <a:gd name="connsiteY9" fmla="*/ 1418947 h 1733631"/>
                <a:gd name="connsiteX10" fmla="*/ 312576 w 1976758"/>
                <a:gd name="connsiteY10" fmla="*/ 1402405 h 1733631"/>
                <a:gd name="connsiteX11" fmla="*/ 237308 w 1976758"/>
                <a:gd name="connsiteY11" fmla="*/ 1328738 h 1733631"/>
                <a:gd name="connsiteX12" fmla="*/ 48081 w 1976758"/>
                <a:gd name="connsiteY12" fmla="*/ 977811 h 1733631"/>
                <a:gd name="connsiteX13" fmla="*/ 16802 w 1976758"/>
                <a:gd name="connsiteY13" fmla="*/ 783646 h 1733631"/>
                <a:gd name="connsiteX14" fmla="*/ 17266 w 1976758"/>
                <a:gd name="connsiteY14" fmla="*/ 770396 h 1733631"/>
                <a:gd name="connsiteX15" fmla="*/ 0 w 1976758"/>
                <a:gd name="connsiteY15" fmla="*/ 770396 h 1733631"/>
                <a:gd name="connsiteX16" fmla="*/ 21028 w 1976758"/>
                <a:gd name="connsiteY16" fmla="*/ 687990 h 1733631"/>
                <a:gd name="connsiteX17" fmla="*/ 35036 w 1976758"/>
                <a:gd name="connsiteY17" fmla="*/ 611267 h 1733631"/>
                <a:gd name="connsiteX18" fmla="*/ 54213 w 1976758"/>
                <a:gd name="connsiteY18" fmla="*/ 557939 h 1733631"/>
                <a:gd name="connsiteX19" fmla="*/ 196581 w 1976758"/>
                <a:gd name="connsiteY19" fmla="*/ 0 h 1733631"/>
                <a:gd name="connsiteX20" fmla="*/ 338613 w 1976758"/>
                <a:gd name="connsiteY20" fmla="*/ 556622 h 1733631"/>
                <a:gd name="connsiteX21" fmla="*/ 506146 w 1976758"/>
                <a:gd name="connsiteY21" fmla="*/ 776873 h 1733631"/>
                <a:gd name="connsiteX22" fmla="*/ 974298 w 1976758"/>
                <a:gd name="connsiteY22" fmla="*/ 531779 h 1733631"/>
                <a:gd name="connsiteX23" fmla="*/ 778203 w 1976758"/>
                <a:gd name="connsiteY23" fmla="*/ 825398 h 1733631"/>
                <a:gd name="connsiteX24" fmla="*/ 1488332 w 1976758"/>
                <a:gd name="connsiteY24" fmla="*/ 389973 h 1733631"/>
                <a:gd name="connsiteX25" fmla="*/ 1279061 w 1976758"/>
                <a:gd name="connsiteY25" fmla="*/ 661533 h 1733631"/>
                <a:gd name="connsiteX26" fmla="*/ 1703755 w 1976758"/>
                <a:gd name="connsiteY26" fmla="*/ 436619 h 1733631"/>
                <a:gd name="connsiteX27" fmla="*/ 1742967 w 1976758"/>
                <a:gd name="connsiteY27" fmla="*/ 467158 h 1733631"/>
                <a:gd name="connsiteX28" fmla="*/ 1888588 w 1976758"/>
                <a:gd name="connsiteY28" fmla="*/ 288510 h 1733631"/>
                <a:gd name="connsiteX29" fmla="*/ 1850220 w 1976758"/>
                <a:gd name="connsiteY29" fmla="*/ 581104 h 1733631"/>
                <a:gd name="connsiteX30" fmla="*/ 1850229 w 1976758"/>
                <a:gd name="connsiteY30" fmla="*/ 581116 h 1733631"/>
                <a:gd name="connsiteX31" fmla="*/ 1852442 w 1976758"/>
                <a:gd name="connsiteY31" fmla="*/ 586335 h 1733631"/>
                <a:gd name="connsiteX32" fmla="*/ 1976758 w 1976758"/>
                <a:gd name="connsiteY32" fmla="*/ 433824 h 1733631"/>
                <a:gd name="connsiteX33" fmla="*/ 1907121 w 1976758"/>
                <a:gd name="connsiteY33" fmla="*/ 964867 h 1733631"/>
                <a:gd name="connsiteX34" fmla="*/ 1894814 w 1976758"/>
                <a:gd name="connsiteY34" fmla="*/ 959560 h 1733631"/>
                <a:gd name="connsiteX35" fmla="*/ 1883099 w 1976758"/>
                <a:gd name="connsiteY35" fmla="*/ 1010580 h 1733631"/>
                <a:gd name="connsiteX36" fmla="*/ 1699676 w 1976758"/>
                <a:gd name="connsiteY36" fmla="*/ 1294325 h 1733631"/>
                <a:gd name="connsiteX37" fmla="*/ 1200672 w 1976758"/>
                <a:gd name="connsiteY37" fmla="*/ 1472862 h 1733631"/>
                <a:gd name="connsiteX38" fmla="*/ 1128289 w 1976758"/>
                <a:gd name="connsiteY38" fmla="*/ 1455850 h 1733631"/>
                <a:gd name="connsiteX39" fmla="*/ 1137159 w 1976758"/>
                <a:gd name="connsiteY39" fmla="*/ 1461166 h 1733631"/>
                <a:gd name="connsiteX40" fmla="*/ 1618232 w 1976758"/>
                <a:gd name="connsiteY40" fmla="*/ 1519229 h 1733631"/>
                <a:gd name="connsiteX41" fmla="*/ 1319746 w 1976758"/>
                <a:gd name="connsiteY41" fmla="*/ 1668961 h 1733631"/>
                <a:gd name="connsiteX42" fmla="*/ 1066208 w 1976758"/>
                <a:gd name="connsiteY42" fmla="*/ 1605171 h 1733631"/>
                <a:gd name="connsiteX43" fmla="*/ 917721 w 1976758"/>
                <a:gd name="connsiteY43" fmla="*/ 1503884 h 1733631"/>
                <a:gd name="connsiteX44" fmla="*/ 902995 w 1976758"/>
                <a:gd name="connsiteY44" fmla="*/ 1488040 h 1733631"/>
                <a:gd name="connsiteX45" fmla="*/ 861442 w 1976758"/>
                <a:gd name="connsiteY45" fmla="*/ 1555358 h 1733631"/>
                <a:gd name="connsiteX46" fmla="*/ 553805 w 1976758"/>
                <a:gd name="connsiteY46" fmla="*/ 1733271 h 173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976758" h="1733631">
                  <a:moveTo>
                    <a:pt x="553805" y="1733271"/>
                  </a:moveTo>
                  <a:cubicBezTo>
                    <a:pt x="532067" y="1732077"/>
                    <a:pt x="510592" y="1727910"/>
                    <a:pt x="489684" y="1720552"/>
                  </a:cubicBezTo>
                  <a:cubicBezTo>
                    <a:pt x="563459" y="1682155"/>
                    <a:pt x="631279" y="1621048"/>
                    <a:pt x="687128" y="1544729"/>
                  </a:cubicBezTo>
                  <a:lnTo>
                    <a:pt x="693359" y="1534941"/>
                  </a:lnTo>
                  <a:lnTo>
                    <a:pt x="681059" y="1538680"/>
                  </a:lnTo>
                  <a:cubicBezTo>
                    <a:pt x="627512" y="1547213"/>
                    <a:pt x="569307" y="1541747"/>
                    <a:pt x="509518" y="1521791"/>
                  </a:cubicBezTo>
                  <a:lnTo>
                    <a:pt x="479209" y="1508104"/>
                  </a:lnTo>
                  <a:lnTo>
                    <a:pt x="404741" y="1524526"/>
                  </a:lnTo>
                  <a:cubicBezTo>
                    <a:pt x="271416" y="1543075"/>
                    <a:pt x="150939" y="1505310"/>
                    <a:pt x="90091" y="1412682"/>
                  </a:cubicBezTo>
                  <a:cubicBezTo>
                    <a:pt x="126514" y="1418984"/>
                    <a:pt x="164720" y="1421004"/>
                    <a:pt x="203891" y="1418947"/>
                  </a:cubicBezTo>
                  <a:lnTo>
                    <a:pt x="312576" y="1402405"/>
                  </a:lnTo>
                  <a:lnTo>
                    <a:pt x="237308" y="1328738"/>
                  </a:lnTo>
                  <a:cubicBezTo>
                    <a:pt x="151907" y="1230601"/>
                    <a:pt x="85059" y="1107704"/>
                    <a:pt x="48081" y="977811"/>
                  </a:cubicBezTo>
                  <a:cubicBezTo>
                    <a:pt x="29025" y="910875"/>
                    <a:pt x="18788" y="845445"/>
                    <a:pt x="16802" y="783646"/>
                  </a:cubicBezTo>
                  <a:lnTo>
                    <a:pt x="17266" y="770396"/>
                  </a:lnTo>
                  <a:lnTo>
                    <a:pt x="0" y="770396"/>
                  </a:lnTo>
                  <a:lnTo>
                    <a:pt x="21028" y="687990"/>
                  </a:lnTo>
                  <a:lnTo>
                    <a:pt x="35036" y="611267"/>
                  </a:lnTo>
                  <a:lnTo>
                    <a:pt x="54213" y="557939"/>
                  </a:lnTo>
                  <a:lnTo>
                    <a:pt x="196581" y="0"/>
                  </a:lnTo>
                  <a:lnTo>
                    <a:pt x="338613" y="556622"/>
                  </a:lnTo>
                  <a:lnTo>
                    <a:pt x="506146" y="776873"/>
                  </a:lnTo>
                  <a:lnTo>
                    <a:pt x="974298" y="531779"/>
                  </a:lnTo>
                  <a:lnTo>
                    <a:pt x="778203" y="825398"/>
                  </a:lnTo>
                  <a:lnTo>
                    <a:pt x="1488332" y="389973"/>
                  </a:lnTo>
                  <a:lnTo>
                    <a:pt x="1279061" y="661533"/>
                  </a:lnTo>
                  <a:lnTo>
                    <a:pt x="1703755" y="436619"/>
                  </a:lnTo>
                  <a:lnTo>
                    <a:pt x="1742967" y="467158"/>
                  </a:lnTo>
                  <a:lnTo>
                    <a:pt x="1888588" y="288510"/>
                  </a:lnTo>
                  <a:lnTo>
                    <a:pt x="1850220" y="581104"/>
                  </a:lnTo>
                  <a:lnTo>
                    <a:pt x="1850229" y="581116"/>
                  </a:lnTo>
                  <a:lnTo>
                    <a:pt x="1852442" y="586335"/>
                  </a:lnTo>
                  <a:lnTo>
                    <a:pt x="1976758" y="433824"/>
                  </a:lnTo>
                  <a:lnTo>
                    <a:pt x="1907121" y="964867"/>
                  </a:lnTo>
                  <a:lnTo>
                    <a:pt x="1894814" y="959560"/>
                  </a:lnTo>
                  <a:lnTo>
                    <a:pt x="1883099" y="1010580"/>
                  </a:lnTo>
                  <a:cubicBezTo>
                    <a:pt x="1850054" y="1112194"/>
                    <a:pt x="1788304" y="1211299"/>
                    <a:pt x="1699676" y="1294325"/>
                  </a:cubicBezTo>
                  <a:cubicBezTo>
                    <a:pt x="1551962" y="1432700"/>
                    <a:pt x="1364547" y="1493661"/>
                    <a:pt x="1200672" y="1472862"/>
                  </a:cubicBezTo>
                  <a:lnTo>
                    <a:pt x="1128289" y="1455850"/>
                  </a:lnTo>
                  <a:lnTo>
                    <a:pt x="1137159" y="1461166"/>
                  </a:lnTo>
                  <a:cubicBezTo>
                    <a:pt x="1298520" y="1540668"/>
                    <a:pt x="1476751" y="1562180"/>
                    <a:pt x="1618232" y="1519229"/>
                  </a:cubicBezTo>
                  <a:cubicBezTo>
                    <a:pt x="1569251" y="1618643"/>
                    <a:pt x="1454340" y="1670954"/>
                    <a:pt x="1319746" y="1668961"/>
                  </a:cubicBezTo>
                  <a:cubicBezTo>
                    <a:pt x="1238990" y="1667765"/>
                    <a:pt x="1151147" y="1647020"/>
                    <a:pt x="1066208" y="1605171"/>
                  </a:cubicBezTo>
                  <a:cubicBezTo>
                    <a:pt x="1009582" y="1577271"/>
                    <a:pt x="959607" y="1542633"/>
                    <a:pt x="917721" y="1503884"/>
                  </a:cubicBezTo>
                  <a:lnTo>
                    <a:pt x="902995" y="1488040"/>
                  </a:lnTo>
                  <a:lnTo>
                    <a:pt x="861442" y="1555358"/>
                  </a:lnTo>
                  <a:cubicBezTo>
                    <a:pt x="777733" y="1670867"/>
                    <a:pt x="662491" y="1739238"/>
                    <a:pt x="553805" y="173327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二等辺三角形 139">
              <a:extLst>
                <a:ext uri="{FF2B5EF4-FFF2-40B4-BE49-F238E27FC236}">
                  <a16:creationId xmlns:a16="http://schemas.microsoft.com/office/drawing/2014/main" id="{402D1A9B-3C15-4F3E-BF4D-2BBCBE9EFE93}"/>
                </a:ext>
              </a:extLst>
            </p:cNvPr>
            <p:cNvSpPr/>
            <p:nvPr/>
          </p:nvSpPr>
          <p:spPr>
            <a:xfrm flipV="1">
              <a:off x="2445403" y="4669117"/>
              <a:ext cx="833391" cy="973074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ローチャート: 照合 8">
              <a:extLst>
                <a:ext uri="{FF2B5EF4-FFF2-40B4-BE49-F238E27FC236}">
                  <a16:creationId xmlns:a16="http://schemas.microsoft.com/office/drawing/2014/main" id="{7F38FB30-AEEC-4AFA-B06A-275D965CEC51}"/>
                </a:ext>
              </a:extLst>
            </p:cNvPr>
            <p:cNvSpPr/>
            <p:nvPr/>
          </p:nvSpPr>
          <p:spPr>
            <a:xfrm rot="16200000">
              <a:off x="2633499" y="4252424"/>
              <a:ext cx="457200" cy="833390"/>
            </a:xfrm>
            <a:prstGeom prst="flowChartCollat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五角形 137">
              <a:extLst>
                <a:ext uri="{FF2B5EF4-FFF2-40B4-BE49-F238E27FC236}">
                  <a16:creationId xmlns:a16="http://schemas.microsoft.com/office/drawing/2014/main" id="{AF1F9657-8BD7-4EA0-A899-C0A6C6AD0139}"/>
                </a:ext>
              </a:extLst>
            </p:cNvPr>
            <p:cNvSpPr/>
            <p:nvPr/>
          </p:nvSpPr>
          <p:spPr>
            <a:xfrm>
              <a:off x="2703647" y="4669119"/>
              <a:ext cx="316904" cy="228600"/>
            </a:xfrm>
            <a:prstGeom prst="pentagon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台形 18">
              <a:extLst>
                <a:ext uri="{FF2B5EF4-FFF2-40B4-BE49-F238E27FC236}">
                  <a16:creationId xmlns:a16="http://schemas.microsoft.com/office/drawing/2014/main" id="{0FAC192E-F10B-455E-9509-79E2572F2062}"/>
                </a:ext>
              </a:extLst>
            </p:cNvPr>
            <p:cNvSpPr/>
            <p:nvPr/>
          </p:nvSpPr>
          <p:spPr>
            <a:xfrm>
              <a:off x="2676362" y="4897720"/>
              <a:ext cx="371474" cy="744472"/>
            </a:xfrm>
            <a:prstGeom prst="trapezoid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24186F3-2304-43FB-A2F8-6F732D77F207}"/>
              </a:ext>
            </a:extLst>
          </p:cNvPr>
          <p:cNvGrpSpPr/>
          <p:nvPr/>
        </p:nvGrpSpPr>
        <p:grpSpPr>
          <a:xfrm>
            <a:off x="2057147" y="1701620"/>
            <a:ext cx="2148358" cy="3940572"/>
            <a:chOff x="5813958" y="1701620"/>
            <a:chExt cx="2148358" cy="3940572"/>
          </a:xfrm>
        </p:grpSpPr>
        <p:sp>
          <p:nvSpPr>
            <p:cNvPr id="60" name="フローチャート: 論理積ゲート 59">
              <a:extLst>
                <a:ext uri="{FF2B5EF4-FFF2-40B4-BE49-F238E27FC236}">
                  <a16:creationId xmlns:a16="http://schemas.microsoft.com/office/drawing/2014/main" id="{F710096B-2B13-4BB9-89B1-E7C5511BBBC3}"/>
                </a:ext>
              </a:extLst>
            </p:cNvPr>
            <p:cNvSpPr/>
            <p:nvPr/>
          </p:nvSpPr>
          <p:spPr>
            <a:xfrm rot="16200000">
              <a:off x="6370713" y="4050588"/>
              <a:ext cx="1063186" cy="2120020"/>
            </a:xfrm>
            <a:prstGeom prst="flowChartDelay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楕円 60">
              <a:extLst>
                <a:ext uri="{FF2B5EF4-FFF2-40B4-BE49-F238E27FC236}">
                  <a16:creationId xmlns:a16="http://schemas.microsoft.com/office/drawing/2014/main" id="{C964A04F-67BC-49C3-83B7-B651267E3083}"/>
                </a:ext>
              </a:extLst>
            </p:cNvPr>
            <p:cNvSpPr/>
            <p:nvPr/>
          </p:nvSpPr>
          <p:spPr>
            <a:xfrm>
              <a:off x="5954896" y="3252790"/>
              <a:ext cx="331151" cy="43825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36DEFC58-7BBB-4E38-B4B4-F99EA0F4764C}"/>
                </a:ext>
              </a:extLst>
            </p:cNvPr>
            <p:cNvSpPr/>
            <p:nvPr/>
          </p:nvSpPr>
          <p:spPr>
            <a:xfrm>
              <a:off x="7586561" y="3263941"/>
              <a:ext cx="331151" cy="43825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33EC6516-3CD4-45C9-B105-263421B26B52}"/>
                </a:ext>
              </a:extLst>
            </p:cNvPr>
            <p:cNvSpPr/>
            <p:nvPr/>
          </p:nvSpPr>
          <p:spPr>
            <a:xfrm>
              <a:off x="6614682" y="4218261"/>
              <a:ext cx="575249" cy="51063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楕円 63">
              <a:extLst>
                <a:ext uri="{FF2B5EF4-FFF2-40B4-BE49-F238E27FC236}">
                  <a16:creationId xmlns:a16="http://schemas.microsoft.com/office/drawing/2014/main" id="{7F37071A-5DA8-4019-8FA1-DC0AA6C7FF66}"/>
                </a:ext>
              </a:extLst>
            </p:cNvPr>
            <p:cNvSpPr/>
            <p:nvPr/>
          </p:nvSpPr>
          <p:spPr>
            <a:xfrm>
              <a:off x="6170614" y="2421324"/>
              <a:ext cx="1507852" cy="194204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楕円 64">
              <a:extLst>
                <a:ext uri="{FF2B5EF4-FFF2-40B4-BE49-F238E27FC236}">
                  <a16:creationId xmlns:a16="http://schemas.microsoft.com/office/drawing/2014/main" id="{F7A8A05B-FCCA-4A0C-BF7E-CE04BB0C950C}"/>
                </a:ext>
              </a:extLst>
            </p:cNvPr>
            <p:cNvSpPr/>
            <p:nvPr/>
          </p:nvSpPr>
          <p:spPr>
            <a:xfrm>
              <a:off x="6406146" y="3227796"/>
              <a:ext cx="180000" cy="18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弧 65">
              <a:extLst>
                <a:ext uri="{FF2B5EF4-FFF2-40B4-BE49-F238E27FC236}">
                  <a16:creationId xmlns:a16="http://schemas.microsoft.com/office/drawing/2014/main" id="{3F6A1143-BFBF-435B-AA53-3A8AFDFA5100}"/>
                </a:ext>
              </a:extLst>
            </p:cNvPr>
            <p:cNvSpPr/>
            <p:nvPr/>
          </p:nvSpPr>
          <p:spPr>
            <a:xfrm>
              <a:off x="6531273" y="3140444"/>
              <a:ext cx="806846" cy="772063"/>
            </a:xfrm>
            <a:prstGeom prst="arc">
              <a:avLst>
                <a:gd name="adj1" fmla="val 1854042"/>
                <a:gd name="adj2" fmla="val 8897914"/>
              </a:avLst>
            </a:prstGeom>
            <a:noFill/>
            <a:ln w="3810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183E3FA1-5687-4A34-A8D7-925A19B65A3B}"/>
                </a:ext>
              </a:extLst>
            </p:cNvPr>
            <p:cNvSpPr/>
            <p:nvPr/>
          </p:nvSpPr>
          <p:spPr>
            <a:xfrm>
              <a:off x="6893583" y="3160917"/>
              <a:ext cx="93646" cy="343004"/>
            </a:xfrm>
            <a:custGeom>
              <a:avLst/>
              <a:gdLst>
                <a:gd name="connsiteX0" fmla="*/ 66675 w 76200"/>
                <a:gd name="connsiteY0" fmla="*/ 0 h 361950"/>
                <a:gd name="connsiteX1" fmla="*/ 0 w 76200"/>
                <a:gd name="connsiteY1" fmla="*/ 323850 h 361950"/>
                <a:gd name="connsiteX2" fmla="*/ 76200 w 76200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361950">
                  <a:moveTo>
                    <a:pt x="66675" y="0"/>
                  </a:moveTo>
                  <a:lnTo>
                    <a:pt x="0" y="323850"/>
                  </a:lnTo>
                  <a:lnTo>
                    <a:pt x="76200" y="36195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40000"/>
              </a:schemeClr>
            </a:solidFill>
            <a:ln w="3810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E5E8A71C-B026-42A9-B498-ADC2809F5A4C}"/>
                </a:ext>
              </a:extLst>
            </p:cNvPr>
            <p:cNvCxnSpPr>
              <a:cxnSpLocks/>
            </p:cNvCxnSpPr>
            <p:nvPr/>
          </p:nvCxnSpPr>
          <p:spPr>
            <a:xfrm>
              <a:off x="6375111" y="2989471"/>
              <a:ext cx="314325" cy="112221"/>
            </a:xfrm>
            <a:prstGeom prst="line">
              <a:avLst/>
            </a:prstGeom>
            <a:ln w="3810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4BEC6F07-B4A4-4C9A-AA83-3EFB6F42C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1652" y="2989471"/>
              <a:ext cx="314325" cy="112221"/>
            </a:xfrm>
            <a:prstGeom prst="line">
              <a:avLst/>
            </a:prstGeom>
            <a:ln w="3810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F60D2482-B6CD-4FB7-A117-C318F0E473B6}"/>
                </a:ext>
              </a:extLst>
            </p:cNvPr>
            <p:cNvSpPr/>
            <p:nvPr/>
          </p:nvSpPr>
          <p:spPr>
            <a:xfrm>
              <a:off x="7297614" y="3227796"/>
              <a:ext cx="180000" cy="18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二等辺三角形 72">
              <a:extLst>
                <a:ext uri="{FF2B5EF4-FFF2-40B4-BE49-F238E27FC236}">
                  <a16:creationId xmlns:a16="http://schemas.microsoft.com/office/drawing/2014/main" id="{97C2673F-76B1-4782-B1A8-97A3089A7BAB}"/>
                </a:ext>
              </a:extLst>
            </p:cNvPr>
            <p:cNvSpPr/>
            <p:nvPr/>
          </p:nvSpPr>
          <p:spPr>
            <a:xfrm flipV="1">
              <a:off x="6485610" y="4669117"/>
              <a:ext cx="833391" cy="97307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フローチャート: 照合 73">
              <a:extLst>
                <a:ext uri="{FF2B5EF4-FFF2-40B4-BE49-F238E27FC236}">
                  <a16:creationId xmlns:a16="http://schemas.microsoft.com/office/drawing/2014/main" id="{FEF331DB-0A5B-424A-A89A-071849C7242C}"/>
                </a:ext>
              </a:extLst>
            </p:cNvPr>
            <p:cNvSpPr/>
            <p:nvPr/>
          </p:nvSpPr>
          <p:spPr>
            <a:xfrm rot="16200000">
              <a:off x="6673706" y="4252424"/>
              <a:ext cx="457200" cy="833390"/>
            </a:xfrm>
            <a:prstGeom prst="flowChartCollat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五角形 74">
              <a:extLst>
                <a:ext uri="{FF2B5EF4-FFF2-40B4-BE49-F238E27FC236}">
                  <a16:creationId xmlns:a16="http://schemas.microsoft.com/office/drawing/2014/main" id="{C5BFEC28-DBA7-4EDA-BC9C-92D95ABD627B}"/>
                </a:ext>
              </a:extLst>
            </p:cNvPr>
            <p:cNvSpPr/>
            <p:nvPr/>
          </p:nvSpPr>
          <p:spPr>
            <a:xfrm>
              <a:off x="6743854" y="4669119"/>
              <a:ext cx="316904" cy="228600"/>
            </a:xfrm>
            <a:prstGeom prst="pentagon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台形 75">
              <a:extLst>
                <a:ext uri="{FF2B5EF4-FFF2-40B4-BE49-F238E27FC236}">
                  <a16:creationId xmlns:a16="http://schemas.microsoft.com/office/drawing/2014/main" id="{CD7CDBF6-A3BB-4F34-9BD7-C3181DD27529}"/>
                </a:ext>
              </a:extLst>
            </p:cNvPr>
            <p:cNvSpPr/>
            <p:nvPr/>
          </p:nvSpPr>
          <p:spPr>
            <a:xfrm>
              <a:off x="6716569" y="4897720"/>
              <a:ext cx="371474" cy="744472"/>
            </a:xfrm>
            <a:prstGeom prst="trapezoid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二等辺三角形 35">
              <a:extLst>
                <a:ext uri="{FF2B5EF4-FFF2-40B4-BE49-F238E27FC236}">
                  <a16:creationId xmlns:a16="http://schemas.microsoft.com/office/drawing/2014/main" id="{6BA415A6-0E95-4AE8-83BF-5DB3256F680A}"/>
                </a:ext>
              </a:extLst>
            </p:cNvPr>
            <p:cNvSpPr/>
            <p:nvPr/>
          </p:nvSpPr>
          <p:spPr>
            <a:xfrm flipH="1" flipV="1">
              <a:off x="7543368" y="2730995"/>
              <a:ext cx="393161" cy="770396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月 36">
              <a:extLst>
                <a:ext uri="{FF2B5EF4-FFF2-40B4-BE49-F238E27FC236}">
                  <a16:creationId xmlns:a16="http://schemas.microsoft.com/office/drawing/2014/main" id="{90E73D02-8FB4-43F9-AA88-965447E2AF28}"/>
                </a:ext>
              </a:extLst>
            </p:cNvPr>
            <p:cNvSpPr/>
            <p:nvPr/>
          </p:nvSpPr>
          <p:spPr>
            <a:xfrm rot="17773765" flipH="1">
              <a:off x="6638836" y="1583025"/>
              <a:ext cx="321069" cy="914400"/>
            </a:xfrm>
            <a:prstGeom prst="moon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月 38">
              <a:extLst>
                <a:ext uri="{FF2B5EF4-FFF2-40B4-BE49-F238E27FC236}">
                  <a16:creationId xmlns:a16="http://schemas.microsoft.com/office/drawing/2014/main" id="{EB7C4836-64FF-43E5-90AD-86E775797860}"/>
                </a:ext>
              </a:extLst>
            </p:cNvPr>
            <p:cNvSpPr/>
            <p:nvPr/>
          </p:nvSpPr>
          <p:spPr>
            <a:xfrm rot="1163283">
              <a:off x="6983106" y="1701620"/>
              <a:ext cx="321069" cy="914400"/>
            </a:xfrm>
            <a:prstGeom prst="moon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月 39">
              <a:extLst>
                <a:ext uri="{FF2B5EF4-FFF2-40B4-BE49-F238E27FC236}">
                  <a16:creationId xmlns:a16="http://schemas.microsoft.com/office/drawing/2014/main" id="{426E8468-345B-4E80-8C2B-AA696B76EE8E}"/>
                </a:ext>
              </a:extLst>
            </p:cNvPr>
            <p:cNvSpPr/>
            <p:nvPr/>
          </p:nvSpPr>
          <p:spPr>
            <a:xfrm rot="3401906">
              <a:off x="7215639" y="1748359"/>
              <a:ext cx="321069" cy="914400"/>
            </a:xfrm>
            <a:prstGeom prst="moon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弦 40">
              <a:extLst>
                <a:ext uri="{FF2B5EF4-FFF2-40B4-BE49-F238E27FC236}">
                  <a16:creationId xmlns:a16="http://schemas.microsoft.com/office/drawing/2014/main" id="{60FBE182-C4BA-43E1-BF1A-456639CDB1A9}"/>
                </a:ext>
              </a:extLst>
            </p:cNvPr>
            <p:cNvSpPr/>
            <p:nvPr/>
          </p:nvSpPr>
          <p:spPr>
            <a:xfrm rot="4392978">
              <a:off x="6244954" y="1900637"/>
              <a:ext cx="1012228" cy="1460513"/>
            </a:xfrm>
            <a:prstGeom prst="chord">
              <a:avLst>
                <a:gd name="adj1" fmla="val 4011003"/>
                <a:gd name="adj2" fmla="val 16200000"/>
              </a:avLst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弦 42">
              <a:extLst>
                <a:ext uri="{FF2B5EF4-FFF2-40B4-BE49-F238E27FC236}">
                  <a16:creationId xmlns:a16="http://schemas.microsoft.com/office/drawing/2014/main" id="{F26BC291-2DBA-4A6E-A826-D9FDEF09C183}"/>
                </a:ext>
              </a:extLst>
            </p:cNvPr>
            <p:cNvSpPr/>
            <p:nvPr/>
          </p:nvSpPr>
          <p:spPr>
            <a:xfrm rot="9227870">
              <a:off x="7032408" y="1923735"/>
              <a:ext cx="839212" cy="1259484"/>
            </a:xfrm>
            <a:prstGeom prst="chord">
              <a:avLst>
                <a:gd name="adj1" fmla="val 4011003"/>
                <a:gd name="adj2" fmla="val 16200000"/>
              </a:avLst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二等辺三角形 43">
              <a:extLst>
                <a:ext uri="{FF2B5EF4-FFF2-40B4-BE49-F238E27FC236}">
                  <a16:creationId xmlns:a16="http://schemas.microsoft.com/office/drawing/2014/main" id="{2B5DEDA7-E138-4DA8-AB60-9C53F1FC0294}"/>
                </a:ext>
              </a:extLst>
            </p:cNvPr>
            <p:cNvSpPr/>
            <p:nvPr/>
          </p:nvSpPr>
          <p:spPr>
            <a:xfrm rot="2883105" flipH="1" flipV="1">
              <a:off x="6648634" y="2220787"/>
              <a:ext cx="393161" cy="1067610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DA9FBD84-463C-4A4C-A633-DB310EE013A3}"/>
                </a:ext>
              </a:extLst>
            </p:cNvPr>
            <p:cNvSpPr/>
            <p:nvPr/>
          </p:nvSpPr>
          <p:spPr>
            <a:xfrm rot="2883105" flipH="1" flipV="1">
              <a:off x="7052142" y="2326925"/>
              <a:ext cx="393161" cy="770396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id="{026D110C-87FD-425E-8BA2-C49D6DA39D5D}"/>
                </a:ext>
              </a:extLst>
            </p:cNvPr>
            <p:cNvSpPr/>
            <p:nvPr/>
          </p:nvSpPr>
          <p:spPr>
            <a:xfrm rot="1399656" flipH="1" flipV="1">
              <a:off x="5915437" y="2573416"/>
              <a:ext cx="292684" cy="515209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月 57">
              <a:extLst>
                <a:ext uri="{FF2B5EF4-FFF2-40B4-BE49-F238E27FC236}">
                  <a16:creationId xmlns:a16="http://schemas.microsoft.com/office/drawing/2014/main" id="{E1C64106-4C48-439F-957A-67AFAB332D87}"/>
                </a:ext>
              </a:extLst>
            </p:cNvPr>
            <p:cNvSpPr/>
            <p:nvPr/>
          </p:nvSpPr>
          <p:spPr>
            <a:xfrm rot="13612171" flipH="1">
              <a:off x="6161210" y="1795203"/>
              <a:ext cx="478245" cy="1172749"/>
            </a:xfrm>
            <a:prstGeom prst="moon">
              <a:avLst>
                <a:gd name="adj" fmla="val 65177"/>
              </a:avLst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二等辺三角形 58">
              <a:extLst>
                <a:ext uri="{FF2B5EF4-FFF2-40B4-BE49-F238E27FC236}">
                  <a16:creationId xmlns:a16="http://schemas.microsoft.com/office/drawing/2014/main" id="{CF2AEA41-A83B-43F0-B1C6-A58EBBA58F84}"/>
                </a:ext>
              </a:extLst>
            </p:cNvPr>
            <p:cNvSpPr/>
            <p:nvPr/>
          </p:nvSpPr>
          <p:spPr>
            <a:xfrm rot="1399656" flipH="1" flipV="1">
              <a:off x="6003607" y="2718730"/>
              <a:ext cx="292684" cy="515209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132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595933A-E90B-436D-84A9-9BFF2DB53071}"/>
              </a:ext>
            </a:extLst>
          </p:cNvPr>
          <p:cNvGrpSpPr/>
          <p:nvPr/>
        </p:nvGrpSpPr>
        <p:grpSpPr>
          <a:xfrm>
            <a:off x="5640861" y="1753105"/>
            <a:ext cx="2120020" cy="3889086"/>
            <a:chOff x="5929021" y="2608511"/>
            <a:chExt cx="2120020" cy="3889086"/>
          </a:xfrm>
        </p:grpSpPr>
        <p:sp>
          <p:nvSpPr>
            <p:cNvPr id="119" name="フローチャート: 論理積ゲート 118">
              <a:extLst>
                <a:ext uri="{FF2B5EF4-FFF2-40B4-BE49-F238E27FC236}">
                  <a16:creationId xmlns:a16="http://schemas.microsoft.com/office/drawing/2014/main" id="{177A1CA3-EBC2-4AFD-9AC8-65C472FEE3BC}"/>
                </a:ext>
              </a:extLst>
            </p:cNvPr>
            <p:cNvSpPr/>
            <p:nvPr/>
          </p:nvSpPr>
          <p:spPr>
            <a:xfrm rot="16200000">
              <a:off x="6424439" y="4872995"/>
              <a:ext cx="1129184" cy="2120020"/>
            </a:xfrm>
            <a:prstGeom prst="flowChartDelay">
              <a:avLst/>
            </a:prstGeom>
            <a:solidFill>
              <a:srgbClr val="00999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楕円 92">
              <a:extLst>
                <a:ext uri="{FF2B5EF4-FFF2-40B4-BE49-F238E27FC236}">
                  <a16:creationId xmlns:a16="http://schemas.microsoft.com/office/drawing/2014/main" id="{909C3AED-225D-4D20-8DA2-78A5A0A8571E}"/>
                </a:ext>
              </a:extLst>
            </p:cNvPr>
            <p:cNvSpPr/>
            <p:nvPr/>
          </p:nvSpPr>
          <p:spPr>
            <a:xfrm>
              <a:off x="6012600" y="4029953"/>
              <a:ext cx="221913" cy="382817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楕円 93">
              <a:extLst>
                <a:ext uri="{FF2B5EF4-FFF2-40B4-BE49-F238E27FC236}">
                  <a16:creationId xmlns:a16="http://schemas.microsoft.com/office/drawing/2014/main" id="{D4E75D0E-D803-4A3C-A9A0-5910CEC8A5E7}"/>
                </a:ext>
              </a:extLst>
            </p:cNvPr>
            <p:cNvSpPr/>
            <p:nvPr/>
          </p:nvSpPr>
          <p:spPr>
            <a:xfrm>
              <a:off x="7723131" y="4043723"/>
              <a:ext cx="221913" cy="382817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フローチャート: 記憶データ 7">
              <a:extLst>
                <a:ext uri="{FF2B5EF4-FFF2-40B4-BE49-F238E27FC236}">
                  <a16:creationId xmlns:a16="http://schemas.microsoft.com/office/drawing/2014/main" id="{BDBD7AF3-E2BC-4AA9-BC97-AF2FFADA2898}"/>
                </a:ext>
              </a:extLst>
            </p:cNvPr>
            <p:cNvSpPr/>
            <p:nvPr/>
          </p:nvSpPr>
          <p:spPr>
            <a:xfrm rot="20820887">
              <a:off x="6265222" y="4036359"/>
              <a:ext cx="703160" cy="1065426"/>
            </a:xfrm>
            <a:prstGeom prst="flowChartOnlineStorag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記憶データ 9">
              <a:extLst>
                <a:ext uri="{FF2B5EF4-FFF2-40B4-BE49-F238E27FC236}">
                  <a16:creationId xmlns:a16="http://schemas.microsoft.com/office/drawing/2014/main" id="{FC2BD67A-E919-4113-BD97-EC770456B619}"/>
                </a:ext>
              </a:extLst>
            </p:cNvPr>
            <p:cNvSpPr/>
            <p:nvPr/>
          </p:nvSpPr>
          <p:spPr>
            <a:xfrm rot="779113" flipH="1">
              <a:off x="6969444" y="4036360"/>
              <a:ext cx="703160" cy="1065426"/>
            </a:xfrm>
            <a:prstGeom prst="flowChartOnlineStorag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F5E19B05-A983-40A3-805F-F692EF610FD7}"/>
                </a:ext>
              </a:extLst>
            </p:cNvPr>
            <p:cNvSpPr/>
            <p:nvPr/>
          </p:nvSpPr>
          <p:spPr>
            <a:xfrm rot="5400000">
              <a:off x="6662637" y="4856762"/>
              <a:ext cx="652789" cy="502509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718E70A8-34A0-4856-BD36-F8BE5A3BE088}"/>
                </a:ext>
              </a:extLst>
            </p:cNvPr>
            <p:cNvSpPr/>
            <p:nvPr/>
          </p:nvSpPr>
          <p:spPr>
            <a:xfrm>
              <a:off x="6192884" y="3063657"/>
              <a:ext cx="1592294" cy="1975494"/>
            </a:xfrm>
            <a:prstGeom prst="ellipse">
              <a:avLst/>
            </a:prstGeom>
            <a:solidFill>
              <a:srgbClr val="FFCC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6AFE7FF4-E744-4417-81E3-749311980E3F}"/>
                </a:ext>
              </a:extLst>
            </p:cNvPr>
            <p:cNvSpPr/>
            <p:nvPr/>
          </p:nvSpPr>
          <p:spPr>
            <a:xfrm>
              <a:off x="6496928" y="4128855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DA51E8C2-0479-451D-95A1-A63712862544}"/>
                </a:ext>
              </a:extLst>
            </p:cNvPr>
            <p:cNvSpPr/>
            <p:nvPr/>
          </p:nvSpPr>
          <p:spPr>
            <a:xfrm>
              <a:off x="7248252" y="4128855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弧 87">
              <a:extLst>
                <a:ext uri="{FF2B5EF4-FFF2-40B4-BE49-F238E27FC236}">
                  <a16:creationId xmlns:a16="http://schemas.microsoft.com/office/drawing/2014/main" id="{B4AE2D9D-80B6-45A3-9997-639757F4B375}"/>
                </a:ext>
              </a:extLst>
            </p:cNvPr>
            <p:cNvSpPr/>
            <p:nvPr/>
          </p:nvSpPr>
          <p:spPr>
            <a:xfrm>
              <a:off x="6537896" y="3934076"/>
              <a:ext cx="820956" cy="847546"/>
            </a:xfrm>
            <a:prstGeom prst="arc">
              <a:avLst>
                <a:gd name="adj1" fmla="val 2127419"/>
                <a:gd name="adj2" fmla="val 8701261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弧 88">
              <a:extLst>
                <a:ext uri="{FF2B5EF4-FFF2-40B4-BE49-F238E27FC236}">
                  <a16:creationId xmlns:a16="http://schemas.microsoft.com/office/drawing/2014/main" id="{96AE87E2-BA19-4119-B136-6B771D448573}"/>
                </a:ext>
              </a:extLst>
            </p:cNvPr>
            <p:cNvSpPr/>
            <p:nvPr/>
          </p:nvSpPr>
          <p:spPr>
            <a:xfrm rot="10800000">
              <a:off x="6269354" y="3779286"/>
              <a:ext cx="451796" cy="585240"/>
            </a:xfrm>
            <a:prstGeom prst="arc">
              <a:avLst>
                <a:gd name="adj1" fmla="val 1854042"/>
                <a:gd name="adj2" fmla="val 8897914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フリーフォーム: 図形 99">
              <a:extLst>
                <a:ext uri="{FF2B5EF4-FFF2-40B4-BE49-F238E27FC236}">
                  <a16:creationId xmlns:a16="http://schemas.microsoft.com/office/drawing/2014/main" id="{AC629BDE-08F9-44B9-B181-D23F16C3040E}"/>
                </a:ext>
              </a:extLst>
            </p:cNvPr>
            <p:cNvSpPr/>
            <p:nvPr/>
          </p:nvSpPr>
          <p:spPr>
            <a:xfrm>
              <a:off x="6889750" y="4152422"/>
              <a:ext cx="76200" cy="361950"/>
            </a:xfrm>
            <a:custGeom>
              <a:avLst/>
              <a:gdLst>
                <a:gd name="connsiteX0" fmla="*/ 66675 w 76200"/>
                <a:gd name="connsiteY0" fmla="*/ 0 h 361950"/>
                <a:gd name="connsiteX1" fmla="*/ 0 w 76200"/>
                <a:gd name="connsiteY1" fmla="*/ 323850 h 361950"/>
                <a:gd name="connsiteX2" fmla="*/ 76200 w 76200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361950">
                  <a:moveTo>
                    <a:pt x="66675" y="0"/>
                  </a:moveTo>
                  <a:lnTo>
                    <a:pt x="0" y="323850"/>
                  </a:lnTo>
                  <a:lnTo>
                    <a:pt x="76200" y="361950"/>
                  </a:lnTo>
                </a:path>
              </a:pathLst>
            </a:cu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弧 37">
              <a:extLst>
                <a:ext uri="{FF2B5EF4-FFF2-40B4-BE49-F238E27FC236}">
                  <a16:creationId xmlns:a16="http://schemas.microsoft.com/office/drawing/2014/main" id="{4F5A5FEA-23A1-42CA-9B61-CF4A9401B735}"/>
                </a:ext>
              </a:extLst>
            </p:cNvPr>
            <p:cNvSpPr/>
            <p:nvPr/>
          </p:nvSpPr>
          <p:spPr>
            <a:xfrm rot="10800000">
              <a:off x="7185847" y="3779286"/>
              <a:ext cx="451796" cy="585240"/>
            </a:xfrm>
            <a:prstGeom prst="arc">
              <a:avLst>
                <a:gd name="adj1" fmla="val 1854042"/>
                <a:gd name="adj2" fmla="val 8897914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D34A9E75-1EBD-4495-92A7-2025C5C3FE11}"/>
                </a:ext>
              </a:extLst>
            </p:cNvPr>
            <p:cNvSpPr/>
            <p:nvPr/>
          </p:nvSpPr>
          <p:spPr>
            <a:xfrm>
              <a:off x="6067696" y="2608511"/>
              <a:ext cx="1842670" cy="1580449"/>
            </a:xfrm>
            <a:custGeom>
              <a:avLst/>
              <a:gdLst>
                <a:gd name="connsiteX0" fmla="*/ 920055 w 1842670"/>
                <a:gd name="connsiteY0" fmla="*/ 259 h 1580449"/>
                <a:gd name="connsiteX1" fmla="*/ 1259956 w 1842670"/>
                <a:gd name="connsiteY1" fmla="*/ 53801 h 1580449"/>
                <a:gd name="connsiteX2" fmla="*/ 1707020 w 1842670"/>
                <a:gd name="connsiteY2" fmla="*/ 564115 h 1580449"/>
                <a:gd name="connsiteX3" fmla="*/ 1704544 w 1842670"/>
                <a:gd name="connsiteY3" fmla="*/ 648384 h 1580449"/>
                <a:gd name="connsiteX4" fmla="*/ 1734916 w 1842670"/>
                <a:gd name="connsiteY4" fmla="*/ 698305 h 1580449"/>
                <a:gd name="connsiteX5" fmla="*/ 1779351 w 1842670"/>
                <a:gd name="connsiteY5" fmla="*/ 793427 h 1580449"/>
                <a:gd name="connsiteX6" fmla="*/ 1605790 w 1842670"/>
                <a:gd name="connsiteY6" fmla="*/ 1580449 h 1580449"/>
                <a:gd name="connsiteX7" fmla="*/ 1250886 w 1842670"/>
                <a:gd name="connsiteY7" fmla="*/ 1298580 h 1580449"/>
                <a:gd name="connsiteX8" fmla="*/ 1326030 w 1842670"/>
                <a:gd name="connsiteY8" fmla="*/ 1471168 h 1580449"/>
                <a:gd name="connsiteX9" fmla="*/ 813244 w 1842670"/>
                <a:gd name="connsiteY9" fmla="*/ 996031 h 1580449"/>
                <a:gd name="connsiteX10" fmla="*/ 998188 w 1842670"/>
                <a:gd name="connsiteY10" fmla="*/ 1377294 h 1580449"/>
                <a:gd name="connsiteX11" fmla="*/ 330445 w 1842670"/>
                <a:gd name="connsiteY11" fmla="*/ 807627 h 1580449"/>
                <a:gd name="connsiteX12" fmla="*/ 290106 w 1842670"/>
                <a:gd name="connsiteY12" fmla="*/ 915357 h 1580449"/>
                <a:gd name="connsiteX13" fmla="*/ 190853 w 1842670"/>
                <a:gd name="connsiteY13" fmla="*/ 1559852 h 1580449"/>
                <a:gd name="connsiteX14" fmla="*/ 55528 w 1842670"/>
                <a:gd name="connsiteY14" fmla="*/ 838213 h 1580449"/>
                <a:gd name="connsiteX15" fmla="*/ 160174 w 1842670"/>
                <a:gd name="connsiteY15" fmla="*/ 609056 h 1580449"/>
                <a:gd name="connsiteX16" fmla="*/ 179388 w 1842670"/>
                <a:gd name="connsiteY16" fmla="*/ 581448 h 1580449"/>
                <a:gd name="connsiteX17" fmla="*/ 183845 w 1842670"/>
                <a:gd name="connsiteY17" fmla="*/ 517890 h 1580449"/>
                <a:gd name="connsiteX18" fmla="*/ 584778 w 1842670"/>
                <a:gd name="connsiteY18" fmla="*/ 69341 h 1580449"/>
                <a:gd name="connsiteX19" fmla="*/ 920055 w 1842670"/>
                <a:gd name="connsiteY19" fmla="*/ 259 h 158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2670" h="1580449">
                  <a:moveTo>
                    <a:pt x="920055" y="259"/>
                  </a:moveTo>
                  <a:cubicBezTo>
                    <a:pt x="1035626" y="-2401"/>
                    <a:pt x="1151967" y="15377"/>
                    <a:pt x="1259956" y="53801"/>
                  </a:cubicBezTo>
                  <a:cubicBezTo>
                    <a:pt x="1521578" y="146891"/>
                    <a:pt x="1691153" y="344996"/>
                    <a:pt x="1707020" y="564115"/>
                  </a:cubicBezTo>
                  <a:lnTo>
                    <a:pt x="1704544" y="648384"/>
                  </a:lnTo>
                  <a:lnTo>
                    <a:pt x="1734916" y="698305"/>
                  </a:lnTo>
                  <a:cubicBezTo>
                    <a:pt x="1751373" y="728990"/>
                    <a:pt x="1766245" y="760755"/>
                    <a:pt x="1779351" y="793427"/>
                  </a:cubicBezTo>
                  <a:cubicBezTo>
                    <a:pt x="1908144" y="1114502"/>
                    <a:pt x="1835625" y="1443342"/>
                    <a:pt x="1605790" y="1580449"/>
                  </a:cubicBezTo>
                  <a:lnTo>
                    <a:pt x="1250886" y="1298580"/>
                  </a:lnTo>
                  <a:lnTo>
                    <a:pt x="1326030" y="1471168"/>
                  </a:lnTo>
                  <a:lnTo>
                    <a:pt x="813244" y="996031"/>
                  </a:lnTo>
                  <a:lnTo>
                    <a:pt x="998188" y="1377294"/>
                  </a:lnTo>
                  <a:lnTo>
                    <a:pt x="330445" y="807627"/>
                  </a:lnTo>
                  <a:lnTo>
                    <a:pt x="290106" y="915357"/>
                  </a:lnTo>
                  <a:cubicBezTo>
                    <a:pt x="218594" y="1132806"/>
                    <a:pt x="184063" y="1357038"/>
                    <a:pt x="190853" y="1559852"/>
                  </a:cubicBezTo>
                  <a:cubicBezTo>
                    <a:pt x="5131" y="1498775"/>
                    <a:pt x="-55456" y="1175686"/>
                    <a:pt x="55528" y="838213"/>
                  </a:cubicBezTo>
                  <a:cubicBezTo>
                    <a:pt x="83274" y="753845"/>
                    <a:pt x="119116" y="676565"/>
                    <a:pt x="160174" y="609056"/>
                  </a:cubicBezTo>
                  <a:lnTo>
                    <a:pt x="179388" y="581448"/>
                  </a:lnTo>
                  <a:lnTo>
                    <a:pt x="183845" y="517890"/>
                  </a:lnTo>
                  <a:cubicBezTo>
                    <a:pt x="216366" y="330350"/>
                    <a:pt x="362025" y="161335"/>
                    <a:pt x="584778" y="69341"/>
                  </a:cubicBezTo>
                  <a:cubicBezTo>
                    <a:pt x="689684" y="26017"/>
                    <a:pt x="804484" y="2919"/>
                    <a:pt x="920055" y="259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63B9AA2A-6F43-404B-9A07-4BA9D36C6638}"/>
                </a:ext>
              </a:extLst>
            </p:cNvPr>
            <p:cNvSpPr/>
            <p:nvPr/>
          </p:nvSpPr>
          <p:spPr>
            <a:xfrm flipV="1">
              <a:off x="6737776" y="5434411"/>
              <a:ext cx="502511" cy="104445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B722670-1F71-451A-81D2-31C006006467}"/>
              </a:ext>
            </a:extLst>
          </p:cNvPr>
          <p:cNvGrpSpPr/>
          <p:nvPr/>
        </p:nvGrpSpPr>
        <p:grpSpPr>
          <a:xfrm>
            <a:off x="2095703" y="1753105"/>
            <a:ext cx="2120020" cy="3889086"/>
            <a:chOff x="6062835" y="1753105"/>
            <a:chExt cx="2120020" cy="3889086"/>
          </a:xfrm>
        </p:grpSpPr>
        <p:sp>
          <p:nvSpPr>
            <p:cNvPr id="55" name="フローチャート: 論理積ゲート 54">
              <a:extLst>
                <a:ext uri="{FF2B5EF4-FFF2-40B4-BE49-F238E27FC236}">
                  <a16:creationId xmlns:a16="http://schemas.microsoft.com/office/drawing/2014/main" id="{EF6DF004-1905-41B9-8C6B-9F29B6490D2A}"/>
                </a:ext>
              </a:extLst>
            </p:cNvPr>
            <p:cNvSpPr/>
            <p:nvPr/>
          </p:nvSpPr>
          <p:spPr>
            <a:xfrm rot="16200000">
              <a:off x="6558253" y="4017589"/>
              <a:ext cx="1129184" cy="2120020"/>
            </a:xfrm>
            <a:prstGeom prst="flowChartDelay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9F14D185-06D1-425B-9B7B-344E0807A3B1}"/>
                </a:ext>
              </a:extLst>
            </p:cNvPr>
            <p:cNvSpPr/>
            <p:nvPr/>
          </p:nvSpPr>
          <p:spPr>
            <a:xfrm>
              <a:off x="6146414" y="3174547"/>
              <a:ext cx="221913" cy="38281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63D67215-1EA8-4438-88EE-0921F6A045BF}"/>
                </a:ext>
              </a:extLst>
            </p:cNvPr>
            <p:cNvSpPr/>
            <p:nvPr/>
          </p:nvSpPr>
          <p:spPr>
            <a:xfrm>
              <a:off x="7856945" y="3188317"/>
              <a:ext cx="221913" cy="38281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記憶データ 57">
              <a:extLst>
                <a:ext uri="{FF2B5EF4-FFF2-40B4-BE49-F238E27FC236}">
                  <a16:creationId xmlns:a16="http://schemas.microsoft.com/office/drawing/2014/main" id="{BED8FDDD-36FC-4547-B56C-3D7272E88046}"/>
                </a:ext>
              </a:extLst>
            </p:cNvPr>
            <p:cNvSpPr/>
            <p:nvPr/>
          </p:nvSpPr>
          <p:spPr>
            <a:xfrm rot="20820887">
              <a:off x="6399036" y="3180953"/>
              <a:ext cx="703160" cy="1065426"/>
            </a:xfrm>
            <a:prstGeom prst="flowChartOnlineStorag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記憶データ 58">
              <a:extLst>
                <a:ext uri="{FF2B5EF4-FFF2-40B4-BE49-F238E27FC236}">
                  <a16:creationId xmlns:a16="http://schemas.microsoft.com/office/drawing/2014/main" id="{B8910F01-2D8B-4C31-98AA-3DC530CED340}"/>
                </a:ext>
              </a:extLst>
            </p:cNvPr>
            <p:cNvSpPr/>
            <p:nvPr/>
          </p:nvSpPr>
          <p:spPr>
            <a:xfrm rot="779113" flipH="1">
              <a:off x="7103258" y="3180954"/>
              <a:ext cx="703160" cy="1065426"/>
            </a:xfrm>
            <a:prstGeom prst="flowChartOnlineStorag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A3DE1498-2F98-4124-9916-B2257F18E3A8}"/>
                </a:ext>
              </a:extLst>
            </p:cNvPr>
            <p:cNvSpPr/>
            <p:nvPr/>
          </p:nvSpPr>
          <p:spPr>
            <a:xfrm rot="5400000">
              <a:off x="6796451" y="4001356"/>
              <a:ext cx="652789" cy="502509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楕円 60">
              <a:extLst>
                <a:ext uri="{FF2B5EF4-FFF2-40B4-BE49-F238E27FC236}">
                  <a16:creationId xmlns:a16="http://schemas.microsoft.com/office/drawing/2014/main" id="{DCA6579A-6D06-499C-9823-2BDA1AA8292C}"/>
                </a:ext>
              </a:extLst>
            </p:cNvPr>
            <p:cNvSpPr/>
            <p:nvPr/>
          </p:nvSpPr>
          <p:spPr>
            <a:xfrm>
              <a:off x="6326698" y="2208251"/>
              <a:ext cx="1592294" cy="197549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C1FC0F66-BFC5-4B95-9835-87FAAC518DD4}"/>
                </a:ext>
              </a:extLst>
            </p:cNvPr>
            <p:cNvSpPr/>
            <p:nvPr/>
          </p:nvSpPr>
          <p:spPr>
            <a:xfrm>
              <a:off x="6630742" y="3273449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1DDE2B2E-9E45-45C4-838E-2ABA770A4BF5}"/>
                </a:ext>
              </a:extLst>
            </p:cNvPr>
            <p:cNvSpPr/>
            <p:nvPr/>
          </p:nvSpPr>
          <p:spPr>
            <a:xfrm>
              <a:off x="7382066" y="3273449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弧 63">
              <a:extLst>
                <a:ext uri="{FF2B5EF4-FFF2-40B4-BE49-F238E27FC236}">
                  <a16:creationId xmlns:a16="http://schemas.microsoft.com/office/drawing/2014/main" id="{F1721900-55F7-4236-B901-432CC44B399B}"/>
                </a:ext>
              </a:extLst>
            </p:cNvPr>
            <p:cNvSpPr/>
            <p:nvPr/>
          </p:nvSpPr>
          <p:spPr>
            <a:xfrm>
              <a:off x="6671710" y="3078670"/>
              <a:ext cx="820956" cy="847546"/>
            </a:xfrm>
            <a:prstGeom prst="arc">
              <a:avLst>
                <a:gd name="adj1" fmla="val 2127419"/>
                <a:gd name="adj2" fmla="val 8701261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弧 64">
              <a:extLst>
                <a:ext uri="{FF2B5EF4-FFF2-40B4-BE49-F238E27FC236}">
                  <a16:creationId xmlns:a16="http://schemas.microsoft.com/office/drawing/2014/main" id="{D43336D9-14B5-48EA-AC4D-D36DFA81D921}"/>
                </a:ext>
              </a:extLst>
            </p:cNvPr>
            <p:cNvSpPr/>
            <p:nvPr/>
          </p:nvSpPr>
          <p:spPr>
            <a:xfrm rot="10800000">
              <a:off x="6403168" y="2923880"/>
              <a:ext cx="451796" cy="585240"/>
            </a:xfrm>
            <a:prstGeom prst="arc">
              <a:avLst>
                <a:gd name="adj1" fmla="val 1854042"/>
                <a:gd name="adj2" fmla="val 8897914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B3E88B37-50BD-467B-BA82-DBBB591CE0F4}"/>
                </a:ext>
              </a:extLst>
            </p:cNvPr>
            <p:cNvSpPr/>
            <p:nvPr/>
          </p:nvSpPr>
          <p:spPr>
            <a:xfrm>
              <a:off x="7023564" y="3297016"/>
              <a:ext cx="76200" cy="361950"/>
            </a:xfrm>
            <a:custGeom>
              <a:avLst/>
              <a:gdLst>
                <a:gd name="connsiteX0" fmla="*/ 66675 w 76200"/>
                <a:gd name="connsiteY0" fmla="*/ 0 h 361950"/>
                <a:gd name="connsiteX1" fmla="*/ 0 w 76200"/>
                <a:gd name="connsiteY1" fmla="*/ 323850 h 361950"/>
                <a:gd name="connsiteX2" fmla="*/ 76200 w 76200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361950">
                  <a:moveTo>
                    <a:pt x="66675" y="0"/>
                  </a:moveTo>
                  <a:lnTo>
                    <a:pt x="0" y="323850"/>
                  </a:lnTo>
                  <a:lnTo>
                    <a:pt x="76200" y="361950"/>
                  </a:lnTo>
                </a:path>
              </a:pathLst>
            </a:cu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弧 66">
              <a:extLst>
                <a:ext uri="{FF2B5EF4-FFF2-40B4-BE49-F238E27FC236}">
                  <a16:creationId xmlns:a16="http://schemas.microsoft.com/office/drawing/2014/main" id="{AB859521-EEEC-4CEB-B076-6EA42BF9732C}"/>
                </a:ext>
              </a:extLst>
            </p:cNvPr>
            <p:cNvSpPr/>
            <p:nvPr/>
          </p:nvSpPr>
          <p:spPr>
            <a:xfrm rot="10800000">
              <a:off x="7319661" y="2923880"/>
              <a:ext cx="451796" cy="585240"/>
            </a:xfrm>
            <a:prstGeom prst="arc">
              <a:avLst>
                <a:gd name="adj1" fmla="val 1854042"/>
                <a:gd name="adj2" fmla="val 8897914"/>
              </a:avLst>
            </a:prstGeom>
            <a:ln w="381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二等辺三角形 68">
              <a:extLst>
                <a:ext uri="{FF2B5EF4-FFF2-40B4-BE49-F238E27FC236}">
                  <a16:creationId xmlns:a16="http://schemas.microsoft.com/office/drawing/2014/main" id="{7917D88E-7CA0-4FCA-A35E-162FA052B8FE}"/>
                </a:ext>
              </a:extLst>
            </p:cNvPr>
            <p:cNvSpPr/>
            <p:nvPr/>
          </p:nvSpPr>
          <p:spPr>
            <a:xfrm flipV="1">
              <a:off x="6871590" y="4579005"/>
              <a:ext cx="502511" cy="1044453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弦 71">
              <a:extLst>
                <a:ext uri="{FF2B5EF4-FFF2-40B4-BE49-F238E27FC236}">
                  <a16:creationId xmlns:a16="http://schemas.microsoft.com/office/drawing/2014/main" id="{DBADBBF6-4AD2-4FFC-8D92-B94E23DEF2A7}"/>
                </a:ext>
              </a:extLst>
            </p:cNvPr>
            <p:cNvSpPr/>
            <p:nvPr/>
          </p:nvSpPr>
          <p:spPr>
            <a:xfrm rot="19750917" flipH="1" flipV="1">
              <a:off x="6868439" y="1967427"/>
              <a:ext cx="1127604" cy="1469903"/>
            </a:xfrm>
            <a:prstGeom prst="chord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弦 72">
              <a:extLst>
                <a:ext uri="{FF2B5EF4-FFF2-40B4-BE49-F238E27FC236}">
                  <a16:creationId xmlns:a16="http://schemas.microsoft.com/office/drawing/2014/main" id="{A91FFCB3-AE25-4213-9930-D665A2815F97}"/>
                </a:ext>
              </a:extLst>
            </p:cNvPr>
            <p:cNvSpPr/>
            <p:nvPr/>
          </p:nvSpPr>
          <p:spPr>
            <a:xfrm>
              <a:off x="6379964" y="1753105"/>
              <a:ext cx="1531232" cy="1196182"/>
            </a:xfrm>
            <a:prstGeom prst="chord">
              <a:avLst>
                <a:gd name="adj1" fmla="val 10294795"/>
                <a:gd name="adj2" fmla="val 274627"/>
              </a:avLst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月 73">
              <a:extLst>
                <a:ext uri="{FF2B5EF4-FFF2-40B4-BE49-F238E27FC236}">
                  <a16:creationId xmlns:a16="http://schemas.microsoft.com/office/drawing/2014/main" id="{910169A7-11E4-48D6-A6A4-72FC6B1632FC}"/>
                </a:ext>
              </a:extLst>
            </p:cNvPr>
            <p:cNvSpPr/>
            <p:nvPr/>
          </p:nvSpPr>
          <p:spPr>
            <a:xfrm rot="1092255">
              <a:off x="6249646" y="2003369"/>
              <a:ext cx="353996" cy="1286488"/>
            </a:xfrm>
            <a:prstGeom prst="moon">
              <a:avLst>
                <a:gd name="adj" fmla="val 69757"/>
              </a:avLst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二等辺三角形 74">
              <a:extLst>
                <a:ext uri="{FF2B5EF4-FFF2-40B4-BE49-F238E27FC236}">
                  <a16:creationId xmlns:a16="http://schemas.microsoft.com/office/drawing/2014/main" id="{F9223D48-1132-41D8-A220-2F4DB7141923}"/>
                </a:ext>
              </a:extLst>
            </p:cNvPr>
            <p:cNvSpPr/>
            <p:nvPr/>
          </p:nvSpPr>
          <p:spPr>
            <a:xfrm rot="19337729" flipH="1" flipV="1">
              <a:off x="6697074" y="2254125"/>
              <a:ext cx="409782" cy="97843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二等辺三角形 75">
              <a:extLst>
                <a:ext uri="{FF2B5EF4-FFF2-40B4-BE49-F238E27FC236}">
                  <a16:creationId xmlns:a16="http://schemas.microsoft.com/office/drawing/2014/main" id="{164C0A59-C568-491F-B8C9-402A287FC3B1}"/>
                </a:ext>
              </a:extLst>
            </p:cNvPr>
            <p:cNvSpPr/>
            <p:nvPr/>
          </p:nvSpPr>
          <p:spPr>
            <a:xfrm rot="19478688" flipH="1" flipV="1">
              <a:off x="7041033" y="2336060"/>
              <a:ext cx="409782" cy="97843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05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672</TotalTime>
  <Words>27</Words>
  <Application>Microsoft Office PowerPoint</Application>
  <PresentationFormat>A4 紙張 (210x297 公釐)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99</cp:revision>
  <dcterms:created xsi:type="dcterms:W3CDTF">2017-11-09T07:26:57Z</dcterms:created>
  <dcterms:modified xsi:type="dcterms:W3CDTF">2018-10-02T11:13:29Z</dcterms:modified>
</cp:coreProperties>
</file>