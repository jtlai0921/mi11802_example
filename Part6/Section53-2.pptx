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23" autoAdjust="0"/>
    <p:restoredTop sz="94660"/>
  </p:normalViewPr>
  <p:slideViewPr>
    <p:cSldViewPr snapToGrid="0">
      <p:cViewPr varScale="1">
        <p:scale>
          <a:sx n="65" d="100"/>
          <a:sy n="65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2C0F840-441F-4927-8D6C-994FCC7C96A9}"/>
              </a:ext>
            </a:extLst>
          </p:cNvPr>
          <p:cNvGrpSpPr/>
          <p:nvPr/>
        </p:nvGrpSpPr>
        <p:grpSpPr>
          <a:xfrm>
            <a:off x="685962" y="798368"/>
            <a:ext cx="2160000" cy="2160000"/>
            <a:chOff x="685962" y="798368"/>
            <a:chExt cx="2160000" cy="2160000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BE06868B-9F57-43F0-90A4-7D89C463460A}"/>
                </a:ext>
              </a:extLst>
            </p:cNvPr>
            <p:cNvSpPr/>
            <p:nvPr/>
          </p:nvSpPr>
          <p:spPr>
            <a:xfrm>
              <a:off x="685962" y="798368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" name="矢印: 右 4">
              <a:extLst>
                <a:ext uri="{FF2B5EF4-FFF2-40B4-BE49-F238E27FC236}">
                  <a16:creationId xmlns:a16="http://schemas.microsoft.com/office/drawing/2014/main" id="{D9F44444-E018-4C3C-917A-23ABC8FD0795}"/>
                </a:ext>
              </a:extLst>
            </p:cNvPr>
            <p:cNvSpPr/>
            <p:nvPr/>
          </p:nvSpPr>
          <p:spPr>
            <a:xfrm>
              <a:off x="919399" y="1207249"/>
              <a:ext cx="1749865" cy="1342238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F392F9F-A089-4C7F-AAE3-A037371C6BA1}"/>
              </a:ext>
            </a:extLst>
          </p:cNvPr>
          <p:cNvGrpSpPr/>
          <p:nvPr/>
        </p:nvGrpSpPr>
        <p:grpSpPr>
          <a:xfrm>
            <a:off x="3883713" y="798368"/>
            <a:ext cx="2160000" cy="2160000"/>
            <a:chOff x="3883713" y="798368"/>
            <a:chExt cx="2160000" cy="216000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1894427B-B1D8-4AAB-B583-1D199AB8E5F5}"/>
                </a:ext>
              </a:extLst>
            </p:cNvPr>
            <p:cNvSpPr/>
            <p:nvPr/>
          </p:nvSpPr>
          <p:spPr>
            <a:xfrm>
              <a:off x="3883713" y="798368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7D41A06E-139E-447B-A1D2-0C25E91AAAE4}"/>
                </a:ext>
              </a:extLst>
            </p:cNvPr>
            <p:cNvGrpSpPr/>
            <p:nvPr/>
          </p:nvGrpSpPr>
          <p:grpSpPr>
            <a:xfrm>
              <a:off x="4335153" y="1158368"/>
              <a:ext cx="1440000" cy="1440000"/>
              <a:chOff x="4049463" y="1753525"/>
              <a:chExt cx="1440000" cy="1440000"/>
            </a:xfrm>
          </p:grpSpPr>
          <p:sp>
            <p:nvSpPr>
              <p:cNvPr id="11" name="矢印: 山形 10">
                <a:extLst>
                  <a:ext uri="{FF2B5EF4-FFF2-40B4-BE49-F238E27FC236}">
                    <a16:creationId xmlns:a16="http://schemas.microsoft.com/office/drawing/2014/main" id="{DA53A15E-2A2D-437C-9997-E21AEFB13812}"/>
                  </a:ext>
                </a:extLst>
              </p:cNvPr>
              <p:cNvSpPr/>
              <p:nvPr/>
            </p:nvSpPr>
            <p:spPr>
              <a:xfrm>
                <a:off x="4049463" y="1753525"/>
                <a:ext cx="720000" cy="1440000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矢印: 山形 11">
                <a:extLst>
                  <a:ext uri="{FF2B5EF4-FFF2-40B4-BE49-F238E27FC236}">
                    <a16:creationId xmlns:a16="http://schemas.microsoft.com/office/drawing/2014/main" id="{179CBDE3-9BC2-4A5C-82A6-174DF7EF4D40}"/>
                  </a:ext>
                </a:extLst>
              </p:cNvPr>
              <p:cNvSpPr/>
              <p:nvPr/>
            </p:nvSpPr>
            <p:spPr>
              <a:xfrm>
                <a:off x="4769463" y="1753525"/>
                <a:ext cx="720000" cy="1440000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CF130D5-B7D3-4E2C-8F2A-622807A14AD7}"/>
              </a:ext>
            </a:extLst>
          </p:cNvPr>
          <p:cNvGrpSpPr/>
          <p:nvPr/>
        </p:nvGrpSpPr>
        <p:grpSpPr>
          <a:xfrm>
            <a:off x="7081465" y="798368"/>
            <a:ext cx="2160000" cy="2160000"/>
            <a:chOff x="7081465" y="798368"/>
            <a:chExt cx="2160000" cy="2160000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D85837BD-E550-4963-8F02-E1172E959F42}"/>
                </a:ext>
              </a:extLst>
            </p:cNvPr>
            <p:cNvSpPr/>
            <p:nvPr/>
          </p:nvSpPr>
          <p:spPr>
            <a:xfrm>
              <a:off x="7081465" y="798368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矢印: 五方向 16">
              <a:extLst>
                <a:ext uri="{FF2B5EF4-FFF2-40B4-BE49-F238E27FC236}">
                  <a16:creationId xmlns:a16="http://schemas.microsoft.com/office/drawing/2014/main" id="{CD750796-D364-4788-B934-B47A574F288D}"/>
                </a:ext>
              </a:extLst>
            </p:cNvPr>
            <p:cNvSpPr/>
            <p:nvPr/>
          </p:nvSpPr>
          <p:spPr>
            <a:xfrm>
              <a:off x="7286039" y="1732414"/>
              <a:ext cx="1775426" cy="288000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7E87EF3-797C-4875-834A-65231F7FF147}"/>
                </a:ext>
              </a:extLst>
            </p:cNvPr>
            <p:cNvSpPr/>
            <p:nvPr/>
          </p:nvSpPr>
          <p:spPr>
            <a:xfrm rot="2704921">
              <a:off x="8262456" y="1525032"/>
              <a:ext cx="792000" cy="25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382CE2EE-E667-4C8A-877D-DCDB03D53EE1}"/>
                </a:ext>
              </a:extLst>
            </p:cNvPr>
            <p:cNvSpPr/>
            <p:nvPr/>
          </p:nvSpPr>
          <p:spPr>
            <a:xfrm rot="18895079" flipH="1">
              <a:off x="8262456" y="1976491"/>
              <a:ext cx="792000" cy="252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8016BFD-86F5-4C99-BF0E-73E56224E034}"/>
              </a:ext>
            </a:extLst>
          </p:cNvPr>
          <p:cNvGrpSpPr/>
          <p:nvPr/>
        </p:nvGrpSpPr>
        <p:grpSpPr>
          <a:xfrm>
            <a:off x="664536" y="3899632"/>
            <a:ext cx="2160000" cy="2160000"/>
            <a:chOff x="664536" y="3899632"/>
            <a:chExt cx="2160000" cy="2160000"/>
          </a:xfrm>
        </p:grpSpPr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636DBE28-7922-4179-B9DF-84A46C6F290D}"/>
                </a:ext>
              </a:extLst>
            </p:cNvPr>
            <p:cNvSpPr/>
            <p:nvPr/>
          </p:nvSpPr>
          <p:spPr>
            <a:xfrm>
              <a:off x="664536" y="3899632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台形 66">
              <a:extLst>
                <a:ext uri="{FF2B5EF4-FFF2-40B4-BE49-F238E27FC236}">
                  <a16:creationId xmlns:a16="http://schemas.microsoft.com/office/drawing/2014/main" id="{CAEA9FE5-DD2F-423B-B0C3-1EE94A446CB3}"/>
                </a:ext>
              </a:extLst>
            </p:cNvPr>
            <p:cNvSpPr/>
            <p:nvPr/>
          </p:nvSpPr>
          <p:spPr>
            <a:xfrm rot="900000" flipV="1">
              <a:off x="1595989" y="4264556"/>
              <a:ext cx="432000" cy="1099826"/>
            </a:xfrm>
            <a:prstGeom prst="trapezoid">
              <a:avLst>
                <a:gd name="adj" fmla="val 25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95F0D1C4-BAC3-4897-B020-9BB38E4B41AE}"/>
                </a:ext>
              </a:extLst>
            </p:cNvPr>
            <p:cNvSpPr/>
            <p:nvPr/>
          </p:nvSpPr>
          <p:spPr>
            <a:xfrm rot="900000">
              <a:off x="1739256" y="4117789"/>
              <a:ext cx="432000" cy="32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9" name="楕円 68">
              <a:extLst>
                <a:ext uri="{FF2B5EF4-FFF2-40B4-BE49-F238E27FC236}">
                  <a16:creationId xmlns:a16="http://schemas.microsoft.com/office/drawing/2014/main" id="{176E700F-3488-4177-A902-A5A1A1181648}"/>
                </a:ext>
              </a:extLst>
            </p:cNvPr>
            <p:cNvSpPr/>
            <p:nvPr/>
          </p:nvSpPr>
          <p:spPr>
            <a:xfrm rot="900000">
              <a:off x="1430919" y="5463662"/>
              <a:ext cx="326700" cy="3267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楕円 69">
              <a:extLst>
                <a:ext uri="{FF2B5EF4-FFF2-40B4-BE49-F238E27FC236}">
                  <a16:creationId xmlns:a16="http://schemas.microsoft.com/office/drawing/2014/main" id="{2F4DF46E-87A3-4372-84BB-262B05C02C4E}"/>
                </a:ext>
              </a:extLst>
            </p:cNvPr>
            <p:cNvSpPr/>
            <p:nvPr/>
          </p:nvSpPr>
          <p:spPr>
            <a:xfrm rot="900000">
              <a:off x="1564887" y="5218446"/>
              <a:ext cx="219443" cy="217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EF1E914-5BA5-446D-BAEE-D20AE5905874}"/>
              </a:ext>
            </a:extLst>
          </p:cNvPr>
          <p:cNvGrpSpPr/>
          <p:nvPr/>
        </p:nvGrpSpPr>
        <p:grpSpPr>
          <a:xfrm>
            <a:off x="3862287" y="3899632"/>
            <a:ext cx="2160000" cy="2160000"/>
            <a:chOff x="3862287" y="3899632"/>
            <a:chExt cx="2160000" cy="2160000"/>
          </a:xfrm>
        </p:grpSpPr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A3040D6B-46FF-4732-8EF4-41CEC509B3D5}"/>
                </a:ext>
              </a:extLst>
            </p:cNvPr>
            <p:cNvSpPr/>
            <p:nvPr/>
          </p:nvSpPr>
          <p:spPr>
            <a:xfrm>
              <a:off x="3862287" y="3899632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497C06E0-36DD-4215-9BF8-1351336649D4}"/>
                </a:ext>
              </a:extLst>
            </p:cNvPr>
            <p:cNvSpPr txBox="1"/>
            <p:nvPr/>
          </p:nvSpPr>
          <p:spPr>
            <a:xfrm>
              <a:off x="4223033" y="4383008"/>
              <a:ext cx="1438507" cy="1189339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r>
                <a:rPr kumimoji="1" lang="ja-JP" altLang="en-US" sz="20000" b="1" dirty="0">
                  <a:solidFill>
                    <a:schemeClr val="bg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  <a:cs typeface="Arial" panose="020B0604020202020204" pitchFamily="34" charset="0"/>
                </a:rPr>
                <a:t>✓</a:t>
              </a: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B0D9F4A-919A-4F16-86F5-2D107506263A}"/>
              </a:ext>
            </a:extLst>
          </p:cNvPr>
          <p:cNvGrpSpPr/>
          <p:nvPr/>
        </p:nvGrpSpPr>
        <p:grpSpPr>
          <a:xfrm>
            <a:off x="7060039" y="3899632"/>
            <a:ext cx="2160000" cy="2160000"/>
            <a:chOff x="7060039" y="3899632"/>
            <a:chExt cx="2160000" cy="2160000"/>
          </a:xfrm>
        </p:grpSpPr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A24E5DE2-2E18-4981-98EF-632F3F37B725}"/>
                </a:ext>
              </a:extLst>
            </p:cNvPr>
            <p:cNvSpPr/>
            <p:nvPr/>
          </p:nvSpPr>
          <p:spPr>
            <a:xfrm>
              <a:off x="7060039" y="3899632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9B23FE2A-4E62-4709-8DBD-DCFCDA77E6DE}"/>
                </a:ext>
              </a:extLst>
            </p:cNvPr>
            <p:cNvGrpSpPr/>
            <p:nvPr/>
          </p:nvGrpSpPr>
          <p:grpSpPr>
            <a:xfrm>
              <a:off x="7648158" y="4151820"/>
              <a:ext cx="1026614" cy="1651713"/>
              <a:chOff x="7648158" y="4151820"/>
              <a:chExt cx="1026614" cy="165171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F98226ED-8146-40A5-B9D8-46877B65D3EA}"/>
                  </a:ext>
                </a:extLst>
              </p:cNvPr>
              <p:cNvSpPr/>
              <p:nvPr/>
            </p:nvSpPr>
            <p:spPr>
              <a:xfrm>
                <a:off x="7648158" y="4151820"/>
                <a:ext cx="1026614" cy="102661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四角形: 角を丸くする 31">
                <a:extLst>
                  <a:ext uri="{FF2B5EF4-FFF2-40B4-BE49-F238E27FC236}">
                    <a16:creationId xmlns:a16="http://schemas.microsoft.com/office/drawing/2014/main" id="{EC4DE2AF-25C2-4EF9-9950-9C78B7B2DEE9}"/>
                  </a:ext>
                </a:extLst>
              </p:cNvPr>
              <p:cNvSpPr/>
              <p:nvPr/>
            </p:nvSpPr>
            <p:spPr>
              <a:xfrm>
                <a:off x="7856523" y="4814425"/>
                <a:ext cx="609882" cy="549793"/>
              </a:xfrm>
              <a:prstGeom prst="roundRect">
                <a:avLst>
                  <a:gd name="adj" fmla="val 2641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四角形: 角を丸くする 38">
                <a:extLst>
                  <a:ext uri="{FF2B5EF4-FFF2-40B4-BE49-F238E27FC236}">
                    <a16:creationId xmlns:a16="http://schemas.microsoft.com/office/drawing/2014/main" id="{D116E9B9-F606-4071-9F94-17A2CFEB893D}"/>
                  </a:ext>
                </a:extLst>
              </p:cNvPr>
              <p:cNvSpPr/>
              <p:nvPr/>
            </p:nvSpPr>
            <p:spPr>
              <a:xfrm>
                <a:off x="7927465" y="5400851"/>
                <a:ext cx="46800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3" name="四角形: 角を丸くする 42">
                <a:extLst>
                  <a:ext uri="{FF2B5EF4-FFF2-40B4-BE49-F238E27FC236}">
                    <a16:creationId xmlns:a16="http://schemas.microsoft.com/office/drawing/2014/main" id="{909AF5E9-08B8-4686-B93E-D540524D52A5}"/>
                  </a:ext>
                </a:extLst>
              </p:cNvPr>
              <p:cNvSpPr/>
              <p:nvPr/>
            </p:nvSpPr>
            <p:spPr>
              <a:xfrm>
                <a:off x="7927465" y="5548192"/>
                <a:ext cx="46800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四角形: 角を丸くする 43">
                <a:extLst>
                  <a:ext uri="{FF2B5EF4-FFF2-40B4-BE49-F238E27FC236}">
                    <a16:creationId xmlns:a16="http://schemas.microsoft.com/office/drawing/2014/main" id="{52762DE0-3295-48E1-970D-A96EE40E355C}"/>
                  </a:ext>
                </a:extLst>
              </p:cNvPr>
              <p:cNvSpPr/>
              <p:nvPr/>
            </p:nvSpPr>
            <p:spPr>
              <a:xfrm>
                <a:off x="7993323" y="5695533"/>
                <a:ext cx="336284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732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7CE6C9E9-2BDB-4039-A415-E17250638539}"/>
              </a:ext>
            </a:extLst>
          </p:cNvPr>
          <p:cNvGrpSpPr/>
          <p:nvPr/>
        </p:nvGrpSpPr>
        <p:grpSpPr>
          <a:xfrm>
            <a:off x="1045962" y="811070"/>
            <a:ext cx="1440000" cy="2159997"/>
            <a:chOff x="-949230" y="3899632"/>
            <a:chExt cx="1440000" cy="2159997"/>
          </a:xfrm>
        </p:grpSpPr>
        <p:sp>
          <p:nvSpPr>
            <p:cNvPr id="87" name="楕円 86">
              <a:extLst>
                <a:ext uri="{FF2B5EF4-FFF2-40B4-BE49-F238E27FC236}">
                  <a16:creationId xmlns:a16="http://schemas.microsoft.com/office/drawing/2014/main" id="{CCE7FC35-1736-4729-850E-6494586F6552}"/>
                </a:ext>
              </a:extLst>
            </p:cNvPr>
            <p:cNvSpPr/>
            <p:nvPr/>
          </p:nvSpPr>
          <p:spPr>
            <a:xfrm>
              <a:off x="-949230" y="3899632"/>
              <a:ext cx="1440000" cy="144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8" name="楕円 87">
              <a:extLst>
                <a:ext uri="{FF2B5EF4-FFF2-40B4-BE49-F238E27FC236}">
                  <a16:creationId xmlns:a16="http://schemas.microsoft.com/office/drawing/2014/main" id="{58A005B5-F9B2-46A2-9572-1129178C9C19}"/>
                </a:ext>
              </a:extLst>
            </p:cNvPr>
            <p:cNvSpPr/>
            <p:nvPr/>
          </p:nvSpPr>
          <p:spPr>
            <a:xfrm>
              <a:off x="-517230" y="4326298"/>
              <a:ext cx="576000" cy="57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9" name="二等辺三角形 88">
              <a:extLst>
                <a:ext uri="{FF2B5EF4-FFF2-40B4-BE49-F238E27FC236}">
                  <a16:creationId xmlns:a16="http://schemas.microsoft.com/office/drawing/2014/main" id="{9E09E560-537C-4C57-A4D3-44F98F0EFBC3}"/>
                </a:ext>
              </a:extLst>
            </p:cNvPr>
            <p:cNvSpPr/>
            <p:nvPr/>
          </p:nvSpPr>
          <p:spPr>
            <a:xfrm rot="10800000" flipH="1">
              <a:off x="-454703" y="4933949"/>
              <a:ext cx="871538" cy="1125680"/>
            </a:xfrm>
            <a:prstGeom prst="triangle">
              <a:avLst>
                <a:gd name="adj" fmla="val 25956"/>
              </a:avLst>
            </a:prstGeom>
            <a:solidFill>
              <a:schemeClr val="accent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0" name="二等辺三角形 89">
              <a:extLst>
                <a:ext uri="{FF2B5EF4-FFF2-40B4-BE49-F238E27FC236}">
                  <a16:creationId xmlns:a16="http://schemas.microsoft.com/office/drawing/2014/main" id="{C556ACB3-B689-4B6C-A207-E6F65A8222A3}"/>
                </a:ext>
              </a:extLst>
            </p:cNvPr>
            <p:cNvSpPr/>
            <p:nvPr/>
          </p:nvSpPr>
          <p:spPr>
            <a:xfrm rot="10800000">
              <a:off x="-871538" y="4933949"/>
              <a:ext cx="871538" cy="1125680"/>
            </a:xfrm>
            <a:prstGeom prst="triangle">
              <a:avLst>
                <a:gd name="adj" fmla="val 25956"/>
              </a:avLst>
            </a:prstGeom>
            <a:solidFill>
              <a:schemeClr val="accent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FF8E0C29-23F5-4FBC-85A5-326CD04AA284}"/>
              </a:ext>
            </a:extLst>
          </p:cNvPr>
          <p:cNvGrpSpPr/>
          <p:nvPr/>
        </p:nvGrpSpPr>
        <p:grpSpPr>
          <a:xfrm>
            <a:off x="4330922" y="811070"/>
            <a:ext cx="1439999" cy="2160001"/>
            <a:chOff x="-787009" y="3897676"/>
            <a:chExt cx="1266456" cy="2160001"/>
          </a:xfrm>
        </p:grpSpPr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AEFEB9CB-B7DD-4830-BA28-E725EFEF2476}"/>
                </a:ext>
              </a:extLst>
            </p:cNvPr>
            <p:cNvSpPr/>
            <p:nvPr/>
          </p:nvSpPr>
          <p:spPr>
            <a:xfrm>
              <a:off x="-787009" y="3897676"/>
              <a:ext cx="185089" cy="21600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E135F47A-D142-4CDC-861F-3F4097D19AF3}"/>
                </a:ext>
              </a:extLst>
            </p:cNvPr>
            <p:cNvSpPr/>
            <p:nvPr/>
          </p:nvSpPr>
          <p:spPr>
            <a:xfrm flipV="1">
              <a:off x="-601920" y="4013830"/>
              <a:ext cx="1081367" cy="82459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二等辺三角形 98">
              <a:extLst>
                <a:ext uri="{FF2B5EF4-FFF2-40B4-BE49-F238E27FC236}">
                  <a16:creationId xmlns:a16="http://schemas.microsoft.com/office/drawing/2014/main" id="{07E2EE89-4762-4794-8885-7A88EA0DBD11}"/>
                </a:ext>
              </a:extLst>
            </p:cNvPr>
            <p:cNvSpPr/>
            <p:nvPr/>
          </p:nvSpPr>
          <p:spPr>
            <a:xfrm rot="16200000">
              <a:off x="-114971" y="4245335"/>
              <a:ext cx="819848" cy="35683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F55E86AC-208F-4713-B3ED-D349E97C79B8}"/>
              </a:ext>
            </a:extLst>
          </p:cNvPr>
          <p:cNvGrpSpPr/>
          <p:nvPr/>
        </p:nvGrpSpPr>
        <p:grpSpPr>
          <a:xfrm rot="19800000">
            <a:off x="7818354" y="864089"/>
            <a:ext cx="914400" cy="2053962"/>
            <a:chOff x="5799220" y="2329046"/>
            <a:chExt cx="914400" cy="2053962"/>
          </a:xfrm>
        </p:grpSpPr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BB82EBBE-35D3-4D74-9630-56742628ECC6}"/>
                </a:ext>
              </a:extLst>
            </p:cNvPr>
            <p:cNvSpPr/>
            <p:nvPr/>
          </p:nvSpPr>
          <p:spPr>
            <a:xfrm>
              <a:off x="5941872" y="2544563"/>
              <a:ext cx="629096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四角形: 上の 2 つの角を丸める 125">
              <a:extLst>
                <a:ext uri="{FF2B5EF4-FFF2-40B4-BE49-F238E27FC236}">
                  <a16:creationId xmlns:a16="http://schemas.microsoft.com/office/drawing/2014/main" id="{C534D94B-B0E4-4D6A-B35C-301D769252E1}"/>
                </a:ext>
              </a:extLst>
            </p:cNvPr>
            <p:cNvSpPr/>
            <p:nvPr/>
          </p:nvSpPr>
          <p:spPr>
            <a:xfrm>
              <a:off x="5799220" y="3055434"/>
              <a:ext cx="914400" cy="5700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四角形: 上の 2 つの角を丸める 126">
              <a:extLst>
                <a:ext uri="{FF2B5EF4-FFF2-40B4-BE49-F238E27FC236}">
                  <a16:creationId xmlns:a16="http://schemas.microsoft.com/office/drawing/2014/main" id="{94922594-C93F-4D14-A0C8-5A88E837E213}"/>
                </a:ext>
              </a:extLst>
            </p:cNvPr>
            <p:cNvSpPr/>
            <p:nvPr/>
          </p:nvSpPr>
          <p:spPr>
            <a:xfrm flipV="1">
              <a:off x="5799220" y="2329046"/>
              <a:ext cx="914400" cy="5700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二等辺三角形 127">
              <a:extLst>
                <a:ext uri="{FF2B5EF4-FFF2-40B4-BE49-F238E27FC236}">
                  <a16:creationId xmlns:a16="http://schemas.microsoft.com/office/drawing/2014/main" id="{6C3E2377-4E03-44AD-AC7A-417D87FE063C}"/>
                </a:ext>
              </a:extLst>
            </p:cNvPr>
            <p:cNvSpPr/>
            <p:nvPr/>
          </p:nvSpPr>
          <p:spPr>
            <a:xfrm flipV="1">
              <a:off x="5997790" y="3674480"/>
              <a:ext cx="517260" cy="70852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8F61652-608F-4E92-A502-B85AC0D05752}"/>
              </a:ext>
            </a:extLst>
          </p:cNvPr>
          <p:cNvGrpSpPr/>
          <p:nvPr/>
        </p:nvGrpSpPr>
        <p:grpSpPr>
          <a:xfrm>
            <a:off x="664536" y="3899632"/>
            <a:ext cx="2160000" cy="2160000"/>
            <a:chOff x="664536" y="3899632"/>
            <a:chExt cx="2160000" cy="2160000"/>
          </a:xfrm>
        </p:grpSpPr>
        <p:sp>
          <p:nvSpPr>
            <p:cNvPr id="42" name="四角形: 角を丸くする 41">
              <a:extLst>
                <a:ext uri="{FF2B5EF4-FFF2-40B4-BE49-F238E27FC236}">
                  <a16:creationId xmlns:a16="http://schemas.microsoft.com/office/drawing/2014/main" id="{636DBE28-7922-4179-B9DF-84A46C6F290D}"/>
                </a:ext>
              </a:extLst>
            </p:cNvPr>
            <p:cNvSpPr/>
            <p:nvPr/>
          </p:nvSpPr>
          <p:spPr>
            <a:xfrm>
              <a:off x="664536" y="3899632"/>
              <a:ext cx="2160000" cy="21600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四角形: 角を丸くする 113">
              <a:extLst>
                <a:ext uri="{FF2B5EF4-FFF2-40B4-BE49-F238E27FC236}">
                  <a16:creationId xmlns:a16="http://schemas.microsoft.com/office/drawing/2014/main" id="{A4FEADA6-3E30-4490-9138-49321596502C}"/>
                </a:ext>
              </a:extLst>
            </p:cNvPr>
            <p:cNvSpPr/>
            <p:nvPr/>
          </p:nvSpPr>
          <p:spPr>
            <a:xfrm>
              <a:off x="865960" y="5620264"/>
              <a:ext cx="864000" cy="144000"/>
            </a:xfrm>
            <a:prstGeom prst="roundRect">
              <a:avLst>
                <a:gd name="adj" fmla="val 46650"/>
              </a:avLst>
            </a:prstGeom>
            <a:solidFill>
              <a:schemeClr val="accent1">
                <a:lumMod val="75000"/>
              </a:schemeClr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矢印: 五方向 112">
              <a:extLst>
                <a:ext uri="{FF2B5EF4-FFF2-40B4-BE49-F238E27FC236}">
                  <a16:creationId xmlns:a16="http://schemas.microsoft.com/office/drawing/2014/main" id="{D91C0708-FFF1-4A22-BD21-6F8DC2AA274B}"/>
                </a:ext>
              </a:extLst>
            </p:cNvPr>
            <p:cNvSpPr/>
            <p:nvPr/>
          </p:nvSpPr>
          <p:spPr>
            <a:xfrm rot="8100000">
              <a:off x="1237620" y="4613424"/>
              <a:ext cx="1515144" cy="484632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198DE820-C2B0-4E28-A8E7-6C9115B930F8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2141723" y="4466893"/>
              <a:ext cx="484632" cy="0"/>
            </a:xfrm>
            <a:prstGeom prst="line">
              <a:avLst/>
            </a:prstGeom>
            <a:solidFill>
              <a:schemeClr val="accent1">
                <a:lumMod val="75000"/>
              </a:schemeClr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271EFB87-DE6E-4859-A841-95D9FE5545DE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1460849" y="5147767"/>
              <a:ext cx="484632" cy="0"/>
            </a:xfrm>
            <a:prstGeom prst="line">
              <a:avLst/>
            </a:prstGeom>
            <a:solidFill>
              <a:schemeClr val="accent1">
                <a:lumMod val="75000"/>
              </a:schemeClr>
            </a:solidFill>
            <a:ln w="762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CEAAA4A-CBCC-4AC7-A9CF-3B0B066ECC3F}"/>
              </a:ext>
            </a:extLst>
          </p:cNvPr>
          <p:cNvGrpSpPr/>
          <p:nvPr/>
        </p:nvGrpSpPr>
        <p:grpSpPr>
          <a:xfrm>
            <a:off x="3862287" y="3899632"/>
            <a:ext cx="2160000" cy="2310767"/>
            <a:chOff x="3862287" y="3899632"/>
            <a:chExt cx="2160000" cy="2310767"/>
          </a:xfrm>
        </p:grpSpPr>
        <p:sp>
          <p:nvSpPr>
            <p:cNvPr id="38" name="四角形: 角を丸くする 37">
              <a:extLst>
                <a:ext uri="{FF2B5EF4-FFF2-40B4-BE49-F238E27FC236}">
                  <a16:creationId xmlns:a16="http://schemas.microsoft.com/office/drawing/2014/main" id="{A3040D6B-46FF-4732-8EF4-41CEC509B3D5}"/>
                </a:ext>
              </a:extLst>
            </p:cNvPr>
            <p:cNvSpPr/>
            <p:nvPr/>
          </p:nvSpPr>
          <p:spPr>
            <a:xfrm>
              <a:off x="3862287" y="3899632"/>
              <a:ext cx="2160000" cy="21600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1D980253-76AD-4D32-B68F-8B2A46EA42AB}"/>
                </a:ext>
              </a:extLst>
            </p:cNvPr>
            <p:cNvSpPr/>
            <p:nvPr/>
          </p:nvSpPr>
          <p:spPr>
            <a:xfrm>
              <a:off x="4639906" y="4295549"/>
              <a:ext cx="626186" cy="626186"/>
            </a:xfrm>
            <a:prstGeom prst="ellipse">
              <a:avLst/>
            </a:prstGeom>
            <a:noFill/>
            <a:ln w="1270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2" name="円弧 131">
              <a:extLst>
                <a:ext uri="{FF2B5EF4-FFF2-40B4-BE49-F238E27FC236}">
                  <a16:creationId xmlns:a16="http://schemas.microsoft.com/office/drawing/2014/main" id="{0DABD67E-E268-4638-8FE0-99C8F49682E2}"/>
                </a:ext>
              </a:extLst>
            </p:cNvPr>
            <p:cNvSpPr/>
            <p:nvPr/>
          </p:nvSpPr>
          <p:spPr>
            <a:xfrm>
              <a:off x="4298949" y="5118887"/>
              <a:ext cx="1308102" cy="1091512"/>
            </a:xfrm>
            <a:prstGeom prst="arc">
              <a:avLst>
                <a:gd name="adj1" fmla="val 10800000"/>
                <a:gd name="adj2" fmla="val 0"/>
              </a:avLst>
            </a:prstGeom>
            <a:noFill/>
            <a:ln w="1270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E7C5DBE6-C5E9-4C24-ABDA-15A78C95CCF3}"/>
              </a:ext>
            </a:extLst>
          </p:cNvPr>
          <p:cNvGrpSpPr/>
          <p:nvPr/>
        </p:nvGrpSpPr>
        <p:grpSpPr>
          <a:xfrm>
            <a:off x="7060039" y="3899632"/>
            <a:ext cx="2160000" cy="2160000"/>
            <a:chOff x="7060039" y="3899632"/>
            <a:chExt cx="2160000" cy="2160000"/>
          </a:xfrm>
        </p:grpSpPr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A24E5DE2-2E18-4981-98EF-632F3F37B725}"/>
                </a:ext>
              </a:extLst>
            </p:cNvPr>
            <p:cNvSpPr/>
            <p:nvPr/>
          </p:nvSpPr>
          <p:spPr>
            <a:xfrm>
              <a:off x="7060039" y="3899632"/>
              <a:ext cx="2160000" cy="21600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0" name="グループ化 139">
              <a:extLst>
                <a:ext uri="{FF2B5EF4-FFF2-40B4-BE49-F238E27FC236}">
                  <a16:creationId xmlns:a16="http://schemas.microsoft.com/office/drawing/2014/main" id="{1630CA1A-F648-432D-8F26-0CA867AC176C}"/>
                </a:ext>
              </a:extLst>
            </p:cNvPr>
            <p:cNvGrpSpPr/>
            <p:nvPr/>
          </p:nvGrpSpPr>
          <p:grpSpPr>
            <a:xfrm rot="19800000">
              <a:off x="7788458" y="4168136"/>
              <a:ext cx="844684" cy="1622992"/>
              <a:chOff x="7437736" y="4215895"/>
              <a:chExt cx="844684" cy="1622992"/>
            </a:xfrm>
          </p:grpSpPr>
          <p:sp>
            <p:nvSpPr>
              <p:cNvPr id="134" name="楕円 133">
                <a:extLst>
                  <a:ext uri="{FF2B5EF4-FFF2-40B4-BE49-F238E27FC236}">
                    <a16:creationId xmlns:a16="http://schemas.microsoft.com/office/drawing/2014/main" id="{BAC1E319-4B83-438E-928F-F2205EFAD24E}"/>
                  </a:ext>
                </a:extLst>
              </p:cNvPr>
              <p:cNvSpPr/>
              <p:nvPr/>
            </p:nvSpPr>
            <p:spPr>
              <a:xfrm>
                <a:off x="7437736" y="4215895"/>
                <a:ext cx="844684" cy="864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36" name="直線コネクタ 135">
                <a:extLst>
                  <a:ext uri="{FF2B5EF4-FFF2-40B4-BE49-F238E27FC236}">
                    <a16:creationId xmlns:a16="http://schemas.microsoft.com/office/drawing/2014/main" id="{CC0ABD09-9CD5-40D6-B387-CDBF00D9B5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0078" y="5118887"/>
                <a:ext cx="0" cy="720000"/>
              </a:xfrm>
              <a:prstGeom prst="line">
                <a:avLst/>
              </a:prstGeom>
              <a:solidFill>
                <a:schemeClr val="accent1">
                  <a:lumMod val="75000"/>
                </a:schemeClr>
              </a:solidFill>
              <a:ln w="1270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E15603D-EEC6-451A-86A7-6BB5E5B9652C}"/>
              </a:ext>
            </a:extLst>
          </p:cNvPr>
          <p:cNvGrpSpPr/>
          <p:nvPr/>
        </p:nvGrpSpPr>
        <p:grpSpPr>
          <a:xfrm>
            <a:off x="685962" y="3899632"/>
            <a:ext cx="2160000" cy="2160000"/>
            <a:chOff x="685962" y="3899632"/>
            <a:chExt cx="2160000" cy="2160000"/>
          </a:xfrm>
        </p:grpSpPr>
        <p:sp>
          <p:nvSpPr>
            <p:cNvPr id="91" name="楕円 90">
              <a:extLst>
                <a:ext uri="{FF2B5EF4-FFF2-40B4-BE49-F238E27FC236}">
                  <a16:creationId xmlns:a16="http://schemas.microsoft.com/office/drawing/2014/main" id="{FAB902F3-3EE3-4467-B1BF-AD145AA81629}"/>
                </a:ext>
              </a:extLst>
            </p:cNvPr>
            <p:cNvSpPr/>
            <p:nvPr/>
          </p:nvSpPr>
          <p:spPr>
            <a:xfrm>
              <a:off x="685962" y="3899632"/>
              <a:ext cx="2160000" cy="216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94" name="グループ化 93">
              <a:extLst>
                <a:ext uri="{FF2B5EF4-FFF2-40B4-BE49-F238E27FC236}">
                  <a16:creationId xmlns:a16="http://schemas.microsoft.com/office/drawing/2014/main" id="{C1F09403-7942-42E3-B742-5D47ED890136}"/>
                </a:ext>
              </a:extLst>
            </p:cNvPr>
            <p:cNvGrpSpPr/>
            <p:nvPr/>
          </p:nvGrpSpPr>
          <p:grpSpPr>
            <a:xfrm>
              <a:off x="1333962" y="4275000"/>
              <a:ext cx="864000" cy="1409263"/>
              <a:chOff x="1333962" y="1153428"/>
              <a:chExt cx="864000" cy="1409263"/>
            </a:xfrm>
          </p:grpSpPr>
          <p:sp>
            <p:nvSpPr>
              <p:cNvPr id="108" name="楕円 107">
                <a:extLst>
                  <a:ext uri="{FF2B5EF4-FFF2-40B4-BE49-F238E27FC236}">
                    <a16:creationId xmlns:a16="http://schemas.microsoft.com/office/drawing/2014/main" id="{CEF47070-5D81-4437-AC52-2996F23AFA34}"/>
                  </a:ext>
                </a:extLst>
              </p:cNvPr>
              <p:cNvSpPr/>
              <p:nvPr/>
            </p:nvSpPr>
            <p:spPr>
              <a:xfrm>
                <a:off x="1531962" y="1153428"/>
                <a:ext cx="468000" cy="468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9" name="フローチャート: 論理積ゲート 108">
                <a:extLst>
                  <a:ext uri="{FF2B5EF4-FFF2-40B4-BE49-F238E27FC236}">
                    <a16:creationId xmlns:a16="http://schemas.microsoft.com/office/drawing/2014/main" id="{FB0411A9-8D77-4BB3-8EDD-0CA674FF1E98}"/>
                  </a:ext>
                </a:extLst>
              </p:cNvPr>
              <p:cNvSpPr/>
              <p:nvPr/>
            </p:nvSpPr>
            <p:spPr>
              <a:xfrm rot="16200000">
                <a:off x="1333962" y="1698691"/>
                <a:ext cx="864000" cy="864000"/>
              </a:xfrm>
              <a:prstGeom prst="flowChartDelay">
                <a:avLst/>
              </a:prstGeom>
              <a:solidFill>
                <a:schemeClr val="accent1">
                  <a:lumMod val="75000"/>
                </a:schemeClr>
              </a:solidFill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902673E-01C8-4CF7-964E-7AA26CAB3DD2}"/>
              </a:ext>
            </a:extLst>
          </p:cNvPr>
          <p:cNvGrpSpPr/>
          <p:nvPr/>
        </p:nvGrpSpPr>
        <p:grpSpPr>
          <a:xfrm>
            <a:off x="3862287" y="3899632"/>
            <a:ext cx="2181426" cy="2160000"/>
            <a:chOff x="3862287" y="3899632"/>
            <a:chExt cx="2181426" cy="2160000"/>
          </a:xfrm>
        </p:grpSpPr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A3040D6B-46FF-4732-8EF4-41CEC509B3D5}"/>
                </a:ext>
              </a:extLst>
            </p:cNvPr>
            <p:cNvSpPr/>
            <p:nvPr/>
          </p:nvSpPr>
          <p:spPr>
            <a:xfrm>
              <a:off x="3862287" y="3899632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楕円 91">
              <a:extLst>
                <a:ext uri="{FF2B5EF4-FFF2-40B4-BE49-F238E27FC236}">
                  <a16:creationId xmlns:a16="http://schemas.microsoft.com/office/drawing/2014/main" id="{66B46E1F-D904-45B3-A3A5-F4FD98CBE08A}"/>
                </a:ext>
              </a:extLst>
            </p:cNvPr>
            <p:cNvSpPr/>
            <p:nvPr/>
          </p:nvSpPr>
          <p:spPr>
            <a:xfrm>
              <a:off x="3883713" y="3899632"/>
              <a:ext cx="2160000" cy="216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楕円 94">
              <a:extLst>
                <a:ext uri="{FF2B5EF4-FFF2-40B4-BE49-F238E27FC236}">
                  <a16:creationId xmlns:a16="http://schemas.microsoft.com/office/drawing/2014/main" id="{AB181F93-B561-46DE-9376-074B73976939}"/>
                </a:ext>
              </a:extLst>
            </p:cNvPr>
            <p:cNvSpPr/>
            <p:nvPr/>
          </p:nvSpPr>
          <p:spPr>
            <a:xfrm>
              <a:off x="5280733" y="4655340"/>
              <a:ext cx="301960" cy="30196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フローチャート: 論理積ゲート 95">
              <a:extLst>
                <a:ext uri="{FF2B5EF4-FFF2-40B4-BE49-F238E27FC236}">
                  <a16:creationId xmlns:a16="http://schemas.microsoft.com/office/drawing/2014/main" id="{C5137AA4-C69A-4B1E-B432-29D29CB2E19D}"/>
                </a:ext>
              </a:extLst>
            </p:cNvPr>
            <p:cNvSpPr/>
            <p:nvPr/>
          </p:nvSpPr>
          <p:spPr>
            <a:xfrm rot="16200000">
              <a:off x="5152980" y="4981673"/>
              <a:ext cx="557466" cy="557466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7" name="楕円 96">
              <a:extLst>
                <a:ext uri="{FF2B5EF4-FFF2-40B4-BE49-F238E27FC236}">
                  <a16:creationId xmlns:a16="http://schemas.microsoft.com/office/drawing/2014/main" id="{C91A2C77-2561-48C9-AB25-F88343C181A7}"/>
                </a:ext>
              </a:extLst>
            </p:cNvPr>
            <p:cNvSpPr/>
            <p:nvPr/>
          </p:nvSpPr>
          <p:spPr>
            <a:xfrm>
              <a:off x="4344734" y="4655340"/>
              <a:ext cx="301960" cy="30196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フローチャート: 論理積ゲート 97">
              <a:extLst>
                <a:ext uri="{FF2B5EF4-FFF2-40B4-BE49-F238E27FC236}">
                  <a16:creationId xmlns:a16="http://schemas.microsoft.com/office/drawing/2014/main" id="{216E1842-9E70-4CC4-9DB1-A349AE18E807}"/>
                </a:ext>
              </a:extLst>
            </p:cNvPr>
            <p:cNvSpPr/>
            <p:nvPr/>
          </p:nvSpPr>
          <p:spPr>
            <a:xfrm rot="16200000">
              <a:off x="4216981" y="4981673"/>
              <a:ext cx="557466" cy="557466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楕円 98">
              <a:extLst>
                <a:ext uri="{FF2B5EF4-FFF2-40B4-BE49-F238E27FC236}">
                  <a16:creationId xmlns:a16="http://schemas.microsoft.com/office/drawing/2014/main" id="{F2744AD3-D84D-4B11-B57E-485A46C30481}"/>
                </a:ext>
              </a:extLst>
            </p:cNvPr>
            <p:cNvSpPr/>
            <p:nvPr/>
          </p:nvSpPr>
          <p:spPr>
            <a:xfrm>
              <a:off x="4706351" y="4297303"/>
              <a:ext cx="468000" cy="46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フローチャート: 論理積ゲート 99">
              <a:extLst>
                <a:ext uri="{FF2B5EF4-FFF2-40B4-BE49-F238E27FC236}">
                  <a16:creationId xmlns:a16="http://schemas.microsoft.com/office/drawing/2014/main" id="{5EF32BBA-0ECE-4A14-9377-B34624E62E97}"/>
                </a:ext>
              </a:extLst>
            </p:cNvPr>
            <p:cNvSpPr/>
            <p:nvPr/>
          </p:nvSpPr>
          <p:spPr>
            <a:xfrm rot="16200000">
              <a:off x="4508351" y="4797962"/>
              <a:ext cx="864000" cy="864000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75BE4C0-771D-4D4F-9AEC-2E6A85B82FC6}"/>
              </a:ext>
            </a:extLst>
          </p:cNvPr>
          <p:cNvGrpSpPr/>
          <p:nvPr/>
        </p:nvGrpSpPr>
        <p:grpSpPr>
          <a:xfrm>
            <a:off x="7081465" y="3899632"/>
            <a:ext cx="2160000" cy="2160000"/>
            <a:chOff x="7081465" y="3899632"/>
            <a:chExt cx="2160000" cy="2160000"/>
          </a:xfrm>
        </p:grpSpPr>
        <p:sp>
          <p:nvSpPr>
            <p:cNvPr id="93" name="楕円 92">
              <a:extLst>
                <a:ext uri="{FF2B5EF4-FFF2-40B4-BE49-F238E27FC236}">
                  <a16:creationId xmlns:a16="http://schemas.microsoft.com/office/drawing/2014/main" id="{DF02B356-8B2E-4202-BF62-D32B0AE472FE}"/>
                </a:ext>
              </a:extLst>
            </p:cNvPr>
            <p:cNvSpPr/>
            <p:nvPr/>
          </p:nvSpPr>
          <p:spPr>
            <a:xfrm>
              <a:off x="7081465" y="3899632"/>
              <a:ext cx="2160000" cy="216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フローチャート: 論理積ゲート 100">
              <a:extLst>
                <a:ext uri="{FF2B5EF4-FFF2-40B4-BE49-F238E27FC236}">
                  <a16:creationId xmlns:a16="http://schemas.microsoft.com/office/drawing/2014/main" id="{826246C5-013A-4571-A3DE-97718230CEEE}"/>
                </a:ext>
              </a:extLst>
            </p:cNvPr>
            <p:cNvSpPr/>
            <p:nvPr/>
          </p:nvSpPr>
          <p:spPr>
            <a:xfrm rot="16200000">
              <a:off x="7676695" y="4765489"/>
              <a:ext cx="969541" cy="1206788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102" name="グループ化 101">
              <a:extLst>
                <a:ext uri="{FF2B5EF4-FFF2-40B4-BE49-F238E27FC236}">
                  <a16:creationId xmlns:a16="http://schemas.microsoft.com/office/drawing/2014/main" id="{C3DF953C-003E-42C2-AE96-E5D825598359}"/>
                </a:ext>
              </a:extLst>
            </p:cNvPr>
            <p:cNvGrpSpPr/>
            <p:nvPr/>
          </p:nvGrpSpPr>
          <p:grpSpPr>
            <a:xfrm>
              <a:off x="8078349" y="4983910"/>
              <a:ext cx="166233" cy="772398"/>
              <a:chOff x="8096250" y="1957237"/>
              <a:chExt cx="166233" cy="783252"/>
            </a:xfrm>
          </p:grpSpPr>
          <p:sp>
            <p:nvSpPr>
              <p:cNvPr id="105" name="矢印: 五方向 104">
                <a:extLst>
                  <a:ext uri="{FF2B5EF4-FFF2-40B4-BE49-F238E27FC236}">
                    <a16:creationId xmlns:a16="http://schemas.microsoft.com/office/drawing/2014/main" id="{8D9F945F-5145-4C3D-BF02-5B0EFBCEFB25}"/>
                  </a:ext>
                </a:extLst>
              </p:cNvPr>
              <p:cNvSpPr/>
              <p:nvPr/>
            </p:nvSpPr>
            <p:spPr>
              <a:xfrm rot="5400000">
                <a:off x="7940928" y="2418933"/>
                <a:ext cx="476880" cy="166231"/>
              </a:xfrm>
              <a:prstGeom prst="homePlat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6" name="矢印: 五方向 105">
                <a:extLst>
                  <a:ext uri="{FF2B5EF4-FFF2-40B4-BE49-F238E27FC236}">
                    <a16:creationId xmlns:a16="http://schemas.microsoft.com/office/drawing/2014/main" id="{071D6105-4FCE-4F0E-B34F-703F649BA576}"/>
                  </a:ext>
                </a:extLst>
              </p:cNvPr>
              <p:cNvSpPr/>
              <p:nvPr/>
            </p:nvSpPr>
            <p:spPr>
              <a:xfrm rot="16200000" flipV="1">
                <a:off x="7916209" y="2213479"/>
                <a:ext cx="526317" cy="166231"/>
              </a:xfrm>
              <a:prstGeom prst="homePlate">
                <a:avLst>
                  <a:gd name="adj" fmla="val 6261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7" name="台形 106">
                <a:extLst>
                  <a:ext uri="{FF2B5EF4-FFF2-40B4-BE49-F238E27FC236}">
                    <a16:creationId xmlns:a16="http://schemas.microsoft.com/office/drawing/2014/main" id="{3B03BD19-AD65-48DE-8B63-E10FCE53DB59}"/>
                  </a:ext>
                </a:extLst>
              </p:cNvPr>
              <p:cNvSpPr/>
              <p:nvPr/>
            </p:nvSpPr>
            <p:spPr>
              <a:xfrm rot="10800000">
                <a:off x="8096250" y="1957237"/>
                <a:ext cx="166233" cy="120366"/>
              </a:xfrm>
              <a:prstGeom prst="trapezoid">
                <a:avLst>
                  <a:gd name="adj" fmla="val 33667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103" name="楕円 102">
              <a:extLst>
                <a:ext uri="{FF2B5EF4-FFF2-40B4-BE49-F238E27FC236}">
                  <a16:creationId xmlns:a16="http://schemas.microsoft.com/office/drawing/2014/main" id="{A6BB5505-424C-459D-BED0-C6E2D350940E}"/>
                </a:ext>
              </a:extLst>
            </p:cNvPr>
            <p:cNvSpPr/>
            <p:nvPr/>
          </p:nvSpPr>
          <p:spPr>
            <a:xfrm>
              <a:off x="7750892" y="4105609"/>
              <a:ext cx="821146" cy="80976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弦 103">
              <a:extLst>
                <a:ext uri="{FF2B5EF4-FFF2-40B4-BE49-F238E27FC236}">
                  <a16:creationId xmlns:a16="http://schemas.microsoft.com/office/drawing/2014/main" id="{7C11D444-66C6-4DEC-8B99-AF31EE0CC58B}"/>
                </a:ext>
              </a:extLst>
            </p:cNvPr>
            <p:cNvSpPr/>
            <p:nvPr/>
          </p:nvSpPr>
          <p:spPr>
            <a:xfrm>
              <a:off x="7477380" y="5343912"/>
              <a:ext cx="1368170" cy="715720"/>
            </a:xfrm>
            <a:prstGeom prst="chord">
              <a:avLst>
                <a:gd name="adj1" fmla="val 821740"/>
                <a:gd name="adj2" fmla="val 9982837"/>
              </a:avLst>
            </a:prstGeom>
            <a:solidFill>
              <a:schemeClr val="accent1">
                <a:lumMod val="75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96A03BA-B577-4F4C-B4A4-1EEE542BD8C0}"/>
              </a:ext>
            </a:extLst>
          </p:cNvPr>
          <p:cNvGrpSpPr/>
          <p:nvPr/>
        </p:nvGrpSpPr>
        <p:grpSpPr>
          <a:xfrm>
            <a:off x="367884" y="664977"/>
            <a:ext cx="2803020" cy="2426724"/>
            <a:chOff x="367884" y="664977"/>
            <a:chExt cx="2803020" cy="2426724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BE06868B-9F57-43F0-90A4-7D89C463460A}"/>
                </a:ext>
              </a:extLst>
            </p:cNvPr>
            <p:cNvSpPr/>
            <p:nvPr/>
          </p:nvSpPr>
          <p:spPr>
            <a:xfrm>
              <a:off x="685962" y="798368"/>
              <a:ext cx="2160000" cy="216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60F279F0-CDF4-4E42-AD43-2E601B5C3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884" y="664977"/>
              <a:ext cx="2803020" cy="2426724"/>
            </a:xfrm>
            <a:prstGeom prst="rect">
              <a:avLst/>
            </a:prstGeom>
            <a:ln w="38100">
              <a:noFill/>
            </a:ln>
          </p:spPr>
        </p:pic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CDB140A-30AB-49E9-85ED-B60FC1FC009A}"/>
              </a:ext>
            </a:extLst>
          </p:cNvPr>
          <p:cNvGrpSpPr/>
          <p:nvPr/>
        </p:nvGrpSpPr>
        <p:grpSpPr>
          <a:xfrm>
            <a:off x="7081465" y="798368"/>
            <a:ext cx="2160000" cy="2160000"/>
            <a:chOff x="7081465" y="798368"/>
            <a:chExt cx="2160000" cy="2160000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D85837BD-E550-4963-8F02-E1172E959F42}"/>
                </a:ext>
              </a:extLst>
            </p:cNvPr>
            <p:cNvSpPr/>
            <p:nvPr/>
          </p:nvSpPr>
          <p:spPr>
            <a:xfrm>
              <a:off x="7081465" y="798368"/>
              <a:ext cx="2160000" cy="216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: 図形 141">
              <a:extLst>
                <a:ext uri="{FF2B5EF4-FFF2-40B4-BE49-F238E27FC236}">
                  <a16:creationId xmlns:a16="http://schemas.microsoft.com/office/drawing/2014/main" id="{51172F54-C758-4206-A1B4-1224CE670CC8}"/>
                </a:ext>
              </a:extLst>
            </p:cNvPr>
            <p:cNvSpPr/>
            <p:nvPr/>
          </p:nvSpPr>
          <p:spPr>
            <a:xfrm>
              <a:off x="7343279" y="1481243"/>
              <a:ext cx="1636372" cy="794189"/>
            </a:xfrm>
            <a:custGeom>
              <a:avLst/>
              <a:gdLst>
                <a:gd name="connsiteX0" fmla="*/ 1217353 w 1636372"/>
                <a:gd name="connsiteY0" fmla="*/ 174 h 794189"/>
                <a:gd name="connsiteX1" fmla="*/ 1305472 w 1636372"/>
                <a:gd name="connsiteY1" fmla="*/ 39591 h 794189"/>
                <a:gd name="connsiteX2" fmla="*/ 1263401 w 1636372"/>
                <a:gd name="connsiteY2" fmla="*/ 250069 h 794189"/>
                <a:gd name="connsiteX3" fmla="*/ 1248056 w 1636372"/>
                <a:gd name="connsiteY3" fmla="*/ 265120 h 794189"/>
                <a:gd name="connsiteX4" fmla="*/ 1407759 w 1636372"/>
                <a:gd name="connsiteY4" fmla="*/ 265120 h 794189"/>
                <a:gd name="connsiteX5" fmla="*/ 1636372 w 1636372"/>
                <a:gd name="connsiteY5" fmla="*/ 417488 h 794189"/>
                <a:gd name="connsiteX6" fmla="*/ 1407759 w 1636372"/>
                <a:gd name="connsiteY6" fmla="*/ 569856 h 794189"/>
                <a:gd name="connsiteX7" fmla="*/ 1311462 w 1636372"/>
                <a:gd name="connsiteY7" fmla="*/ 569856 h 794189"/>
                <a:gd name="connsiteX8" fmla="*/ 1301888 w 1636372"/>
                <a:gd name="connsiteY8" fmla="*/ 600698 h 794189"/>
                <a:gd name="connsiteX9" fmla="*/ 1009977 w 1636372"/>
                <a:gd name="connsiteY9" fmla="*/ 794189 h 794189"/>
                <a:gd name="connsiteX10" fmla="*/ 718066 w 1636372"/>
                <a:gd name="connsiteY10" fmla="*/ 600698 h 794189"/>
                <a:gd name="connsiteX11" fmla="*/ 711839 w 1636372"/>
                <a:gd name="connsiteY11" fmla="*/ 569856 h 794189"/>
                <a:gd name="connsiteX12" fmla="*/ 0 w 1636372"/>
                <a:gd name="connsiteY12" fmla="*/ 569856 h 794189"/>
                <a:gd name="connsiteX13" fmla="*/ 0 w 1636372"/>
                <a:gd name="connsiteY13" fmla="*/ 346486 h 794189"/>
                <a:gd name="connsiteX14" fmla="*/ 722180 w 1636372"/>
                <a:gd name="connsiteY14" fmla="*/ 346486 h 794189"/>
                <a:gd name="connsiteX15" fmla="*/ 747275 w 1636372"/>
                <a:gd name="connsiteY15" fmla="*/ 300252 h 794189"/>
                <a:gd name="connsiteX16" fmla="*/ 793362 w 1636372"/>
                <a:gd name="connsiteY16" fmla="*/ 247033 h 794189"/>
                <a:gd name="connsiteX17" fmla="*/ 792149 w 1636372"/>
                <a:gd name="connsiteY17" fmla="*/ 245471 h 794189"/>
                <a:gd name="connsiteX18" fmla="*/ 1002069 w 1636372"/>
                <a:gd name="connsiteY18" fmla="*/ 82372 h 794189"/>
                <a:gd name="connsiteX19" fmla="*/ 1217353 w 1636372"/>
                <a:gd name="connsiteY19" fmla="*/ 174 h 79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6372" h="794189">
                  <a:moveTo>
                    <a:pt x="1217353" y="174"/>
                  </a:moveTo>
                  <a:cubicBezTo>
                    <a:pt x="1254908" y="1791"/>
                    <a:pt x="1286111" y="14672"/>
                    <a:pt x="1305472" y="39591"/>
                  </a:cubicBezTo>
                  <a:cubicBezTo>
                    <a:pt x="1344195" y="89429"/>
                    <a:pt x="1324552" y="173265"/>
                    <a:pt x="1263401" y="250069"/>
                  </a:cubicBezTo>
                  <a:lnTo>
                    <a:pt x="1248056" y="265120"/>
                  </a:lnTo>
                  <a:lnTo>
                    <a:pt x="1407759" y="265120"/>
                  </a:lnTo>
                  <a:cubicBezTo>
                    <a:pt x="1534018" y="265120"/>
                    <a:pt x="1636372" y="333337"/>
                    <a:pt x="1636372" y="417488"/>
                  </a:cubicBezTo>
                  <a:cubicBezTo>
                    <a:pt x="1636372" y="501639"/>
                    <a:pt x="1534018" y="569856"/>
                    <a:pt x="1407759" y="569856"/>
                  </a:cubicBezTo>
                  <a:lnTo>
                    <a:pt x="1311462" y="569856"/>
                  </a:lnTo>
                  <a:lnTo>
                    <a:pt x="1301888" y="600698"/>
                  </a:lnTo>
                  <a:cubicBezTo>
                    <a:pt x="1253794" y="714405"/>
                    <a:pt x="1141203" y="794189"/>
                    <a:pt x="1009977" y="794189"/>
                  </a:cubicBezTo>
                  <a:cubicBezTo>
                    <a:pt x="878751" y="794189"/>
                    <a:pt x="766160" y="714405"/>
                    <a:pt x="718066" y="600698"/>
                  </a:cubicBezTo>
                  <a:lnTo>
                    <a:pt x="711839" y="569856"/>
                  </a:lnTo>
                  <a:lnTo>
                    <a:pt x="0" y="569856"/>
                  </a:lnTo>
                  <a:lnTo>
                    <a:pt x="0" y="346486"/>
                  </a:lnTo>
                  <a:lnTo>
                    <a:pt x="722180" y="346486"/>
                  </a:lnTo>
                  <a:lnTo>
                    <a:pt x="747275" y="300252"/>
                  </a:lnTo>
                  <a:lnTo>
                    <a:pt x="793362" y="247033"/>
                  </a:lnTo>
                  <a:lnTo>
                    <a:pt x="792149" y="245471"/>
                  </a:lnTo>
                  <a:lnTo>
                    <a:pt x="1002069" y="82372"/>
                  </a:lnTo>
                  <a:cubicBezTo>
                    <a:pt x="1074528" y="26073"/>
                    <a:pt x="1154762" y="-2521"/>
                    <a:pt x="1217353" y="174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6598055-F76E-450C-B588-5BD0D40EB339}"/>
              </a:ext>
            </a:extLst>
          </p:cNvPr>
          <p:cNvGrpSpPr/>
          <p:nvPr/>
        </p:nvGrpSpPr>
        <p:grpSpPr>
          <a:xfrm>
            <a:off x="3883713" y="798368"/>
            <a:ext cx="2160000" cy="2160000"/>
            <a:chOff x="3883713" y="798368"/>
            <a:chExt cx="2160000" cy="2160000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1894427B-B1D8-4AAB-B583-1D199AB8E5F5}"/>
                </a:ext>
              </a:extLst>
            </p:cNvPr>
            <p:cNvSpPr/>
            <p:nvPr/>
          </p:nvSpPr>
          <p:spPr>
            <a:xfrm>
              <a:off x="3883713" y="798368"/>
              <a:ext cx="2160000" cy="21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8BC582C4-8018-4522-AAE5-DBA39082921A}"/>
                </a:ext>
              </a:extLst>
            </p:cNvPr>
            <p:cNvGrpSpPr/>
            <p:nvPr/>
          </p:nvGrpSpPr>
          <p:grpSpPr>
            <a:xfrm>
              <a:off x="4075353" y="1502041"/>
              <a:ext cx="1776720" cy="756000"/>
              <a:chOff x="-1973432" y="4553495"/>
              <a:chExt cx="1776720" cy="756000"/>
            </a:xfrm>
          </p:grpSpPr>
          <p:sp>
            <p:nvSpPr>
              <p:cNvPr id="154" name="フリーフォーム: 図形 153">
                <a:extLst>
                  <a:ext uri="{FF2B5EF4-FFF2-40B4-BE49-F238E27FC236}">
                    <a16:creationId xmlns:a16="http://schemas.microsoft.com/office/drawing/2014/main" id="{711B4D1F-5385-4234-B138-8B106AF38E5B}"/>
                  </a:ext>
                </a:extLst>
              </p:cNvPr>
              <p:cNvSpPr/>
              <p:nvPr/>
            </p:nvSpPr>
            <p:spPr>
              <a:xfrm>
                <a:off x="-1973432" y="4553495"/>
                <a:ext cx="1776720" cy="756000"/>
              </a:xfrm>
              <a:custGeom>
                <a:avLst/>
                <a:gdLst>
                  <a:gd name="connsiteX0" fmla="*/ 378000 w 1776720"/>
                  <a:gd name="connsiteY0" fmla="*/ 0 h 756000"/>
                  <a:gd name="connsiteX1" fmla="*/ 726295 w 1776720"/>
                  <a:gd name="connsiteY1" fmla="*/ 230865 h 756000"/>
                  <a:gd name="connsiteX2" fmla="*/ 730615 w 1776720"/>
                  <a:gd name="connsiteY2" fmla="*/ 252262 h 756000"/>
                  <a:gd name="connsiteX3" fmla="*/ 1672608 w 1776720"/>
                  <a:gd name="connsiteY3" fmla="*/ 252262 h 756000"/>
                  <a:gd name="connsiteX4" fmla="*/ 1776720 w 1776720"/>
                  <a:gd name="connsiteY4" fmla="*/ 429752 h 756000"/>
                  <a:gd name="connsiteX5" fmla="*/ 1672608 w 1776720"/>
                  <a:gd name="connsiteY5" fmla="*/ 607241 h 756000"/>
                  <a:gd name="connsiteX6" fmla="*/ 676677 w 1776720"/>
                  <a:gd name="connsiteY6" fmla="*/ 607241 h 756000"/>
                  <a:gd name="connsiteX7" fmla="*/ 645287 w 1776720"/>
                  <a:gd name="connsiteY7" fmla="*/ 645287 h 756000"/>
                  <a:gd name="connsiteX8" fmla="*/ 378000 w 1776720"/>
                  <a:gd name="connsiteY8" fmla="*/ 756000 h 756000"/>
                  <a:gd name="connsiteX9" fmla="*/ 0 w 1776720"/>
                  <a:gd name="connsiteY9" fmla="*/ 378000 h 756000"/>
                  <a:gd name="connsiteX10" fmla="*/ 378000 w 1776720"/>
                  <a:gd name="connsiteY10" fmla="*/ 0 h 75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76720" h="756000">
                    <a:moveTo>
                      <a:pt x="378000" y="0"/>
                    </a:moveTo>
                    <a:cubicBezTo>
                      <a:pt x="534573" y="0"/>
                      <a:pt x="668912" y="95196"/>
                      <a:pt x="726295" y="230865"/>
                    </a:cubicBezTo>
                    <a:lnTo>
                      <a:pt x="730615" y="252262"/>
                    </a:lnTo>
                    <a:lnTo>
                      <a:pt x="1672608" y="252262"/>
                    </a:lnTo>
                    <a:lnTo>
                      <a:pt x="1776720" y="429752"/>
                    </a:lnTo>
                    <a:lnTo>
                      <a:pt x="1672608" y="607241"/>
                    </a:lnTo>
                    <a:lnTo>
                      <a:pt x="676677" y="607241"/>
                    </a:lnTo>
                    <a:lnTo>
                      <a:pt x="645287" y="645287"/>
                    </a:lnTo>
                    <a:cubicBezTo>
                      <a:pt x="576882" y="713691"/>
                      <a:pt x="482382" y="756000"/>
                      <a:pt x="378000" y="756000"/>
                    </a:cubicBezTo>
                    <a:cubicBezTo>
                      <a:pt x="169236" y="756000"/>
                      <a:pt x="0" y="586764"/>
                      <a:pt x="0" y="378000"/>
                    </a:cubicBezTo>
                    <a:cubicBezTo>
                      <a:pt x="0" y="169236"/>
                      <a:pt x="169236" y="0"/>
                      <a:pt x="3780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6" name="楕円 145">
                <a:extLst>
                  <a:ext uri="{FF2B5EF4-FFF2-40B4-BE49-F238E27FC236}">
                    <a16:creationId xmlns:a16="http://schemas.microsoft.com/office/drawing/2014/main" id="{C146D655-8557-4B81-B999-890A6A01CBB0}"/>
                  </a:ext>
                </a:extLst>
              </p:cNvPr>
              <p:cNvSpPr/>
              <p:nvPr/>
            </p:nvSpPr>
            <p:spPr>
              <a:xfrm>
                <a:off x="-1888058" y="4828061"/>
                <a:ext cx="206868" cy="206868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5" name="フリーフォーム: 図形 154">
                <a:extLst>
                  <a:ext uri="{FF2B5EF4-FFF2-40B4-BE49-F238E27FC236}">
                    <a16:creationId xmlns:a16="http://schemas.microsoft.com/office/drawing/2014/main" id="{63C93BB4-7DC3-4335-9745-4B36E7762A40}"/>
                  </a:ext>
                </a:extLst>
              </p:cNvPr>
              <p:cNvSpPr/>
              <p:nvPr/>
            </p:nvSpPr>
            <p:spPr>
              <a:xfrm rot="16200000">
                <a:off x="-819763" y="4716914"/>
                <a:ext cx="187005" cy="729221"/>
              </a:xfrm>
              <a:custGeom>
                <a:avLst/>
                <a:gdLst>
                  <a:gd name="connsiteX0" fmla="*/ 187005 w 187005"/>
                  <a:gd name="connsiteY0" fmla="*/ 499279 h 729221"/>
                  <a:gd name="connsiteX1" fmla="*/ 102910 w 187005"/>
                  <a:gd name="connsiteY1" fmla="*/ 584970 h 729221"/>
                  <a:gd name="connsiteX2" fmla="*/ 138510 w 187005"/>
                  <a:gd name="connsiteY2" fmla="*/ 633946 h 729221"/>
                  <a:gd name="connsiteX3" fmla="*/ 69256 w 187005"/>
                  <a:gd name="connsiteY3" fmla="*/ 729221 h 729221"/>
                  <a:gd name="connsiteX4" fmla="*/ 0 w 187005"/>
                  <a:gd name="connsiteY4" fmla="*/ 729221 h 729221"/>
                  <a:gd name="connsiteX5" fmla="*/ 0 w 187005"/>
                  <a:gd name="connsiteY5" fmla="*/ 538671 h 729221"/>
                  <a:gd name="connsiteX6" fmla="*/ 3 w 187005"/>
                  <a:gd name="connsiteY6" fmla="*/ 538671 h 729221"/>
                  <a:gd name="connsiteX7" fmla="*/ 3 w 187005"/>
                  <a:gd name="connsiteY7" fmla="*/ 404004 h 729221"/>
                  <a:gd name="connsiteX8" fmla="*/ 4 w 187005"/>
                  <a:gd name="connsiteY8" fmla="*/ 404004 h 729221"/>
                  <a:gd name="connsiteX9" fmla="*/ 4 w 187005"/>
                  <a:gd name="connsiteY9" fmla="*/ 325220 h 729221"/>
                  <a:gd name="connsiteX10" fmla="*/ 2 w 187005"/>
                  <a:gd name="connsiteY10" fmla="*/ 325220 h 729221"/>
                  <a:gd name="connsiteX11" fmla="*/ 2 w 187005"/>
                  <a:gd name="connsiteY11" fmla="*/ 134668 h 729221"/>
                  <a:gd name="connsiteX12" fmla="*/ 3 w 187005"/>
                  <a:gd name="connsiteY12" fmla="*/ 134668 h 729221"/>
                  <a:gd name="connsiteX13" fmla="*/ 3 w 187005"/>
                  <a:gd name="connsiteY13" fmla="*/ 0 h 729221"/>
                  <a:gd name="connsiteX14" fmla="*/ 78162 w 187005"/>
                  <a:gd name="connsiteY14" fmla="*/ 0 h 729221"/>
                  <a:gd name="connsiteX15" fmla="*/ 156321 w 187005"/>
                  <a:gd name="connsiteY15" fmla="*/ 95276 h 729221"/>
                  <a:gd name="connsiteX16" fmla="*/ 107495 w 187005"/>
                  <a:gd name="connsiteY16" fmla="*/ 154795 h 729221"/>
                  <a:gd name="connsiteX17" fmla="*/ 177492 w 187005"/>
                  <a:gd name="connsiteY17" fmla="*/ 229944 h 729221"/>
                  <a:gd name="connsiteX18" fmla="*/ 114775 w 187005"/>
                  <a:gd name="connsiteY18" fmla="*/ 297277 h 729221"/>
                  <a:gd name="connsiteX19" fmla="*/ 177493 w 187005"/>
                  <a:gd name="connsiteY19" fmla="*/ 364612 h 729221"/>
                  <a:gd name="connsiteX20" fmla="*/ 117770 w 187005"/>
                  <a:gd name="connsiteY20" fmla="*/ 428730 h 729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7005" h="729221">
                    <a:moveTo>
                      <a:pt x="187005" y="499279"/>
                    </a:moveTo>
                    <a:lnTo>
                      <a:pt x="102910" y="584970"/>
                    </a:lnTo>
                    <a:lnTo>
                      <a:pt x="138510" y="633946"/>
                    </a:lnTo>
                    <a:lnTo>
                      <a:pt x="69256" y="729221"/>
                    </a:lnTo>
                    <a:lnTo>
                      <a:pt x="0" y="729221"/>
                    </a:lnTo>
                    <a:lnTo>
                      <a:pt x="0" y="538671"/>
                    </a:lnTo>
                    <a:lnTo>
                      <a:pt x="3" y="538671"/>
                    </a:lnTo>
                    <a:lnTo>
                      <a:pt x="3" y="404004"/>
                    </a:lnTo>
                    <a:lnTo>
                      <a:pt x="4" y="404004"/>
                    </a:lnTo>
                    <a:lnTo>
                      <a:pt x="4" y="325220"/>
                    </a:lnTo>
                    <a:lnTo>
                      <a:pt x="2" y="325220"/>
                    </a:lnTo>
                    <a:lnTo>
                      <a:pt x="2" y="134668"/>
                    </a:lnTo>
                    <a:lnTo>
                      <a:pt x="3" y="134668"/>
                    </a:lnTo>
                    <a:lnTo>
                      <a:pt x="3" y="0"/>
                    </a:lnTo>
                    <a:lnTo>
                      <a:pt x="78162" y="0"/>
                    </a:lnTo>
                    <a:lnTo>
                      <a:pt x="156321" y="95276"/>
                    </a:lnTo>
                    <a:lnTo>
                      <a:pt x="107495" y="154795"/>
                    </a:lnTo>
                    <a:lnTo>
                      <a:pt x="177492" y="229944"/>
                    </a:lnTo>
                    <a:lnTo>
                      <a:pt x="114775" y="297277"/>
                    </a:lnTo>
                    <a:lnTo>
                      <a:pt x="177493" y="364612"/>
                    </a:lnTo>
                    <a:lnTo>
                      <a:pt x="117770" y="42873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401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474</TotalTime>
  <Words>1</Words>
  <Application>Microsoft Office PowerPoint</Application>
  <PresentationFormat>A4 210 x 297 mm</PresentationFormat>
  <Paragraphs>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ＭＳ ゴシック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62</cp:revision>
  <dcterms:created xsi:type="dcterms:W3CDTF">2017-11-09T07:26:57Z</dcterms:created>
  <dcterms:modified xsi:type="dcterms:W3CDTF">2018-03-14T11:23:11Z</dcterms:modified>
</cp:coreProperties>
</file>