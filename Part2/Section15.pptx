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6" r:id="rId3"/>
    <p:sldId id="257" r:id="rId4"/>
    <p:sldId id="259" r:id="rId5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6" autoAdjust="0"/>
    <p:restoredTop sz="95373" autoAdjust="0"/>
  </p:normalViewPr>
  <p:slideViewPr>
    <p:cSldViewPr snapToGrid="0">
      <p:cViewPr varScale="1">
        <p:scale>
          <a:sx n="116" d="100"/>
          <a:sy n="116" d="100"/>
        </p:scale>
        <p:origin x="116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4">
  <dgm:title val=""/>
  <dgm:desc val=""/>
  <dgm:catLst>
    <dgm:cat type="accent5" pri="11400"/>
  </dgm:catLst>
  <dgm:styleLbl name="node0">
    <dgm:fillClrLst meth="cycle">
      <a:schemeClr val="accent5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5">
        <a:shade val="50000"/>
      </a:schemeClr>
      <a:schemeClr val="accent5">
        <a:tint val="55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5">
        <a:shade val="80000"/>
        <a:alpha val="50000"/>
      </a:schemeClr>
      <a:schemeClr val="accent5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55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4">
  <dgm:title val=""/>
  <dgm:desc val=""/>
  <dgm:catLst>
    <dgm:cat type="accent5" pri="11400"/>
  </dgm:catLst>
  <dgm:styleLbl name="node0">
    <dgm:fillClrLst meth="cycle">
      <a:schemeClr val="accent5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5">
        <a:shade val="50000"/>
      </a:schemeClr>
      <a:schemeClr val="accent5">
        <a:tint val="55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5">
        <a:shade val="80000"/>
        <a:alpha val="50000"/>
      </a:schemeClr>
      <a:schemeClr val="accent5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55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D551EF-E0CA-460D-8E05-E56758CF9463}" type="doc">
      <dgm:prSet loTypeId="urn:microsoft.com/office/officeart/2005/8/layout/venn1" loCatId="relationship" qsTypeId="urn:microsoft.com/office/officeart/2005/8/quickstyle/simple3" qsCatId="simple" csTypeId="urn:microsoft.com/office/officeart/2005/8/colors/accent5_4" csCatId="accent5" phldr="1"/>
      <dgm:spPr/>
    </dgm:pt>
    <dgm:pt modelId="{CB3D7CA0-C00F-49FC-84FB-910332AC23EB}">
      <dgm:prSet phldrT="[テキスト]" custT="1"/>
      <dgm:spPr>
        <a:solidFill>
          <a:schemeClr val="accent2">
            <a:lumMod val="20000"/>
            <a:lumOff val="80000"/>
            <a:alpha val="30000"/>
          </a:schemeClr>
        </a:solidFill>
        <a:ln>
          <a:solidFill>
            <a:schemeClr val="accent2"/>
          </a:solidFill>
        </a:ln>
      </dgm:spPr>
      <dgm:t>
        <a:bodyPr/>
        <a:lstStyle/>
        <a:p>
          <a:r>
            <a:rPr lang="ja-JP" altLang="en-US" sz="12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rPr>
            <a:t>Creation</a:t>
          </a:r>
          <a:r>
            <a:rPr lang="en-US" altLang="ja-JP" sz="140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rPr>
            <a:t/>
          </a:r>
          <a:br>
            <a:rPr lang="en-US" altLang="ja-JP" sz="140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rPr>
          </a:br>
          <a:r>
            <a:rPr lang="zh-TW" altLang="en-US" sz="1400" smtClean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rPr>
            <a:t>（創造）</a:t>
          </a:r>
          <a:endParaRPr kumimoji="1" lang="ja-JP" altLang="en-US" sz="1400" dirty="0">
            <a:latin typeface="微軟正黑體" panose="020B0604030504040204" pitchFamily="34" charset="-12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769E33D7-7542-4FF2-B056-1FFAC357AFA4}" type="parTrans" cxnId="{4F43F5C8-C38B-444F-961F-9E1A5FBC081F}">
      <dgm:prSet/>
      <dgm:spPr/>
      <dgm:t>
        <a:bodyPr/>
        <a:lstStyle/>
        <a:p>
          <a:endParaRPr kumimoji="1" lang="ja-JP" altLang="en-US" sz="1400"/>
        </a:p>
      </dgm:t>
    </dgm:pt>
    <dgm:pt modelId="{1B37E15D-2061-418E-9E48-CA6CE49F8300}" type="sibTrans" cxnId="{4F43F5C8-C38B-444F-961F-9E1A5FBC081F}">
      <dgm:prSet/>
      <dgm:spPr/>
      <dgm:t>
        <a:bodyPr/>
        <a:lstStyle/>
        <a:p>
          <a:endParaRPr kumimoji="1" lang="ja-JP" altLang="en-US" sz="1400"/>
        </a:p>
      </dgm:t>
    </dgm:pt>
    <dgm:pt modelId="{A1281785-667E-4602-87AA-484709AEA037}">
      <dgm:prSet custT="1"/>
      <dgm:spPr>
        <a:solidFill>
          <a:schemeClr val="accent2">
            <a:lumMod val="40000"/>
            <a:lumOff val="60000"/>
            <a:alpha val="30000"/>
          </a:schemeClr>
        </a:solidFill>
        <a:ln>
          <a:solidFill>
            <a:schemeClr val="accent2"/>
          </a:solidFill>
        </a:ln>
      </dgm:spPr>
      <dgm:t>
        <a:bodyPr/>
        <a:lstStyle/>
        <a:p>
          <a:r>
            <a:rPr lang="ja-JP" altLang="en-US" sz="12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rPr>
            <a:t>Conversation</a:t>
          </a:r>
          <a:r>
            <a:rPr lang="en-US" altLang="ja-JP" sz="140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rPr>
            <a:t/>
          </a:r>
          <a:br>
            <a:rPr lang="en-US" altLang="ja-JP" sz="140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rPr>
          </a:br>
          <a:r>
            <a:rPr lang="zh-TW" altLang="en-US" sz="1400" smtClean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rPr>
            <a:t>（對話）</a:t>
          </a:r>
          <a:endParaRPr lang="ja-JP" altLang="en-US" sz="1400" dirty="0">
            <a:latin typeface="微軟正黑體" panose="020B0604030504040204" pitchFamily="34" charset="-12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47EE34C4-39B7-485F-BA03-69FADBB6FA5C}" type="parTrans" cxnId="{DC844C86-0EF1-4B59-BD1E-F6EA434C9FD0}">
      <dgm:prSet/>
      <dgm:spPr/>
      <dgm:t>
        <a:bodyPr/>
        <a:lstStyle/>
        <a:p>
          <a:endParaRPr kumimoji="1" lang="ja-JP" altLang="en-US" sz="1400"/>
        </a:p>
      </dgm:t>
    </dgm:pt>
    <dgm:pt modelId="{C1245BB7-9B3E-4C41-BBCF-0AAC973AFEF8}" type="sibTrans" cxnId="{DC844C86-0EF1-4B59-BD1E-F6EA434C9FD0}">
      <dgm:prSet/>
      <dgm:spPr/>
      <dgm:t>
        <a:bodyPr/>
        <a:lstStyle/>
        <a:p>
          <a:endParaRPr kumimoji="1" lang="ja-JP" altLang="en-US" sz="1400"/>
        </a:p>
      </dgm:t>
    </dgm:pt>
    <dgm:pt modelId="{CF257F40-0B9F-4A3E-9874-B312D4A2D9E4}">
      <dgm:prSet custT="1"/>
      <dgm:spPr>
        <a:solidFill>
          <a:schemeClr val="accent2">
            <a:lumMod val="60000"/>
            <a:lumOff val="40000"/>
            <a:alpha val="30000"/>
          </a:schemeClr>
        </a:solidFill>
        <a:ln>
          <a:solidFill>
            <a:schemeClr val="accent2"/>
          </a:solidFill>
        </a:ln>
      </dgm:spPr>
      <dgm:t>
        <a:bodyPr/>
        <a:lstStyle/>
        <a:p>
          <a:r>
            <a:rPr lang="ja-JP" altLang="en-US" sz="12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rPr>
            <a:t>Confidence</a:t>
          </a:r>
          <a:r>
            <a:rPr lang="en-US" altLang="ja-JP" sz="140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rPr>
            <a:t/>
          </a:r>
          <a:br>
            <a:rPr lang="en-US" altLang="ja-JP" sz="140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rPr>
          </a:br>
          <a:r>
            <a:rPr lang="zh-TW" altLang="en-US" sz="1400" smtClean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rPr>
            <a:t>（信賴）</a:t>
          </a:r>
          <a:endParaRPr lang="ja-JP" altLang="en-US" sz="1400" dirty="0">
            <a:latin typeface="微軟正黑體" panose="020B0604030504040204" pitchFamily="34" charset="-120"/>
            <a:ea typeface="微軟正黑體" panose="020B0604030504040204" pitchFamily="34" charset="-120"/>
            <a:cs typeface="Times New Roman" panose="02020603050405020304" pitchFamily="18" charset="0"/>
          </a:endParaRPr>
        </a:p>
      </dgm:t>
    </dgm:pt>
    <dgm:pt modelId="{9D385D01-D6A5-4908-9C2B-1E7C82ED52A8}" type="parTrans" cxnId="{6AF2A64A-BCF9-41D0-A73E-8F4289D96D59}">
      <dgm:prSet/>
      <dgm:spPr/>
      <dgm:t>
        <a:bodyPr/>
        <a:lstStyle/>
        <a:p>
          <a:endParaRPr kumimoji="1" lang="ja-JP" altLang="en-US"/>
        </a:p>
      </dgm:t>
    </dgm:pt>
    <dgm:pt modelId="{3B120B48-6E92-480D-8868-8D7BAEA51BF5}" type="sibTrans" cxnId="{6AF2A64A-BCF9-41D0-A73E-8F4289D96D59}">
      <dgm:prSet/>
      <dgm:spPr/>
      <dgm:t>
        <a:bodyPr/>
        <a:lstStyle/>
        <a:p>
          <a:endParaRPr kumimoji="1" lang="ja-JP" altLang="en-US"/>
        </a:p>
      </dgm:t>
    </dgm:pt>
    <dgm:pt modelId="{FD8C89CE-D476-45EE-AFB8-9267C1FC8F56}" type="pres">
      <dgm:prSet presAssocID="{49D551EF-E0CA-460D-8E05-E56758CF9463}" presName="compositeShape" presStyleCnt="0">
        <dgm:presLayoutVars>
          <dgm:chMax val="7"/>
          <dgm:dir/>
          <dgm:resizeHandles val="exact"/>
        </dgm:presLayoutVars>
      </dgm:prSet>
      <dgm:spPr/>
    </dgm:pt>
    <dgm:pt modelId="{830E0322-F4F5-40AD-AD3E-C7CBC71A4C47}" type="pres">
      <dgm:prSet presAssocID="{CB3D7CA0-C00F-49FC-84FB-910332AC23EB}" presName="circ1" presStyleLbl="vennNode1" presStyleIdx="0" presStyleCnt="3"/>
      <dgm:spPr/>
      <dgm:t>
        <a:bodyPr/>
        <a:lstStyle/>
        <a:p>
          <a:endParaRPr lang="zh-TW" altLang="en-US"/>
        </a:p>
      </dgm:t>
    </dgm:pt>
    <dgm:pt modelId="{5E3FDEAA-004A-4D2A-8C06-8F33000F5C28}" type="pres">
      <dgm:prSet presAssocID="{CB3D7CA0-C00F-49FC-84FB-910332AC23EB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64FC0007-43F2-410C-96D0-1B9B2AE3F459}" type="pres">
      <dgm:prSet presAssocID="{A1281785-667E-4602-87AA-484709AEA037}" presName="circ2" presStyleLbl="vennNode1" presStyleIdx="1" presStyleCnt="3"/>
      <dgm:spPr/>
      <dgm:t>
        <a:bodyPr/>
        <a:lstStyle/>
        <a:p>
          <a:endParaRPr lang="zh-TW" altLang="en-US"/>
        </a:p>
      </dgm:t>
    </dgm:pt>
    <dgm:pt modelId="{92D362BC-D804-455A-A18C-3E5F69C6647C}" type="pres">
      <dgm:prSet presAssocID="{A1281785-667E-4602-87AA-484709AEA037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D75EB91A-555F-459D-9712-70F711CAD54B}" type="pres">
      <dgm:prSet presAssocID="{CF257F40-0B9F-4A3E-9874-B312D4A2D9E4}" presName="circ3" presStyleLbl="vennNode1" presStyleIdx="2" presStyleCnt="3"/>
      <dgm:spPr/>
      <dgm:t>
        <a:bodyPr/>
        <a:lstStyle/>
        <a:p>
          <a:endParaRPr lang="zh-TW" altLang="en-US"/>
        </a:p>
      </dgm:t>
    </dgm:pt>
    <dgm:pt modelId="{7A53004D-FF05-47D7-A8E7-8E01C8EE67F5}" type="pres">
      <dgm:prSet presAssocID="{CF257F40-0B9F-4A3E-9874-B312D4A2D9E4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DC844C86-0EF1-4B59-BD1E-F6EA434C9FD0}" srcId="{49D551EF-E0CA-460D-8E05-E56758CF9463}" destId="{A1281785-667E-4602-87AA-484709AEA037}" srcOrd="1" destOrd="0" parTransId="{47EE34C4-39B7-485F-BA03-69FADBB6FA5C}" sibTransId="{C1245BB7-9B3E-4C41-BBCF-0AAC973AFEF8}"/>
    <dgm:cxn modelId="{35BDDA9B-C56F-4C34-A14B-3D45A9310B53}" type="presOf" srcId="{A1281785-667E-4602-87AA-484709AEA037}" destId="{92D362BC-D804-455A-A18C-3E5F69C6647C}" srcOrd="1" destOrd="0" presId="urn:microsoft.com/office/officeart/2005/8/layout/venn1"/>
    <dgm:cxn modelId="{FDBA30A7-C4F6-41CD-9BAD-3F2B506263AF}" type="presOf" srcId="{A1281785-667E-4602-87AA-484709AEA037}" destId="{64FC0007-43F2-410C-96D0-1B9B2AE3F459}" srcOrd="0" destOrd="0" presId="urn:microsoft.com/office/officeart/2005/8/layout/venn1"/>
    <dgm:cxn modelId="{A0F06A9D-D853-42D1-AB34-879D17C615C0}" type="presOf" srcId="{CF257F40-0B9F-4A3E-9874-B312D4A2D9E4}" destId="{7A53004D-FF05-47D7-A8E7-8E01C8EE67F5}" srcOrd="1" destOrd="0" presId="urn:microsoft.com/office/officeart/2005/8/layout/venn1"/>
    <dgm:cxn modelId="{34F5ED23-2441-4410-8611-4D985B3942B9}" type="presOf" srcId="{CB3D7CA0-C00F-49FC-84FB-910332AC23EB}" destId="{830E0322-F4F5-40AD-AD3E-C7CBC71A4C47}" srcOrd="1" destOrd="0" presId="urn:microsoft.com/office/officeart/2005/8/layout/venn1"/>
    <dgm:cxn modelId="{C24E0405-76EE-4B30-8ECC-FD2A80E65946}" type="presOf" srcId="{CF257F40-0B9F-4A3E-9874-B312D4A2D9E4}" destId="{D75EB91A-555F-459D-9712-70F711CAD54B}" srcOrd="0" destOrd="0" presId="urn:microsoft.com/office/officeart/2005/8/layout/venn1"/>
    <dgm:cxn modelId="{11F999F8-24E0-44F8-990E-C946C80C0D86}" type="presOf" srcId="{49D551EF-E0CA-460D-8E05-E56758CF9463}" destId="{FD8C89CE-D476-45EE-AFB8-9267C1FC8F56}" srcOrd="0" destOrd="0" presId="urn:microsoft.com/office/officeart/2005/8/layout/venn1"/>
    <dgm:cxn modelId="{6AF2A64A-BCF9-41D0-A73E-8F4289D96D59}" srcId="{49D551EF-E0CA-460D-8E05-E56758CF9463}" destId="{CF257F40-0B9F-4A3E-9874-B312D4A2D9E4}" srcOrd="2" destOrd="0" parTransId="{9D385D01-D6A5-4908-9C2B-1E7C82ED52A8}" sibTransId="{3B120B48-6E92-480D-8868-8D7BAEA51BF5}"/>
    <dgm:cxn modelId="{48EC5C69-85AF-4970-A189-B10F23A244A8}" type="presOf" srcId="{CB3D7CA0-C00F-49FC-84FB-910332AC23EB}" destId="{5E3FDEAA-004A-4D2A-8C06-8F33000F5C28}" srcOrd="0" destOrd="0" presId="urn:microsoft.com/office/officeart/2005/8/layout/venn1"/>
    <dgm:cxn modelId="{4F43F5C8-C38B-444F-961F-9E1A5FBC081F}" srcId="{49D551EF-E0CA-460D-8E05-E56758CF9463}" destId="{CB3D7CA0-C00F-49FC-84FB-910332AC23EB}" srcOrd="0" destOrd="0" parTransId="{769E33D7-7542-4FF2-B056-1FFAC357AFA4}" sibTransId="{1B37E15D-2061-418E-9E48-CA6CE49F8300}"/>
    <dgm:cxn modelId="{0DE634F1-6785-42E0-8034-5A7C84D8C649}" type="presParOf" srcId="{FD8C89CE-D476-45EE-AFB8-9267C1FC8F56}" destId="{830E0322-F4F5-40AD-AD3E-C7CBC71A4C47}" srcOrd="0" destOrd="0" presId="urn:microsoft.com/office/officeart/2005/8/layout/venn1"/>
    <dgm:cxn modelId="{1F386ECB-53DE-426D-B8A7-A434E1F0A8FB}" type="presParOf" srcId="{FD8C89CE-D476-45EE-AFB8-9267C1FC8F56}" destId="{5E3FDEAA-004A-4D2A-8C06-8F33000F5C28}" srcOrd="1" destOrd="0" presId="urn:microsoft.com/office/officeart/2005/8/layout/venn1"/>
    <dgm:cxn modelId="{36665495-E82F-4702-9A7E-35A01777055C}" type="presParOf" srcId="{FD8C89CE-D476-45EE-AFB8-9267C1FC8F56}" destId="{64FC0007-43F2-410C-96D0-1B9B2AE3F459}" srcOrd="2" destOrd="0" presId="urn:microsoft.com/office/officeart/2005/8/layout/venn1"/>
    <dgm:cxn modelId="{69A5C7EA-290B-4263-A158-5F6918E7A1AB}" type="presParOf" srcId="{FD8C89CE-D476-45EE-AFB8-9267C1FC8F56}" destId="{92D362BC-D804-455A-A18C-3E5F69C6647C}" srcOrd="3" destOrd="0" presId="urn:microsoft.com/office/officeart/2005/8/layout/venn1"/>
    <dgm:cxn modelId="{8E017171-B388-4ABF-988A-5AEB5526B3A6}" type="presParOf" srcId="{FD8C89CE-D476-45EE-AFB8-9267C1FC8F56}" destId="{D75EB91A-555F-459D-9712-70F711CAD54B}" srcOrd="4" destOrd="0" presId="urn:microsoft.com/office/officeart/2005/8/layout/venn1"/>
    <dgm:cxn modelId="{788720E9-060B-4E76-AEA5-F8261F880615}" type="presParOf" srcId="{FD8C89CE-D476-45EE-AFB8-9267C1FC8F56}" destId="{7A53004D-FF05-47D7-A8E7-8E01C8EE67F5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9D551EF-E0CA-460D-8E05-E56758CF9463}" type="doc">
      <dgm:prSet loTypeId="urn:microsoft.com/office/officeart/2005/8/layout/equation2" loCatId="relationship" qsTypeId="urn:microsoft.com/office/officeart/2005/8/quickstyle/simple3" qsCatId="simple" csTypeId="urn:microsoft.com/office/officeart/2005/8/colors/accent2_3" csCatId="accent2" phldr="1"/>
      <dgm:spPr/>
    </dgm:pt>
    <dgm:pt modelId="{CB3D7CA0-C00F-49FC-84FB-910332AC23EB}">
      <dgm:prSet phldrT="[テキスト]" custT="1"/>
      <dgm:spPr>
        <a:solidFill>
          <a:srgbClr val="BD582C">
            <a:lumMod val="20000"/>
            <a:lumOff val="80000"/>
            <a:alpha val="30000"/>
          </a:srgbClr>
        </a:solidFill>
        <a:ln>
          <a:solidFill>
            <a:srgbClr val="BD582C"/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 spcFirstLastPara="0" vert="horz" wrap="square" lIns="0" tIns="0" rIns="0" bIns="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400" kern="120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設計力</a:t>
          </a:r>
          <a:endParaRPr lang="en-US" altLang="ja-JP" sz="140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微軟正黑體" panose="020B0604030504040204" pitchFamily="34" charset="-120"/>
            <a:ea typeface="微軟正黑體" panose="020B0604030504040204" pitchFamily="34" charset="-120"/>
            <a:cs typeface="+mn-cs"/>
          </a:endParaRPr>
        </a:p>
      </dgm:t>
    </dgm:pt>
    <dgm:pt modelId="{769E33D7-7542-4FF2-B056-1FFAC357AFA4}" type="parTrans" cxnId="{4F43F5C8-C38B-444F-961F-9E1A5FBC081F}">
      <dgm:prSet/>
      <dgm:spPr/>
      <dgm:t>
        <a:bodyPr/>
        <a:lstStyle/>
        <a:p>
          <a:endParaRPr kumimoji="1" lang="ja-JP" altLang="en-US" sz="1400"/>
        </a:p>
      </dgm:t>
    </dgm:pt>
    <dgm:pt modelId="{1B37E15D-2061-418E-9E48-CA6CE49F8300}" type="sibTrans" cxnId="{4F43F5C8-C38B-444F-961F-9E1A5FBC081F}">
      <dgm:prSet/>
      <dgm:spPr/>
      <dgm:t>
        <a:bodyPr/>
        <a:lstStyle/>
        <a:p>
          <a:endParaRPr kumimoji="1" lang="ja-JP" altLang="en-US" sz="1400"/>
        </a:p>
      </dgm:t>
    </dgm:pt>
    <dgm:pt modelId="{A1281785-667E-4602-87AA-484709AEA037}">
      <dgm:prSet custT="1"/>
      <dgm:spPr>
        <a:solidFill>
          <a:srgbClr val="BD582C">
            <a:lumMod val="20000"/>
            <a:lumOff val="80000"/>
            <a:alpha val="30000"/>
          </a:srgbClr>
        </a:solidFill>
        <a:ln>
          <a:solidFill>
            <a:srgbClr val="BD582C"/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 spcFirstLastPara="0" vert="horz" wrap="square" lIns="0" tIns="0" rIns="0" bIns="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400" kern="120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想像力</a:t>
          </a:r>
          <a:endParaRPr lang="ja-JP" altLang="en-US" sz="140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微軟正黑體" panose="020B0604030504040204" pitchFamily="34" charset="-120"/>
            <a:ea typeface="微軟正黑體" panose="020B0604030504040204" pitchFamily="34" charset="-120"/>
            <a:cs typeface="+mn-cs"/>
          </a:endParaRPr>
        </a:p>
      </dgm:t>
    </dgm:pt>
    <dgm:pt modelId="{47EE34C4-39B7-485F-BA03-69FADBB6FA5C}" type="parTrans" cxnId="{DC844C86-0EF1-4B59-BD1E-F6EA434C9FD0}">
      <dgm:prSet/>
      <dgm:spPr/>
      <dgm:t>
        <a:bodyPr/>
        <a:lstStyle/>
        <a:p>
          <a:endParaRPr kumimoji="1" lang="ja-JP" altLang="en-US" sz="1400"/>
        </a:p>
      </dgm:t>
    </dgm:pt>
    <dgm:pt modelId="{C1245BB7-9B3E-4C41-BBCF-0AAC973AFEF8}" type="sibTrans" cxnId="{DC844C86-0EF1-4B59-BD1E-F6EA434C9FD0}">
      <dgm:prSet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endParaRPr kumimoji="1" lang="ja-JP" altLang="en-US" sz="1400"/>
        </a:p>
      </dgm:t>
    </dgm:pt>
    <dgm:pt modelId="{CF257F40-0B9F-4A3E-9874-B312D4A2D9E4}">
      <dgm:prSet custT="1"/>
      <dgm:spPr>
        <a:solidFill>
          <a:schemeClr val="accent2">
            <a:lumMod val="60000"/>
            <a:lumOff val="40000"/>
            <a:alpha val="30000"/>
          </a:schemeClr>
        </a:solidFill>
        <a:ln>
          <a:solidFill>
            <a:srgbClr val="BD582C"/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 spcFirstLastPara="0" vert="horz" wrap="square" lIns="0" tIns="0" rIns="0" bIns="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400" kern="120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高品質的</a:t>
          </a:r>
          <a:r>
            <a:rPr lang="en-US" altLang="ja-JP" sz="1400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/>
          </a:r>
          <a:br>
            <a:rPr lang="en-US" altLang="ja-JP" sz="1400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</a:br>
          <a:r>
            <a:rPr lang="zh-TW" altLang="en-US" sz="1400" kern="120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附加價值產品</a:t>
          </a:r>
          <a:endParaRPr lang="ja-JP" altLang="en-US" sz="140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微軟正黑體" panose="020B0604030504040204" pitchFamily="34" charset="-120"/>
            <a:ea typeface="微軟正黑體" panose="020B0604030504040204" pitchFamily="34" charset="-120"/>
            <a:cs typeface="+mn-cs"/>
          </a:endParaRPr>
        </a:p>
      </dgm:t>
    </dgm:pt>
    <dgm:pt modelId="{9D385D01-D6A5-4908-9C2B-1E7C82ED52A8}" type="parTrans" cxnId="{6AF2A64A-BCF9-41D0-A73E-8F4289D96D59}">
      <dgm:prSet/>
      <dgm:spPr/>
      <dgm:t>
        <a:bodyPr/>
        <a:lstStyle/>
        <a:p>
          <a:endParaRPr kumimoji="1" lang="ja-JP" altLang="en-US"/>
        </a:p>
      </dgm:t>
    </dgm:pt>
    <dgm:pt modelId="{3B120B48-6E92-480D-8868-8D7BAEA51BF5}" type="sibTrans" cxnId="{6AF2A64A-BCF9-41D0-A73E-8F4289D96D59}">
      <dgm:prSet/>
      <dgm:spPr/>
      <dgm:t>
        <a:bodyPr/>
        <a:lstStyle/>
        <a:p>
          <a:endParaRPr kumimoji="1" lang="ja-JP" altLang="en-US"/>
        </a:p>
      </dgm:t>
    </dgm:pt>
    <dgm:pt modelId="{8F41F45E-AF2F-421D-AFE4-02C728766A90}" type="pres">
      <dgm:prSet presAssocID="{49D551EF-E0CA-460D-8E05-E56758CF9463}" presName="Name0" presStyleCnt="0">
        <dgm:presLayoutVars>
          <dgm:dir/>
          <dgm:resizeHandles val="exact"/>
        </dgm:presLayoutVars>
      </dgm:prSet>
      <dgm:spPr/>
    </dgm:pt>
    <dgm:pt modelId="{9B241E38-EBF3-4DCB-8140-B39E90316CD7}" type="pres">
      <dgm:prSet presAssocID="{49D551EF-E0CA-460D-8E05-E56758CF9463}" presName="vNodes" presStyleCnt="0"/>
      <dgm:spPr/>
    </dgm:pt>
    <dgm:pt modelId="{94BFDE5C-F019-48D1-A160-E93DE2F12843}" type="pres">
      <dgm:prSet presAssocID="{CB3D7CA0-C00F-49FC-84FB-910332AC23EB}" presName="node" presStyleLbl="node1" presStyleIdx="0" presStyleCnt="3">
        <dgm:presLayoutVars>
          <dgm:bulletEnabled val="1"/>
        </dgm:presLayoutVars>
      </dgm:prSet>
      <dgm:spPr>
        <a:xfrm>
          <a:off x="230015" y="552"/>
          <a:ext cx="983965" cy="983965"/>
        </a:xfrm>
        <a:prstGeom prst="ellipse">
          <a:avLst/>
        </a:prstGeom>
      </dgm:spPr>
      <dgm:t>
        <a:bodyPr/>
        <a:lstStyle/>
        <a:p>
          <a:endParaRPr lang="zh-TW" altLang="en-US"/>
        </a:p>
      </dgm:t>
    </dgm:pt>
    <dgm:pt modelId="{CFCDB1F2-CB9E-4F9D-971A-FDC4A0F3B50F}" type="pres">
      <dgm:prSet presAssocID="{1B37E15D-2061-418E-9E48-CA6CE49F8300}" presName="spacerT" presStyleCnt="0"/>
      <dgm:spPr/>
    </dgm:pt>
    <dgm:pt modelId="{432277C9-1A8A-454F-A2C9-3C6843425870}" type="pres">
      <dgm:prSet presAssocID="{1B37E15D-2061-418E-9E48-CA6CE49F8300}" presName="sibTrans" presStyleLbl="sibTrans2D1" presStyleIdx="0" presStyleCnt="2"/>
      <dgm:spPr/>
      <dgm:t>
        <a:bodyPr/>
        <a:lstStyle/>
        <a:p>
          <a:endParaRPr lang="zh-TW" altLang="en-US"/>
        </a:p>
      </dgm:t>
    </dgm:pt>
    <dgm:pt modelId="{1CC0DB84-EE21-4105-8549-3A4B866A26AB}" type="pres">
      <dgm:prSet presAssocID="{1B37E15D-2061-418E-9E48-CA6CE49F8300}" presName="spacerB" presStyleCnt="0"/>
      <dgm:spPr/>
    </dgm:pt>
    <dgm:pt modelId="{4B4522C5-FAB4-4C2A-8713-B5A6A952A89B}" type="pres">
      <dgm:prSet presAssocID="{A1281785-667E-4602-87AA-484709AEA037}" presName="node" presStyleLbl="node1" presStyleIdx="1" presStyleCnt="3">
        <dgm:presLayoutVars>
          <dgm:bulletEnabled val="1"/>
        </dgm:presLayoutVars>
      </dgm:prSet>
      <dgm:spPr>
        <a:xfrm>
          <a:off x="230015" y="1715014"/>
          <a:ext cx="983965" cy="983965"/>
        </a:xfrm>
        <a:prstGeom prst="ellipse">
          <a:avLst/>
        </a:prstGeom>
      </dgm:spPr>
      <dgm:t>
        <a:bodyPr/>
        <a:lstStyle/>
        <a:p>
          <a:endParaRPr lang="zh-TW" altLang="en-US"/>
        </a:p>
      </dgm:t>
    </dgm:pt>
    <dgm:pt modelId="{EE5C0B8F-178D-497A-8DA7-CAF73F6A35C1}" type="pres">
      <dgm:prSet presAssocID="{49D551EF-E0CA-460D-8E05-E56758CF9463}" presName="sibTransLast" presStyleLbl="sibTrans2D1" presStyleIdx="1" presStyleCnt="2"/>
      <dgm:spPr/>
      <dgm:t>
        <a:bodyPr/>
        <a:lstStyle/>
        <a:p>
          <a:endParaRPr lang="zh-TW" altLang="en-US"/>
        </a:p>
      </dgm:t>
    </dgm:pt>
    <dgm:pt modelId="{FA856F33-F032-4C92-8EFA-B8B908DE104E}" type="pres">
      <dgm:prSet presAssocID="{49D551EF-E0CA-460D-8E05-E56758CF9463}" presName="connectorText" presStyleLbl="sibTrans2D1" presStyleIdx="1" presStyleCnt="2"/>
      <dgm:spPr/>
      <dgm:t>
        <a:bodyPr/>
        <a:lstStyle/>
        <a:p>
          <a:endParaRPr lang="zh-TW" altLang="en-US"/>
        </a:p>
      </dgm:t>
    </dgm:pt>
    <dgm:pt modelId="{E0C4BACB-29CA-4619-9D4D-E40D89E7D9D8}" type="pres">
      <dgm:prSet presAssocID="{49D551EF-E0CA-460D-8E05-E56758CF9463}" presName="lastNode" presStyleLbl="node1" presStyleIdx="2" presStyleCnt="3">
        <dgm:presLayoutVars>
          <dgm:bulletEnabled val="1"/>
        </dgm:presLayoutVars>
      </dgm:prSet>
      <dgm:spPr>
        <a:xfrm>
          <a:off x="1804360" y="365800"/>
          <a:ext cx="1967931" cy="1967931"/>
        </a:xfrm>
        <a:prstGeom prst="ellipse">
          <a:avLst/>
        </a:prstGeom>
      </dgm:spPr>
      <dgm:t>
        <a:bodyPr/>
        <a:lstStyle/>
        <a:p>
          <a:endParaRPr lang="zh-TW" altLang="en-US"/>
        </a:p>
      </dgm:t>
    </dgm:pt>
  </dgm:ptLst>
  <dgm:cxnLst>
    <dgm:cxn modelId="{F1898A0E-0A57-440B-8E81-EEE555CCE9AA}" type="presOf" srcId="{CB3D7CA0-C00F-49FC-84FB-910332AC23EB}" destId="{94BFDE5C-F019-48D1-A160-E93DE2F12843}" srcOrd="0" destOrd="0" presId="urn:microsoft.com/office/officeart/2005/8/layout/equation2"/>
    <dgm:cxn modelId="{7D6FF91F-C472-40E9-B2DE-7ED0CAC36463}" type="presOf" srcId="{C1245BB7-9B3E-4C41-BBCF-0AAC973AFEF8}" destId="{EE5C0B8F-178D-497A-8DA7-CAF73F6A35C1}" srcOrd="0" destOrd="0" presId="urn:microsoft.com/office/officeart/2005/8/layout/equation2"/>
    <dgm:cxn modelId="{DC844C86-0EF1-4B59-BD1E-F6EA434C9FD0}" srcId="{49D551EF-E0CA-460D-8E05-E56758CF9463}" destId="{A1281785-667E-4602-87AA-484709AEA037}" srcOrd="1" destOrd="0" parTransId="{47EE34C4-39B7-485F-BA03-69FADBB6FA5C}" sibTransId="{C1245BB7-9B3E-4C41-BBCF-0AAC973AFEF8}"/>
    <dgm:cxn modelId="{346BBEC9-C316-4D4C-BBC5-7F31964D30A3}" type="presOf" srcId="{A1281785-667E-4602-87AA-484709AEA037}" destId="{4B4522C5-FAB4-4C2A-8713-B5A6A952A89B}" srcOrd="0" destOrd="0" presId="urn:microsoft.com/office/officeart/2005/8/layout/equation2"/>
    <dgm:cxn modelId="{4901FB12-5F3C-4276-BBC6-3A0FF7E80B52}" type="presOf" srcId="{C1245BB7-9B3E-4C41-BBCF-0AAC973AFEF8}" destId="{FA856F33-F032-4C92-8EFA-B8B908DE104E}" srcOrd="1" destOrd="0" presId="urn:microsoft.com/office/officeart/2005/8/layout/equation2"/>
    <dgm:cxn modelId="{43F87AA5-1D2C-4EFB-A1D1-C010B631C793}" type="presOf" srcId="{CF257F40-0B9F-4A3E-9874-B312D4A2D9E4}" destId="{E0C4BACB-29CA-4619-9D4D-E40D89E7D9D8}" srcOrd="0" destOrd="0" presId="urn:microsoft.com/office/officeart/2005/8/layout/equation2"/>
    <dgm:cxn modelId="{6AF2A64A-BCF9-41D0-A73E-8F4289D96D59}" srcId="{49D551EF-E0CA-460D-8E05-E56758CF9463}" destId="{CF257F40-0B9F-4A3E-9874-B312D4A2D9E4}" srcOrd="2" destOrd="0" parTransId="{9D385D01-D6A5-4908-9C2B-1E7C82ED52A8}" sibTransId="{3B120B48-6E92-480D-8868-8D7BAEA51BF5}"/>
    <dgm:cxn modelId="{4F43F5C8-C38B-444F-961F-9E1A5FBC081F}" srcId="{49D551EF-E0CA-460D-8E05-E56758CF9463}" destId="{CB3D7CA0-C00F-49FC-84FB-910332AC23EB}" srcOrd="0" destOrd="0" parTransId="{769E33D7-7542-4FF2-B056-1FFAC357AFA4}" sibTransId="{1B37E15D-2061-418E-9E48-CA6CE49F8300}"/>
    <dgm:cxn modelId="{2C3BC898-826B-4885-9433-A587E89D674B}" type="presOf" srcId="{1B37E15D-2061-418E-9E48-CA6CE49F8300}" destId="{432277C9-1A8A-454F-A2C9-3C6843425870}" srcOrd="0" destOrd="0" presId="urn:microsoft.com/office/officeart/2005/8/layout/equation2"/>
    <dgm:cxn modelId="{ECF08EA8-CDDF-4BBB-BF63-BCC34EC5A468}" type="presOf" srcId="{49D551EF-E0CA-460D-8E05-E56758CF9463}" destId="{8F41F45E-AF2F-421D-AFE4-02C728766A90}" srcOrd="0" destOrd="0" presId="urn:microsoft.com/office/officeart/2005/8/layout/equation2"/>
    <dgm:cxn modelId="{C1749D95-9664-4437-A122-293B8A72660E}" type="presParOf" srcId="{8F41F45E-AF2F-421D-AFE4-02C728766A90}" destId="{9B241E38-EBF3-4DCB-8140-B39E90316CD7}" srcOrd="0" destOrd="0" presId="urn:microsoft.com/office/officeart/2005/8/layout/equation2"/>
    <dgm:cxn modelId="{EE46AE0A-5B78-4B7E-9932-26D9063A67B0}" type="presParOf" srcId="{9B241E38-EBF3-4DCB-8140-B39E90316CD7}" destId="{94BFDE5C-F019-48D1-A160-E93DE2F12843}" srcOrd="0" destOrd="0" presId="urn:microsoft.com/office/officeart/2005/8/layout/equation2"/>
    <dgm:cxn modelId="{C4E78275-06C7-4734-8150-A1DC5AD8DC14}" type="presParOf" srcId="{9B241E38-EBF3-4DCB-8140-B39E90316CD7}" destId="{CFCDB1F2-CB9E-4F9D-971A-FDC4A0F3B50F}" srcOrd="1" destOrd="0" presId="urn:microsoft.com/office/officeart/2005/8/layout/equation2"/>
    <dgm:cxn modelId="{756F3D0D-8454-4947-8542-7D44F3B28DD2}" type="presParOf" srcId="{9B241E38-EBF3-4DCB-8140-B39E90316CD7}" destId="{432277C9-1A8A-454F-A2C9-3C6843425870}" srcOrd="2" destOrd="0" presId="urn:microsoft.com/office/officeart/2005/8/layout/equation2"/>
    <dgm:cxn modelId="{A3E25FC9-0D06-4A44-A854-A06BCF141D67}" type="presParOf" srcId="{9B241E38-EBF3-4DCB-8140-B39E90316CD7}" destId="{1CC0DB84-EE21-4105-8549-3A4B866A26AB}" srcOrd="3" destOrd="0" presId="urn:microsoft.com/office/officeart/2005/8/layout/equation2"/>
    <dgm:cxn modelId="{0B95BED1-70E1-470F-A14E-5E4E00168F01}" type="presParOf" srcId="{9B241E38-EBF3-4DCB-8140-B39E90316CD7}" destId="{4B4522C5-FAB4-4C2A-8713-B5A6A952A89B}" srcOrd="4" destOrd="0" presId="urn:microsoft.com/office/officeart/2005/8/layout/equation2"/>
    <dgm:cxn modelId="{EA46F70A-8B96-4D1D-A049-EFE7128FEF9E}" type="presParOf" srcId="{8F41F45E-AF2F-421D-AFE4-02C728766A90}" destId="{EE5C0B8F-178D-497A-8DA7-CAF73F6A35C1}" srcOrd="1" destOrd="0" presId="urn:microsoft.com/office/officeart/2005/8/layout/equation2"/>
    <dgm:cxn modelId="{CEA116A1-5275-4D78-BC20-DD94DAE160EF}" type="presParOf" srcId="{EE5C0B8F-178D-497A-8DA7-CAF73F6A35C1}" destId="{FA856F33-F032-4C92-8EFA-B8B908DE104E}" srcOrd="0" destOrd="0" presId="urn:microsoft.com/office/officeart/2005/8/layout/equation2"/>
    <dgm:cxn modelId="{785E96DC-8F6C-4F21-AAD5-16B5C681459D}" type="presParOf" srcId="{8F41F45E-AF2F-421D-AFE4-02C728766A90}" destId="{E0C4BACB-29CA-4619-9D4D-E40D89E7D9D8}" srcOrd="2" destOrd="0" presId="urn:microsoft.com/office/officeart/2005/8/layout/equati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9D551EF-E0CA-460D-8E05-E56758CF9463}" type="doc">
      <dgm:prSet loTypeId="urn:microsoft.com/office/officeart/2005/8/layout/chevron1" loCatId="process" qsTypeId="urn:microsoft.com/office/officeart/2005/8/quickstyle/simple3" qsCatId="simple" csTypeId="urn:microsoft.com/office/officeart/2005/8/colors/accent5_4" csCatId="accent5" phldr="1"/>
      <dgm:spPr/>
    </dgm:pt>
    <dgm:pt modelId="{CB3D7CA0-C00F-49FC-84FB-910332AC23EB}">
      <dgm:prSet phldrT="[テキスト]" custT="1"/>
      <dgm:spPr>
        <a:solidFill>
          <a:schemeClr val="accent2">
            <a:lumMod val="20000"/>
            <a:lumOff val="80000"/>
            <a:alpha val="30000"/>
          </a:schemeClr>
        </a:solidFill>
        <a:ln>
          <a:solidFill>
            <a:schemeClr val="accent2"/>
          </a:solidFill>
        </a:ln>
      </dgm:spPr>
      <dgm:t>
        <a:bodyPr/>
        <a:lstStyle/>
        <a:p>
          <a:r>
            <a:rPr lang="zh-TW" altLang="en-US" sz="140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試行</a:t>
          </a:r>
          <a:endParaRPr kumimoji="1" lang="ja-JP" altLang="en-US" sz="14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769E33D7-7542-4FF2-B056-1FFAC357AFA4}" type="parTrans" cxnId="{4F43F5C8-C38B-444F-961F-9E1A5FBC081F}">
      <dgm:prSet/>
      <dgm:spPr/>
      <dgm:t>
        <a:bodyPr/>
        <a:lstStyle/>
        <a:p>
          <a:endParaRPr kumimoji="1" lang="ja-JP" altLang="en-US" sz="1400"/>
        </a:p>
      </dgm:t>
    </dgm:pt>
    <dgm:pt modelId="{1B37E15D-2061-418E-9E48-CA6CE49F8300}" type="sibTrans" cxnId="{4F43F5C8-C38B-444F-961F-9E1A5FBC081F}">
      <dgm:prSet/>
      <dgm:spPr/>
      <dgm:t>
        <a:bodyPr/>
        <a:lstStyle/>
        <a:p>
          <a:endParaRPr kumimoji="1" lang="ja-JP" altLang="en-US" sz="1400"/>
        </a:p>
      </dgm:t>
    </dgm:pt>
    <dgm:pt modelId="{A1281785-667E-4602-87AA-484709AEA037}">
      <dgm:prSet custT="1"/>
      <dgm:spPr>
        <a:solidFill>
          <a:schemeClr val="accent2">
            <a:lumMod val="40000"/>
            <a:lumOff val="60000"/>
            <a:alpha val="30000"/>
          </a:schemeClr>
        </a:solidFill>
        <a:ln>
          <a:solidFill>
            <a:schemeClr val="accent2"/>
          </a:solidFill>
        </a:ln>
      </dgm:spPr>
      <dgm:t>
        <a:bodyPr/>
        <a:lstStyle/>
        <a:p>
          <a:r>
            <a:rPr lang="zh-TW" altLang="en-US" sz="140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摸索</a:t>
          </a:r>
          <a:endParaRPr lang="ja-JP" altLang="en-US" sz="14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47EE34C4-39B7-485F-BA03-69FADBB6FA5C}" type="parTrans" cxnId="{DC844C86-0EF1-4B59-BD1E-F6EA434C9FD0}">
      <dgm:prSet/>
      <dgm:spPr/>
      <dgm:t>
        <a:bodyPr/>
        <a:lstStyle/>
        <a:p>
          <a:endParaRPr kumimoji="1" lang="ja-JP" altLang="en-US" sz="1400"/>
        </a:p>
      </dgm:t>
    </dgm:pt>
    <dgm:pt modelId="{C1245BB7-9B3E-4C41-BBCF-0AAC973AFEF8}" type="sibTrans" cxnId="{DC844C86-0EF1-4B59-BD1E-F6EA434C9FD0}">
      <dgm:prSet/>
      <dgm:spPr/>
      <dgm:t>
        <a:bodyPr/>
        <a:lstStyle/>
        <a:p>
          <a:endParaRPr kumimoji="1" lang="ja-JP" altLang="en-US" sz="1400"/>
        </a:p>
      </dgm:t>
    </dgm:pt>
    <dgm:pt modelId="{CF257F40-0B9F-4A3E-9874-B312D4A2D9E4}">
      <dgm:prSet custT="1"/>
      <dgm:spPr>
        <a:solidFill>
          <a:schemeClr val="accent2">
            <a:lumMod val="60000"/>
            <a:lumOff val="40000"/>
            <a:alpha val="30000"/>
          </a:schemeClr>
        </a:solidFill>
        <a:ln>
          <a:solidFill>
            <a:schemeClr val="accent2"/>
          </a:solidFill>
        </a:ln>
      </dgm:spPr>
      <dgm:t>
        <a:bodyPr/>
        <a:lstStyle/>
        <a:p>
          <a:r>
            <a:rPr lang="zh-TW" altLang="en-US" sz="140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信賴</a:t>
          </a:r>
          <a:endParaRPr lang="ja-JP" altLang="en-US" sz="14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9D385D01-D6A5-4908-9C2B-1E7C82ED52A8}" type="parTrans" cxnId="{6AF2A64A-BCF9-41D0-A73E-8F4289D96D59}">
      <dgm:prSet/>
      <dgm:spPr/>
      <dgm:t>
        <a:bodyPr/>
        <a:lstStyle/>
        <a:p>
          <a:endParaRPr kumimoji="1" lang="ja-JP" altLang="en-US"/>
        </a:p>
      </dgm:t>
    </dgm:pt>
    <dgm:pt modelId="{3B120B48-6E92-480D-8868-8D7BAEA51BF5}" type="sibTrans" cxnId="{6AF2A64A-BCF9-41D0-A73E-8F4289D96D59}">
      <dgm:prSet/>
      <dgm:spPr/>
      <dgm:t>
        <a:bodyPr/>
        <a:lstStyle/>
        <a:p>
          <a:endParaRPr kumimoji="1" lang="ja-JP" altLang="en-US"/>
        </a:p>
      </dgm:t>
    </dgm:pt>
    <dgm:pt modelId="{C755CC6D-56D3-4DB0-BB63-6DF7DBBA3B5C}" type="pres">
      <dgm:prSet presAssocID="{49D551EF-E0CA-460D-8E05-E56758CF9463}" presName="Name0" presStyleCnt="0">
        <dgm:presLayoutVars>
          <dgm:dir/>
          <dgm:animLvl val="lvl"/>
          <dgm:resizeHandles val="exact"/>
        </dgm:presLayoutVars>
      </dgm:prSet>
      <dgm:spPr/>
    </dgm:pt>
    <dgm:pt modelId="{7A4E139B-3A33-4790-87C1-ECBFB2F43345}" type="pres">
      <dgm:prSet presAssocID="{CB3D7CA0-C00F-49FC-84FB-910332AC23EB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352473AC-8010-4499-8A60-BCA31925A21C}" type="pres">
      <dgm:prSet presAssocID="{1B37E15D-2061-418E-9E48-CA6CE49F8300}" presName="parTxOnlySpace" presStyleCnt="0"/>
      <dgm:spPr/>
    </dgm:pt>
    <dgm:pt modelId="{BE3D2F83-DF16-4B39-B254-1EDFC21F78DE}" type="pres">
      <dgm:prSet presAssocID="{A1281785-667E-4602-87AA-484709AEA037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F4C13EF2-1D6A-44A6-9CEF-DCF22FF8CFC2}" type="pres">
      <dgm:prSet presAssocID="{C1245BB7-9B3E-4C41-BBCF-0AAC973AFEF8}" presName="parTxOnlySpace" presStyleCnt="0"/>
      <dgm:spPr/>
    </dgm:pt>
    <dgm:pt modelId="{BC15EBE5-B722-4495-B091-06FBA18580C2}" type="pres">
      <dgm:prSet presAssocID="{CF257F40-0B9F-4A3E-9874-B312D4A2D9E4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4A417F74-45C3-4A60-9E43-CF3AA2C87F84}" type="presOf" srcId="{A1281785-667E-4602-87AA-484709AEA037}" destId="{BE3D2F83-DF16-4B39-B254-1EDFC21F78DE}" srcOrd="0" destOrd="0" presId="urn:microsoft.com/office/officeart/2005/8/layout/chevron1"/>
    <dgm:cxn modelId="{685FD6C9-D9FD-4F49-89C7-5A14220C7C81}" type="presOf" srcId="{CB3D7CA0-C00F-49FC-84FB-910332AC23EB}" destId="{7A4E139B-3A33-4790-87C1-ECBFB2F43345}" srcOrd="0" destOrd="0" presId="urn:microsoft.com/office/officeart/2005/8/layout/chevron1"/>
    <dgm:cxn modelId="{491482E9-7A8F-4D93-B3AE-876D2990969E}" type="presOf" srcId="{CF257F40-0B9F-4A3E-9874-B312D4A2D9E4}" destId="{BC15EBE5-B722-4495-B091-06FBA18580C2}" srcOrd="0" destOrd="0" presId="urn:microsoft.com/office/officeart/2005/8/layout/chevron1"/>
    <dgm:cxn modelId="{95923F75-FD6E-47C0-8BD0-7EFC2297725B}" type="presOf" srcId="{49D551EF-E0CA-460D-8E05-E56758CF9463}" destId="{C755CC6D-56D3-4DB0-BB63-6DF7DBBA3B5C}" srcOrd="0" destOrd="0" presId="urn:microsoft.com/office/officeart/2005/8/layout/chevron1"/>
    <dgm:cxn modelId="{6AF2A64A-BCF9-41D0-A73E-8F4289D96D59}" srcId="{49D551EF-E0CA-460D-8E05-E56758CF9463}" destId="{CF257F40-0B9F-4A3E-9874-B312D4A2D9E4}" srcOrd="2" destOrd="0" parTransId="{9D385D01-D6A5-4908-9C2B-1E7C82ED52A8}" sibTransId="{3B120B48-6E92-480D-8868-8D7BAEA51BF5}"/>
    <dgm:cxn modelId="{4F43F5C8-C38B-444F-961F-9E1A5FBC081F}" srcId="{49D551EF-E0CA-460D-8E05-E56758CF9463}" destId="{CB3D7CA0-C00F-49FC-84FB-910332AC23EB}" srcOrd="0" destOrd="0" parTransId="{769E33D7-7542-4FF2-B056-1FFAC357AFA4}" sibTransId="{1B37E15D-2061-418E-9E48-CA6CE49F8300}"/>
    <dgm:cxn modelId="{DC844C86-0EF1-4B59-BD1E-F6EA434C9FD0}" srcId="{49D551EF-E0CA-460D-8E05-E56758CF9463}" destId="{A1281785-667E-4602-87AA-484709AEA037}" srcOrd="1" destOrd="0" parTransId="{47EE34C4-39B7-485F-BA03-69FADBB6FA5C}" sibTransId="{C1245BB7-9B3E-4C41-BBCF-0AAC973AFEF8}"/>
    <dgm:cxn modelId="{94494843-302F-4FB6-B7E9-A36AA175B7D2}" type="presParOf" srcId="{C755CC6D-56D3-4DB0-BB63-6DF7DBBA3B5C}" destId="{7A4E139B-3A33-4790-87C1-ECBFB2F43345}" srcOrd="0" destOrd="0" presId="urn:microsoft.com/office/officeart/2005/8/layout/chevron1"/>
    <dgm:cxn modelId="{6F2D6253-880D-40CB-B734-81D5290F1BBB}" type="presParOf" srcId="{C755CC6D-56D3-4DB0-BB63-6DF7DBBA3B5C}" destId="{352473AC-8010-4499-8A60-BCA31925A21C}" srcOrd="1" destOrd="0" presId="urn:microsoft.com/office/officeart/2005/8/layout/chevron1"/>
    <dgm:cxn modelId="{E538ABA7-03D2-49B7-B9D8-21DB822C74FF}" type="presParOf" srcId="{C755CC6D-56D3-4DB0-BB63-6DF7DBBA3B5C}" destId="{BE3D2F83-DF16-4B39-B254-1EDFC21F78DE}" srcOrd="2" destOrd="0" presId="urn:microsoft.com/office/officeart/2005/8/layout/chevron1"/>
    <dgm:cxn modelId="{E568058A-1FFA-4B55-9962-48A0C2533EA7}" type="presParOf" srcId="{C755CC6D-56D3-4DB0-BB63-6DF7DBBA3B5C}" destId="{F4C13EF2-1D6A-44A6-9CEF-DCF22FF8CFC2}" srcOrd="3" destOrd="0" presId="urn:microsoft.com/office/officeart/2005/8/layout/chevron1"/>
    <dgm:cxn modelId="{5E0C061E-5F47-43CB-854D-87058E44935D}" type="presParOf" srcId="{C755CC6D-56D3-4DB0-BB63-6DF7DBBA3B5C}" destId="{BC15EBE5-B722-4495-B091-06FBA18580C2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9FB5914-FE61-4723-BC38-8DAEDD7C730B}" type="doc">
      <dgm:prSet loTypeId="urn:microsoft.com/office/officeart/2005/8/layout/radial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F76C0526-5B2E-41C3-9F3F-D9320AA44593}">
      <dgm:prSet phldrT="[テキスト]" custT="1"/>
      <dgm:spPr>
        <a:solidFill>
          <a:srgbClr val="BD582C">
            <a:lumMod val="20000"/>
            <a:lumOff val="80000"/>
            <a:alpha val="30000"/>
          </a:srgbClr>
        </a:solidFill>
        <a:ln w="12700" cap="flat" cmpd="sng" algn="ctr">
          <a:solidFill>
            <a:srgbClr val="BD582C"/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 spcFirstLastPara="0" vert="horz" wrap="square" lIns="0" tIns="0" rIns="0" bIns="0" numCol="1" spcCol="1270" anchor="ctr" anchorCtr="0"/>
        <a:lstStyle/>
        <a:p>
          <a:r>
            <a:rPr kumimoji="1" lang="zh-TW" altLang="en-US" sz="140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對話</a:t>
          </a:r>
          <a:endParaRPr kumimoji="1" lang="ja-JP" altLang="en-US" sz="1400" dirty="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ADD4DC14-BF31-4BB7-A2E4-1A1E12B4E667}" type="parTrans" cxnId="{624490AD-CEC4-468A-AD33-DB875C352C14}">
      <dgm:prSet/>
      <dgm:spPr/>
      <dgm:t>
        <a:bodyPr/>
        <a:lstStyle/>
        <a:p>
          <a:endParaRPr kumimoji="1" lang="ja-JP" altLang="en-US" sz="1400">
            <a:solidFill>
              <a:schemeClr val="tx1"/>
            </a:solidFill>
          </a:endParaRPr>
        </a:p>
      </dgm:t>
    </dgm:pt>
    <dgm:pt modelId="{C5A76952-0537-4778-9A29-5BD94364F0B9}" type="sibTrans" cxnId="{624490AD-CEC4-468A-AD33-DB875C352C14}">
      <dgm:prSet/>
      <dgm:spPr/>
      <dgm:t>
        <a:bodyPr/>
        <a:lstStyle/>
        <a:p>
          <a:endParaRPr kumimoji="1" lang="ja-JP" altLang="en-US" sz="1400">
            <a:solidFill>
              <a:schemeClr val="tx1"/>
            </a:solidFill>
          </a:endParaRPr>
        </a:p>
      </dgm:t>
    </dgm:pt>
    <dgm:pt modelId="{FDEE55C5-1322-4F93-B87A-E60FAF029267}">
      <dgm:prSet phldrT="[テキスト]" custT="1"/>
      <dgm:spPr>
        <a:solidFill>
          <a:srgbClr val="BD582C">
            <a:lumMod val="20000"/>
            <a:lumOff val="80000"/>
            <a:alpha val="30000"/>
          </a:srgbClr>
        </a:solidFill>
        <a:ln>
          <a:solidFill>
            <a:srgbClr val="BD582C"/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 spcFirstLastPara="0" vert="horz" wrap="square" lIns="0" tIns="0" rIns="0" bIns="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400" kern="120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技術</a:t>
          </a:r>
          <a:r>
            <a:rPr lang="en-US" altLang="zh-TW" sz="1400" kern="120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/>
          </a:r>
          <a:br>
            <a:rPr lang="en-US" altLang="zh-TW" sz="1400" kern="120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</a:br>
          <a:r>
            <a:rPr lang="zh-TW" altLang="en-US" sz="1400" kern="120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陣營</a:t>
          </a:r>
          <a:endParaRPr lang="ja-JP" altLang="en-US" sz="140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微軟正黑體" panose="020B0604030504040204" pitchFamily="34" charset="-120"/>
            <a:ea typeface="微軟正黑體" panose="020B0604030504040204" pitchFamily="34" charset="-120"/>
            <a:cs typeface="+mn-cs"/>
          </a:endParaRPr>
        </a:p>
      </dgm:t>
    </dgm:pt>
    <dgm:pt modelId="{716E7249-AD15-40FA-B5D7-2C2A30CF013F}" type="parTrans" cxnId="{7CE8E198-EC6A-488B-82CC-888643445997}">
      <dgm:prSet custT="1"/>
      <dgm:spPr/>
      <dgm:t>
        <a:bodyPr/>
        <a:lstStyle/>
        <a:p>
          <a:endParaRPr kumimoji="1" lang="ja-JP" altLang="en-US" sz="1400">
            <a:solidFill>
              <a:schemeClr val="tx1"/>
            </a:solidFill>
          </a:endParaRPr>
        </a:p>
      </dgm:t>
    </dgm:pt>
    <dgm:pt modelId="{35393174-60D8-4A07-8D9F-EA6D2CFDA210}" type="sibTrans" cxnId="{7CE8E198-EC6A-488B-82CC-888643445997}">
      <dgm:prSet/>
      <dgm:spPr/>
      <dgm:t>
        <a:bodyPr/>
        <a:lstStyle/>
        <a:p>
          <a:endParaRPr kumimoji="1" lang="ja-JP" altLang="en-US" sz="1400">
            <a:solidFill>
              <a:schemeClr val="tx1"/>
            </a:solidFill>
          </a:endParaRPr>
        </a:p>
      </dgm:t>
    </dgm:pt>
    <dgm:pt modelId="{65720860-B759-46F6-A9C7-B813F8580758}">
      <dgm:prSet phldrT="[テキスト]" custT="1"/>
      <dgm:spPr>
        <a:solidFill>
          <a:srgbClr val="BD582C">
            <a:lumMod val="20000"/>
            <a:lumOff val="80000"/>
            <a:alpha val="30000"/>
          </a:srgbClr>
        </a:solidFill>
        <a:ln w="12700" cap="flat" cmpd="sng" algn="ctr">
          <a:solidFill>
            <a:srgbClr val="BD582C"/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 spcFirstLastPara="0" vert="horz" wrap="square" lIns="0" tIns="0" rIns="0" bIns="0" numCol="1" spcCol="1270" anchor="ctr" anchorCtr="0"/>
        <a:lstStyle/>
        <a:p>
          <a:r>
            <a:rPr kumimoji="1" lang="zh-TW" altLang="en-US" sz="140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業務</a:t>
          </a:r>
          <a:r>
            <a:rPr kumimoji="1" lang="en-US" altLang="ja-JP" sz="140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/>
          </a:r>
          <a:br>
            <a:rPr kumimoji="1" lang="en-US" altLang="ja-JP" sz="140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kumimoji="1" lang="zh-TW" altLang="en-US" sz="140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團隊</a:t>
          </a:r>
          <a:endParaRPr kumimoji="1" lang="ja-JP" altLang="en-US" sz="1400" dirty="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0F71401-6723-414F-9AC1-6806BDDA5C13}" type="parTrans" cxnId="{40959B91-8D69-42A0-9B29-2EBBB6DCAE16}">
      <dgm:prSet custT="1"/>
      <dgm:spPr/>
      <dgm:t>
        <a:bodyPr/>
        <a:lstStyle/>
        <a:p>
          <a:endParaRPr kumimoji="1" lang="ja-JP" altLang="en-US" sz="1400">
            <a:solidFill>
              <a:schemeClr val="tx1"/>
            </a:solidFill>
          </a:endParaRPr>
        </a:p>
      </dgm:t>
    </dgm:pt>
    <dgm:pt modelId="{985395E9-C73E-47F1-82F1-1606CE6F55B3}" type="sibTrans" cxnId="{40959B91-8D69-42A0-9B29-2EBBB6DCAE16}">
      <dgm:prSet/>
      <dgm:spPr/>
      <dgm:t>
        <a:bodyPr/>
        <a:lstStyle/>
        <a:p>
          <a:endParaRPr kumimoji="1" lang="ja-JP" altLang="en-US" sz="1400">
            <a:solidFill>
              <a:schemeClr val="tx1"/>
            </a:solidFill>
          </a:endParaRPr>
        </a:p>
      </dgm:t>
    </dgm:pt>
    <dgm:pt modelId="{3CFD14AA-B39A-405E-96CB-D4AC43FAA3F7}">
      <dgm:prSet phldrT="[テキスト]" custT="1"/>
      <dgm:spPr>
        <a:solidFill>
          <a:srgbClr val="BD582C">
            <a:lumMod val="20000"/>
            <a:lumOff val="80000"/>
            <a:alpha val="30000"/>
          </a:srgbClr>
        </a:solidFill>
        <a:ln w="12700" cap="flat" cmpd="sng" algn="ctr">
          <a:solidFill>
            <a:srgbClr val="BD582C"/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 spcFirstLastPara="0" vert="horz" wrap="square" lIns="0" tIns="0" rIns="0" bIns="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400" kern="120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顧客</a:t>
          </a:r>
          <a:endParaRPr lang="ja-JP" altLang="en-US" sz="140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微軟正黑體" panose="020B0604030504040204" pitchFamily="34" charset="-120"/>
            <a:ea typeface="微軟正黑體" panose="020B0604030504040204" pitchFamily="34" charset="-120"/>
            <a:cs typeface="+mn-cs"/>
          </a:endParaRPr>
        </a:p>
      </dgm:t>
    </dgm:pt>
    <dgm:pt modelId="{16E41B8B-5753-4460-A27D-194B377312BC}" type="parTrans" cxnId="{0DFEB98C-3B40-4840-92B1-5FE14B39A4C4}">
      <dgm:prSet custT="1"/>
      <dgm:spPr/>
      <dgm:t>
        <a:bodyPr/>
        <a:lstStyle/>
        <a:p>
          <a:endParaRPr kumimoji="1" lang="ja-JP" altLang="en-US" sz="1400">
            <a:solidFill>
              <a:schemeClr val="tx1"/>
            </a:solidFill>
          </a:endParaRPr>
        </a:p>
      </dgm:t>
    </dgm:pt>
    <dgm:pt modelId="{C503306F-7909-40C9-8633-DEC6A3FCC88A}" type="sibTrans" cxnId="{0DFEB98C-3B40-4840-92B1-5FE14B39A4C4}">
      <dgm:prSet/>
      <dgm:spPr/>
      <dgm:t>
        <a:bodyPr/>
        <a:lstStyle/>
        <a:p>
          <a:endParaRPr kumimoji="1" lang="ja-JP" altLang="en-US" sz="1400">
            <a:solidFill>
              <a:schemeClr val="tx1"/>
            </a:solidFill>
          </a:endParaRPr>
        </a:p>
      </dgm:t>
    </dgm:pt>
    <dgm:pt modelId="{D2D72D3F-3CDF-4B57-A0B1-2F22656EA2DB}" type="pres">
      <dgm:prSet presAssocID="{09FB5914-FE61-4723-BC38-8DAEDD7C730B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zh-TW" altLang="en-US"/>
        </a:p>
      </dgm:t>
    </dgm:pt>
    <dgm:pt modelId="{BC98A093-81B8-48D4-965E-CA2D286A537D}" type="pres">
      <dgm:prSet presAssocID="{F76C0526-5B2E-41C3-9F3F-D9320AA44593}" presName="centerShape" presStyleLbl="node0" presStyleIdx="0" presStyleCnt="1"/>
      <dgm:spPr>
        <a:xfrm>
          <a:off x="1480661" y="1123942"/>
          <a:ext cx="862630" cy="862630"/>
        </a:xfrm>
        <a:prstGeom prst="ellipse">
          <a:avLst/>
        </a:prstGeom>
      </dgm:spPr>
      <dgm:t>
        <a:bodyPr/>
        <a:lstStyle/>
        <a:p>
          <a:endParaRPr lang="zh-TW" altLang="en-US"/>
        </a:p>
      </dgm:t>
    </dgm:pt>
    <dgm:pt modelId="{1D0FA318-B72A-4373-94E1-4991FCCDE2A3}" type="pres">
      <dgm:prSet presAssocID="{716E7249-AD15-40FA-B5D7-2C2A30CF013F}" presName="Name9" presStyleLbl="parChTrans1D2" presStyleIdx="0" presStyleCnt="3"/>
      <dgm:spPr/>
      <dgm:t>
        <a:bodyPr/>
        <a:lstStyle/>
        <a:p>
          <a:endParaRPr lang="zh-TW" altLang="en-US"/>
        </a:p>
      </dgm:t>
    </dgm:pt>
    <dgm:pt modelId="{CEEFEFF8-C0DB-409C-8800-30A9E263CD6C}" type="pres">
      <dgm:prSet presAssocID="{716E7249-AD15-40FA-B5D7-2C2A30CF013F}" presName="connTx" presStyleLbl="parChTrans1D2" presStyleIdx="0" presStyleCnt="3"/>
      <dgm:spPr/>
      <dgm:t>
        <a:bodyPr/>
        <a:lstStyle/>
        <a:p>
          <a:endParaRPr lang="zh-TW" altLang="en-US"/>
        </a:p>
      </dgm:t>
    </dgm:pt>
    <dgm:pt modelId="{801E00BD-D0DA-44C9-B3FB-F03DA8DC0B26}" type="pres">
      <dgm:prSet presAssocID="{FDEE55C5-1322-4F93-B87A-E60FAF029267}" presName="node" presStyleLbl="node1" presStyleIdx="0" presStyleCnt="3">
        <dgm:presLayoutVars>
          <dgm:bulletEnabled val="1"/>
        </dgm:presLayoutVars>
      </dgm:prSet>
      <dgm:spPr>
        <a:xfrm>
          <a:off x="1480661" y="1515"/>
          <a:ext cx="862630" cy="862630"/>
        </a:xfrm>
        <a:prstGeom prst="ellipse">
          <a:avLst/>
        </a:prstGeom>
      </dgm:spPr>
      <dgm:t>
        <a:bodyPr/>
        <a:lstStyle/>
        <a:p>
          <a:endParaRPr lang="zh-TW" altLang="en-US"/>
        </a:p>
      </dgm:t>
    </dgm:pt>
    <dgm:pt modelId="{2CA05191-202E-4178-9548-6B6EED0A6A1B}" type="pres">
      <dgm:prSet presAssocID="{30F71401-6723-414F-9AC1-6806BDDA5C13}" presName="Name9" presStyleLbl="parChTrans1D2" presStyleIdx="1" presStyleCnt="3"/>
      <dgm:spPr/>
      <dgm:t>
        <a:bodyPr/>
        <a:lstStyle/>
        <a:p>
          <a:endParaRPr lang="zh-TW" altLang="en-US"/>
        </a:p>
      </dgm:t>
    </dgm:pt>
    <dgm:pt modelId="{6ACE6FCD-19FE-4E1C-828A-9139E0689B39}" type="pres">
      <dgm:prSet presAssocID="{30F71401-6723-414F-9AC1-6806BDDA5C13}" presName="connTx" presStyleLbl="parChTrans1D2" presStyleIdx="1" presStyleCnt="3"/>
      <dgm:spPr/>
      <dgm:t>
        <a:bodyPr/>
        <a:lstStyle/>
        <a:p>
          <a:endParaRPr lang="zh-TW" altLang="en-US"/>
        </a:p>
      </dgm:t>
    </dgm:pt>
    <dgm:pt modelId="{4E8EA586-1CBF-4B2E-9790-9B48E016B5B5}" type="pres">
      <dgm:prSet presAssocID="{65720860-B759-46F6-A9C7-B813F8580758}" presName="node" presStyleLbl="node1" presStyleIdx="1" presStyleCnt="3">
        <dgm:presLayoutVars>
          <dgm:bulletEnabled val="1"/>
        </dgm:presLayoutVars>
      </dgm:prSet>
      <dgm:spPr>
        <a:xfrm>
          <a:off x="2452711" y="1685155"/>
          <a:ext cx="862630" cy="862630"/>
        </a:xfrm>
        <a:prstGeom prst="ellipse">
          <a:avLst/>
        </a:prstGeom>
      </dgm:spPr>
      <dgm:t>
        <a:bodyPr/>
        <a:lstStyle/>
        <a:p>
          <a:endParaRPr lang="zh-TW" altLang="en-US"/>
        </a:p>
      </dgm:t>
    </dgm:pt>
    <dgm:pt modelId="{16E0D064-B24C-4021-8D67-9A4A8DAD41FC}" type="pres">
      <dgm:prSet presAssocID="{16E41B8B-5753-4460-A27D-194B377312BC}" presName="Name9" presStyleLbl="parChTrans1D2" presStyleIdx="2" presStyleCnt="3"/>
      <dgm:spPr/>
      <dgm:t>
        <a:bodyPr/>
        <a:lstStyle/>
        <a:p>
          <a:endParaRPr lang="zh-TW" altLang="en-US"/>
        </a:p>
      </dgm:t>
    </dgm:pt>
    <dgm:pt modelId="{CB9F4F68-953E-49FE-B690-A0A22A9E2EC1}" type="pres">
      <dgm:prSet presAssocID="{16E41B8B-5753-4460-A27D-194B377312BC}" presName="connTx" presStyleLbl="parChTrans1D2" presStyleIdx="2" presStyleCnt="3"/>
      <dgm:spPr/>
      <dgm:t>
        <a:bodyPr/>
        <a:lstStyle/>
        <a:p>
          <a:endParaRPr lang="zh-TW" altLang="en-US"/>
        </a:p>
      </dgm:t>
    </dgm:pt>
    <dgm:pt modelId="{084D3D95-5058-4F7C-95AC-C46B783BE88B}" type="pres">
      <dgm:prSet presAssocID="{3CFD14AA-B39A-405E-96CB-D4AC43FAA3F7}" presName="node" presStyleLbl="node1" presStyleIdx="2" presStyleCnt="3">
        <dgm:presLayoutVars>
          <dgm:bulletEnabled val="1"/>
        </dgm:presLayoutVars>
      </dgm:prSet>
      <dgm:spPr>
        <a:xfrm>
          <a:off x="508611" y="1685155"/>
          <a:ext cx="862630" cy="862630"/>
        </a:xfrm>
        <a:prstGeom prst="ellipse">
          <a:avLst/>
        </a:prstGeom>
      </dgm:spPr>
      <dgm:t>
        <a:bodyPr/>
        <a:lstStyle/>
        <a:p>
          <a:endParaRPr lang="zh-TW" altLang="en-US"/>
        </a:p>
      </dgm:t>
    </dgm:pt>
  </dgm:ptLst>
  <dgm:cxnLst>
    <dgm:cxn modelId="{9D5C159D-6DCA-47EA-9099-94213F0611C9}" type="presOf" srcId="{F76C0526-5B2E-41C3-9F3F-D9320AA44593}" destId="{BC98A093-81B8-48D4-965E-CA2D286A537D}" srcOrd="0" destOrd="0" presId="urn:microsoft.com/office/officeart/2005/8/layout/radial1"/>
    <dgm:cxn modelId="{31C43741-0D0E-4688-8094-86E75AB2B030}" type="presOf" srcId="{FDEE55C5-1322-4F93-B87A-E60FAF029267}" destId="{801E00BD-D0DA-44C9-B3FB-F03DA8DC0B26}" srcOrd="0" destOrd="0" presId="urn:microsoft.com/office/officeart/2005/8/layout/radial1"/>
    <dgm:cxn modelId="{40959B91-8D69-42A0-9B29-2EBBB6DCAE16}" srcId="{F76C0526-5B2E-41C3-9F3F-D9320AA44593}" destId="{65720860-B759-46F6-A9C7-B813F8580758}" srcOrd="1" destOrd="0" parTransId="{30F71401-6723-414F-9AC1-6806BDDA5C13}" sibTransId="{985395E9-C73E-47F1-82F1-1606CE6F55B3}"/>
    <dgm:cxn modelId="{25556FB8-58BC-4A58-9E48-ABB0FF06C30E}" type="presOf" srcId="{716E7249-AD15-40FA-B5D7-2C2A30CF013F}" destId="{CEEFEFF8-C0DB-409C-8800-30A9E263CD6C}" srcOrd="1" destOrd="0" presId="urn:microsoft.com/office/officeart/2005/8/layout/radial1"/>
    <dgm:cxn modelId="{5DA7F767-D6FD-48A8-AA87-5FE404594D2C}" type="presOf" srcId="{30F71401-6723-414F-9AC1-6806BDDA5C13}" destId="{6ACE6FCD-19FE-4E1C-828A-9139E0689B39}" srcOrd="1" destOrd="0" presId="urn:microsoft.com/office/officeart/2005/8/layout/radial1"/>
    <dgm:cxn modelId="{5E7D629C-2504-46E9-B062-58F788BEF822}" type="presOf" srcId="{09FB5914-FE61-4723-BC38-8DAEDD7C730B}" destId="{D2D72D3F-3CDF-4B57-A0B1-2F22656EA2DB}" srcOrd="0" destOrd="0" presId="urn:microsoft.com/office/officeart/2005/8/layout/radial1"/>
    <dgm:cxn modelId="{94042AE5-43E0-469E-9899-4939451A7BAB}" type="presOf" srcId="{16E41B8B-5753-4460-A27D-194B377312BC}" destId="{CB9F4F68-953E-49FE-B690-A0A22A9E2EC1}" srcOrd="1" destOrd="0" presId="urn:microsoft.com/office/officeart/2005/8/layout/radial1"/>
    <dgm:cxn modelId="{624490AD-CEC4-468A-AD33-DB875C352C14}" srcId="{09FB5914-FE61-4723-BC38-8DAEDD7C730B}" destId="{F76C0526-5B2E-41C3-9F3F-D9320AA44593}" srcOrd="0" destOrd="0" parTransId="{ADD4DC14-BF31-4BB7-A2E4-1A1E12B4E667}" sibTransId="{C5A76952-0537-4778-9A29-5BD94364F0B9}"/>
    <dgm:cxn modelId="{C66932A7-926E-4D82-BDBA-459119ADA736}" type="presOf" srcId="{16E41B8B-5753-4460-A27D-194B377312BC}" destId="{16E0D064-B24C-4021-8D67-9A4A8DAD41FC}" srcOrd="0" destOrd="0" presId="urn:microsoft.com/office/officeart/2005/8/layout/radial1"/>
    <dgm:cxn modelId="{F5131E1F-D176-4963-80B2-B0E120AF5501}" type="presOf" srcId="{65720860-B759-46F6-A9C7-B813F8580758}" destId="{4E8EA586-1CBF-4B2E-9790-9B48E016B5B5}" srcOrd="0" destOrd="0" presId="urn:microsoft.com/office/officeart/2005/8/layout/radial1"/>
    <dgm:cxn modelId="{7CE8E198-EC6A-488B-82CC-888643445997}" srcId="{F76C0526-5B2E-41C3-9F3F-D9320AA44593}" destId="{FDEE55C5-1322-4F93-B87A-E60FAF029267}" srcOrd="0" destOrd="0" parTransId="{716E7249-AD15-40FA-B5D7-2C2A30CF013F}" sibTransId="{35393174-60D8-4A07-8D9F-EA6D2CFDA210}"/>
    <dgm:cxn modelId="{AEED7466-08E0-4A4A-8BFE-431B1FC066A0}" type="presOf" srcId="{3CFD14AA-B39A-405E-96CB-D4AC43FAA3F7}" destId="{084D3D95-5058-4F7C-95AC-C46B783BE88B}" srcOrd="0" destOrd="0" presId="urn:microsoft.com/office/officeart/2005/8/layout/radial1"/>
    <dgm:cxn modelId="{8EE85699-9136-4110-98FE-8089410698C5}" type="presOf" srcId="{716E7249-AD15-40FA-B5D7-2C2A30CF013F}" destId="{1D0FA318-B72A-4373-94E1-4991FCCDE2A3}" srcOrd="0" destOrd="0" presId="urn:microsoft.com/office/officeart/2005/8/layout/radial1"/>
    <dgm:cxn modelId="{EACDB7F8-78D2-47BE-A536-21DC807E3808}" type="presOf" srcId="{30F71401-6723-414F-9AC1-6806BDDA5C13}" destId="{2CA05191-202E-4178-9548-6B6EED0A6A1B}" srcOrd="0" destOrd="0" presId="urn:microsoft.com/office/officeart/2005/8/layout/radial1"/>
    <dgm:cxn modelId="{0DFEB98C-3B40-4840-92B1-5FE14B39A4C4}" srcId="{F76C0526-5B2E-41C3-9F3F-D9320AA44593}" destId="{3CFD14AA-B39A-405E-96CB-D4AC43FAA3F7}" srcOrd="2" destOrd="0" parTransId="{16E41B8B-5753-4460-A27D-194B377312BC}" sibTransId="{C503306F-7909-40C9-8633-DEC6A3FCC88A}"/>
    <dgm:cxn modelId="{4EC6DB81-A5EF-422A-B0D9-8F98F6CA0CA5}" type="presParOf" srcId="{D2D72D3F-3CDF-4B57-A0B1-2F22656EA2DB}" destId="{BC98A093-81B8-48D4-965E-CA2D286A537D}" srcOrd="0" destOrd="0" presId="urn:microsoft.com/office/officeart/2005/8/layout/radial1"/>
    <dgm:cxn modelId="{2A3C72C8-4066-40D5-8356-9062BF547ADC}" type="presParOf" srcId="{D2D72D3F-3CDF-4B57-A0B1-2F22656EA2DB}" destId="{1D0FA318-B72A-4373-94E1-4991FCCDE2A3}" srcOrd="1" destOrd="0" presId="urn:microsoft.com/office/officeart/2005/8/layout/radial1"/>
    <dgm:cxn modelId="{8A7C778E-09DE-4185-9DDA-F42A2B9E94E9}" type="presParOf" srcId="{1D0FA318-B72A-4373-94E1-4991FCCDE2A3}" destId="{CEEFEFF8-C0DB-409C-8800-30A9E263CD6C}" srcOrd="0" destOrd="0" presId="urn:microsoft.com/office/officeart/2005/8/layout/radial1"/>
    <dgm:cxn modelId="{9B07BF09-18DA-493F-96E3-B590ED1154F7}" type="presParOf" srcId="{D2D72D3F-3CDF-4B57-A0B1-2F22656EA2DB}" destId="{801E00BD-D0DA-44C9-B3FB-F03DA8DC0B26}" srcOrd="2" destOrd="0" presId="urn:microsoft.com/office/officeart/2005/8/layout/radial1"/>
    <dgm:cxn modelId="{064D0BB3-A621-402D-A38B-2D0AE67112B3}" type="presParOf" srcId="{D2D72D3F-3CDF-4B57-A0B1-2F22656EA2DB}" destId="{2CA05191-202E-4178-9548-6B6EED0A6A1B}" srcOrd="3" destOrd="0" presId="urn:microsoft.com/office/officeart/2005/8/layout/radial1"/>
    <dgm:cxn modelId="{85EFECDB-6B6C-461E-9F3C-08BC421F862B}" type="presParOf" srcId="{2CA05191-202E-4178-9548-6B6EED0A6A1B}" destId="{6ACE6FCD-19FE-4E1C-828A-9139E0689B39}" srcOrd="0" destOrd="0" presId="urn:microsoft.com/office/officeart/2005/8/layout/radial1"/>
    <dgm:cxn modelId="{0CDD62F9-7B92-4914-BB03-1B45B424B5D3}" type="presParOf" srcId="{D2D72D3F-3CDF-4B57-A0B1-2F22656EA2DB}" destId="{4E8EA586-1CBF-4B2E-9790-9B48E016B5B5}" srcOrd="4" destOrd="0" presId="urn:microsoft.com/office/officeart/2005/8/layout/radial1"/>
    <dgm:cxn modelId="{2656C3B3-35A7-4597-AB98-B08555D99DA1}" type="presParOf" srcId="{D2D72D3F-3CDF-4B57-A0B1-2F22656EA2DB}" destId="{16E0D064-B24C-4021-8D67-9A4A8DAD41FC}" srcOrd="5" destOrd="0" presId="urn:microsoft.com/office/officeart/2005/8/layout/radial1"/>
    <dgm:cxn modelId="{05F0A7B6-DD9A-4F9F-B4FF-0D3060AA43EF}" type="presParOf" srcId="{16E0D064-B24C-4021-8D67-9A4A8DAD41FC}" destId="{CB9F4F68-953E-49FE-B690-A0A22A9E2EC1}" srcOrd="0" destOrd="0" presId="urn:microsoft.com/office/officeart/2005/8/layout/radial1"/>
    <dgm:cxn modelId="{162BE065-FB1B-4D73-A5FD-59C4437E32BF}" type="presParOf" srcId="{D2D72D3F-3CDF-4B57-A0B1-2F22656EA2DB}" destId="{084D3D95-5058-4F7C-95AC-C46B783BE88B}" srcOrd="6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0E0322-F4F5-40AD-AD3E-C7CBC71A4C47}">
      <dsp:nvSpPr>
        <dsp:cNvPr id="0" name=""/>
        <dsp:cNvSpPr/>
      </dsp:nvSpPr>
      <dsp:spPr>
        <a:xfrm>
          <a:off x="1191294" y="33744"/>
          <a:ext cx="1619719" cy="1619719"/>
        </a:xfrm>
        <a:prstGeom prst="ellipse">
          <a:avLst/>
        </a:prstGeom>
        <a:solidFill>
          <a:schemeClr val="accent2">
            <a:lumMod val="20000"/>
            <a:lumOff val="80000"/>
            <a:alpha val="30000"/>
          </a:schemeClr>
        </a:solidFill>
        <a:ln>
          <a:solidFill>
            <a:schemeClr val="accent2"/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ja-JP" altLang="en-US" sz="1200" kern="12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rPr>
            <a:t>Creation</a:t>
          </a:r>
          <a:r>
            <a:rPr lang="en-US" altLang="ja-JP" sz="1400" kern="120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rPr>
            <a:t/>
          </a:r>
          <a:br>
            <a:rPr lang="en-US" altLang="ja-JP" sz="1400" kern="120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rPr>
          </a:br>
          <a:r>
            <a:rPr lang="zh-TW" altLang="en-US" sz="1400" kern="1200" smtClean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rPr>
            <a:t>（創造）</a:t>
          </a:r>
          <a:endParaRPr kumimoji="1" lang="ja-JP" altLang="en-US" sz="1400" kern="1200" dirty="0">
            <a:latin typeface="微軟正黑體" panose="020B0604030504040204" pitchFamily="34" charset="-120"/>
            <a:ea typeface="微軟正黑體" panose="020B0604030504040204" pitchFamily="34" charset="-120"/>
            <a:cs typeface="Times New Roman" panose="02020603050405020304" pitchFamily="18" charset="0"/>
          </a:endParaRPr>
        </a:p>
      </dsp:txBody>
      <dsp:txXfrm>
        <a:off x="1407256" y="317195"/>
        <a:ext cx="1187794" cy="728873"/>
      </dsp:txXfrm>
    </dsp:sp>
    <dsp:sp modelId="{64FC0007-43F2-410C-96D0-1B9B2AE3F459}">
      <dsp:nvSpPr>
        <dsp:cNvPr id="0" name=""/>
        <dsp:cNvSpPr/>
      </dsp:nvSpPr>
      <dsp:spPr>
        <a:xfrm>
          <a:off x="1775743" y="1046068"/>
          <a:ext cx="1619719" cy="1619719"/>
        </a:xfrm>
        <a:prstGeom prst="ellipse">
          <a:avLst/>
        </a:prstGeom>
        <a:solidFill>
          <a:schemeClr val="accent2">
            <a:lumMod val="40000"/>
            <a:lumOff val="60000"/>
            <a:alpha val="30000"/>
          </a:schemeClr>
        </a:solidFill>
        <a:ln>
          <a:solidFill>
            <a:schemeClr val="accent2"/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ja-JP" altLang="en-US" sz="1200" kern="12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rPr>
            <a:t>Conversation</a:t>
          </a:r>
          <a:r>
            <a:rPr lang="en-US" altLang="ja-JP" sz="1400" kern="120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rPr>
            <a:t/>
          </a:r>
          <a:br>
            <a:rPr lang="en-US" altLang="ja-JP" sz="1400" kern="120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rPr>
          </a:br>
          <a:r>
            <a:rPr lang="zh-TW" altLang="en-US" sz="1400" kern="1200" smtClean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rPr>
            <a:t>（對話）</a:t>
          </a:r>
          <a:endParaRPr lang="ja-JP" altLang="en-US" sz="1400" kern="1200" dirty="0">
            <a:latin typeface="微軟正黑體" panose="020B0604030504040204" pitchFamily="34" charset="-120"/>
            <a:ea typeface="微軟正黑體" panose="020B0604030504040204" pitchFamily="34" charset="-120"/>
            <a:cs typeface="Times New Roman" panose="02020603050405020304" pitchFamily="18" charset="0"/>
          </a:endParaRPr>
        </a:p>
      </dsp:txBody>
      <dsp:txXfrm>
        <a:off x="2271107" y="1464496"/>
        <a:ext cx="971831" cy="890845"/>
      </dsp:txXfrm>
    </dsp:sp>
    <dsp:sp modelId="{D75EB91A-555F-459D-9712-70F711CAD54B}">
      <dsp:nvSpPr>
        <dsp:cNvPr id="0" name=""/>
        <dsp:cNvSpPr/>
      </dsp:nvSpPr>
      <dsp:spPr>
        <a:xfrm>
          <a:off x="606845" y="1046068"/>
          <a:ext cx="1619719" cy="1619719"/>
        </a:xfrm>
        <a:prstGeom prst="ellipse">
          <a:avLst/>
        </a:prstGeom>
        <a:solidFill>
          <a:schemeClr val="accent2">
            <a:lumMod val="60000"/>
            <a:lumOff val="40000"/>
            <a:alpha val="30000"/>
          </a:schemeClr>
        </a:solidFill>
        <a:ln>
          <a:solidFill>
            <a:schemeClr val="accent2"/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ja-JP" altLang="en-US" sz="1200" kern="12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rPr>
            <a:t>Confidence</a:t>
          </a:r>
          <a:r>
            <a:rPr lang="en-US" altLang="ja-JP" sz="1400" kern="120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rPr>
            <a:t/>
          </a:r>
          <a:br>
            <a:rPr lang="en-US" altLang="ja-JP" sz="1400" kern="120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rPr>
          </a:br>
          <a:r>
            <a:rPr lang="zh-TW" altLang="en-US" sz="1400" kern="1200" smtClean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rPr>
            <a:t>（信賴）</a:t>
          </a:r>
          <a:endParaRPr lang="ja-JP" altLang="en-US" sz="1400" kern="1200" dirty="0">
            <a:latin typeface="微軟正黑體" panose="020B0604030504040204" pitchFamily="34" charset="-120"/>
            <a:ea typeface="微軟正黑體" panose="020B0604030504040204" pitchFamily="34" charset="-120"/>
            <a:cs typeface="Times New Roman" panose="02020603050405020304" pitchFamily="18" charset="0"/>
          </a:endParaRPr>
        </a:p>
      </dsp:txBody>
      <dsp:txXfrm>
        <a:off x="759369" y="1464496"/>
        <a:ext cx="971831" cy="8908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BFDE5C-F019-48D1-A160-E93DE2F12843}">
      <dsp:nvSpPr>
        <dsp:cNvPr id="0" name=""/>
        <dsp:cNvSpPr/>
      </dsp:nvSpPr>
      <dsp:spPr>
        <a:xfrm>
          <a:off x="230015" y="552"/>
          <a:ext cx="983965" cy="983965"/>
        </a:xfrm>
        <a:prstGeom prst="ellipse">
          <a:avLst/>
        </a:prstGeom>
        <a:solidFill>
          <a:srgbClr val="BD582C">
            <a:lumMod val="20000"/>
            <a:lumOff val="80000"/>
            <a:alpha val="30000"/>
          </a:srgbClr>
        </a:solidFill>
        <a:ln>
          <a:solidFill>
            <a:srgbClr val="BD582C"/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400" kern="120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設計力</a:t>
          </a:r>
          <a:endParaRPr lang="en-US" altLang="ja-JP" sz="140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微軟正黑體" panose="020B0604030504040204" pitchFamily="34" charset="-120"/>
            <a:ea typeface="微軟正黑體" panose="020B0604030504040204" pitchFamily="34" charset="-120"/>
            <a:cs typeface="+mn-cs"/>
          </a:endParaRPr>
        </a:p>
      </dsp:txBody>
      <dsp:txXfrm>
        <a:off x="374113" y="144650"/>
        <a:ext cx="695769" cy="695769"/>
      </dsp:txXfrm>
    </dsp:sp>
    <dsp:sp modelId="{432277C9-1A8A-454F-A2C9-3C6843425870}">
      <dsp:nvSpPr>
        <dsp:cNvPr id="0" name=""/>
        <dsp:cNvSpPr/>
      </dsp:nvSpPr>
      <dsp:spPr>
        <a:xfrm>
          <a:off x="436648" y="1064415"/>
          <a:ext cx="570700" cy="570700"/>
        </a:xfrm>
        <a:prstGeom prst="mathPlus">
          <a:avLst/>
        </a:prstGeom>
        <a:gradFill rotWithShape="0">
          <a:gsLst>
            <a:gs pos="0">
              <a:schemeClr val="accent2">
                <a:shade val="9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shade val="9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shade val="9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kumimoji="1" lang="ja-JP" altLang="en-US" sz="900" kern="1200"/>
        </a:p>
      </dsp:txBody>
      <dsp:txXfrm>
        <a:off x="512294" y="1282651"/>
        <a:ext cx="419408" cy="134228"/>
      </dsp:txXfrm>
    </dsp:sp>
    <dsp:sp modelId="{4B4522C5-FAB4-4C2A-8713-B5A6A952A89B}">
      <dsp:nvSpPr>
        <dsp:cNvPr id="0" name=""/>
        <dsp:cNvSpPr/>
      </dsp:nvSpPr>
      <dsp:spPr>
        <a:xfrm>
          <a:off x="230015" y="1715014"/>
          <a:ext cx="983965" cy="983965"/>
        </a:xfrm>
        <a:prstGeom prst="ellipse">
          <a:avLst/>
        </a:prstGeom>
        <a:solidFill>
          <a:srgbClr val="BD582C">
            <a:lumMod val="20000"/>
            <a:lumOff val="80000"/>
            <a:alpha val="30000"/>
          </a:srgbClr>
        </a:solidFill>
        <a:ln>
          <a:solidFill>
            <a:srgbClr val="BD582C"/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400" kern="120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想像力</a:t>
          </a:r>
          <a:endParaRPr lang="ja-JP" altLang="en-US" sz="140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微軟正黑體" panose="020B0604030504040204" pitchFamily="34" charset="-120"/>
            <a:ea typeface="微軟正黑體" panose="020B0604030504040204" pitchFamily="34" charset="-120"/>
            <a:cs typeface="+mn-cs"/>
          </a:endParaRPr>
        </a:p>
      </dsp:txBody>
      <dsp:txXfrm>
        <a:off x="374113" y="1859112"/>
        <a:ext cx="695769" cy="695769"/>
      </dsp:txXfrm>
    </dsp:sp>
    <dsp:sp modelId="{EE5C0B8F-178D-497A-8DA7-CAF73F6A35C1}">
      <dsp:nvSpPr>
        <dsp:cNvPr id="0" name=""/>
        <dsp:cNvSpPr/>
      </dsp:nvSpPr>
      <dsp:spPr>
        <a:xfrm>
          <a:off x="1361576" y="1166748"/>
          <a:ext cx="312901" cy="3660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kumimoji="1" lang="ja-JP" altLang="en-US" sz="1500" kern="1200"/>
        </a:p>
      </dsp:txBody>
      <dsp:txXfrm>
        <a:off x="1361576" y="1239955"/>
        <a:ext cx="219031" cy="219621"/>
      </dsp:txXfrm>
    </dsp:sp>
    <dsp:sp modelId="{E0C4BACB-29CA-4619-9D4D-E40D89E7D9D8}">
      <dsp:nvSpPr>
        <dsp:cNvPr id="0" name=""/>
        <dsp:cNvSpPr/>
      </dsp:nvSpPr>
      <dsp:spPr>
        <a:xfrm>
          <a:off x="1804360" y="365800"/>
          <a:ext cx="1967931" cy="1967931"/>
        </a:xfrm>
        <a:prstGeom prst="ellipse">
          <a:avLst/>
        </a:prstGeom>
        <a:solidFill>
          <a:schemeClr val="accent2">
            <a:lumMod val="60000"/>
            <a:lumOff val="40000"/>
            <a:alpha val="30000"/>
          </a:schemeClr>
        </a:solidFill>
        <a:ln>
          <a:solidFill>
            <a:srgbClr val="BD582C"/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400" kern="120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高品質的</a:t>
          </a:r>
          <a:r>
            <a:rPr lang="en-US" altLang="ja-JP" sz="1400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/>
          </a:r>
          <a:br>
            <a:rPr lang="en-US" altLang="ja-JP" sz="1400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</a:br>
          <a:r>
            <a:rPr lang="zh-TW" altLang="en-US" sz="1400" kern="120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附加價值產品</a:t>
          </a:r>
          <a:endParaRPr lang="ja-JP" altLang="en-US" sz="140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微軟正黑體" panose="020B0604030504040204" pitchFamily="34" charset="-120"/>
            <a:ea typeface="微軟正黑體" panose="020B0604030504040204" pitchFamily="34" charset="-120"/>
            <a:cs typeface="+mn-cs"/>
          </a:endParaRPr>
        </a:p>
      </dsp:txBody>
      <dsp:txXfrm>
        <a:off x="2092557" y="653997"/>
        <a:ext cx="1391537" cy="13915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4E139B-3A33-4790-87C1-ECBFB2F43345}">
      <dsp:nvSpPr>
        <dsp:cNvPr id="0" name=""/>
        <dsp:cNvSpPr/>
      </dsp:nvSpPr>
      <dsp:spPr>
        <a:xfrm>
          <a:off x="1172" y="1064054"/>
          <a:ext cx="1428558" cy="571423"/>
        </a:xfrm>
        <a:prstGeom prst="chevron">
          <a:avLst/>
        </a:prstGeom>
        <a:solidFill>
          <a:schemeClr val="accent2">
            <a:lumMod val="20000"/>
            <a:lumOff val="80000"/>
            <a:alpha val="30000"/>
          </a:schemeClr>
        </a:solidFill>
        <a:ln>
          <a:solidFill>
            <a:schemeClr val="accent2"/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1400" kern="120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試行</a:t>
          </a:r>
          <a:endParaRPr kumimoji="1" lang="ja-JP" altLang="en-US" sz="14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286884" y="1064054"/>
        <a:ext cx="857135" cy="571423"/>
      </dsp:txXfrm>
    </dsp:sp>
    <dsp:sp modelId="{BE3D2F83-DF16-4B39-B254-1EDFC21F78DE}">
      <dsp:nvSpPr>
        <dsp:cNvPr id="0" name=""/>
        <dsp:cNvSpPr/>
      </dsp:nvSpPr>
      <dsp:spPr>
        <a:xfrm>
          <a:off x="1286874" y="1064054"/>
          <a:ext cx="1428558" cy="571423"/>
        </a:xfrm>
        <a:prstGeom prst="chevron">
          <a:avLst/>
        </a:prstGeom>
        <a:solidFill>
          <a:schemeClr val="accent2">
            <a:lumMod val="40000"/>
            <a:lumOff val="60000"/>
            <a:alpha val="30000"/>
          </a:schemeClr>
        </a:solidFill>
        <a:ln>
          <a:solidFill>
            <a:schemeClr val="accent2"/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1400" kern="120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摸索</a:t>
          </a:r>
          <a:endParaRPr lang="ja-JP" altLang="en-US" sz="14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572586" y="1064054"/>
        <a:ext cx="857135" cy="571423"/>
      </dsp:txXfrm>
    </dsp:sp>
    <dsp:sp modelId="{BC15EBE5-B722-4495-B091-06FBA18580C2}">
      <dsp:nvSpPr>
        <dsp:cNvPr id="0" name=""/>
        <dsp:cNvSpPr/>
      </dsp:nvSpPr>
      <dsp:spPr>
        <a:xfrm>
          <a:off x="2572577" y="1064054"/>
          <a:ext cx="1428558" cy="571423"/>
        </a:xfrm>
        <a:prstGeom prst="chevron">
          <a:avLst/>
        </a:prstGeom>
        <a:solidFill>
          <a:schemeClr val="accent2">
            <a:lumMod val="60000"/>
            <a:lumOff val="40000"/>
            <a:alpha val="30000"/>
          </a:schemeClr>
        </a:solidFill>
        <a:ln>
          <a:solidFill>
            <a:schemeClr val="accent2"/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1400" kern="120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信賴</a:t>
          </a:r>
          <a:endParaRPr lang="ja-JP" altLang="en-US" sz="14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2858289" y="1064054"/>
        <a:ext cx="857135" cy="57142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98A093-81B8-48D4-965E-CA2D286A537D}">
      <dsp:nvSpPr>
        <dsp:cNvPr id="0" name=""/>
        <dsp:cNvSpPr/>
      </dsp:nvSpPr>
      <dsp:spPr>
        <a:xfrm>
          <a:off x="1480661" y="1123942"/>
          <a:ext cx="862630" cy="862630"/>
        </a:xfrm>
        <a:prstGeom prst="ellipse">
          <a:avLst/>
        </a:prstGeom>
        <a:solidFill>
          <a:srgbClr val="BD582C">
            <a:lumMod val="20000"/>
            <a:lumOff val="80000"/>
            <a:alpha val="30000"/>
          </a:srgbClr>
        </a:solidFill>
        <a:ln w="12700" cap="flat" cmpd="sng" algn="ctr">
          <a:solidFill>
            <a:srgbClr val="BD582C"/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zh-TW" altLang="en-US" sz="1400" kern="120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對話</a:t>
          </a:r>
          <a:endParaRPr kumimoji="1" lang="ja-JP" altLang="en-US" sz="1400" kern="1200" dirty="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606990" y="1250271"/>
        <a:ext cx="609972" cy="609972"/>
      </dsp:txXfrm>
    </dsp:sp>
    <dsp:sp modelId="{1D0FA318-B72A-4373-94E1-4991FCCDE2A3}">
      <dsp:nvSpPr>
        <dsp:cNvPr id="0" name=""/>
        <dsp:cNvSpPr/>
      </dsp:nvSpPr>
      <dsp:spPr>
        <a:xfrm rot="16200000">
          <a:off x="1782078" y="973741"/>
          <a:ext cx="259796" cy="40605"/>
        </a:xfrm>
        <a:custGeom>
          <a:avLst/>
          <a:gdLst/>
          <a:ahLst/>
          <a:cxnLst/>
          <a:rect l="0" t="0" r="0" b="0"/>
          <a:pathLst>
            <a:path>
              <a:moveTo>
                <a:pt x="0" y="20302"/>
              </a:moveTo>
              <a:lnTo>
                <a:pt x="259796" y="2030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kumimoji="1" lang="ja-JP" altLang="en-US" sz="1400" kern="1200">
            <a:solidFill>
              <a:schemeClr val="tx1"/>
            </a:solidFill>
          </a:endParaRPr>
        </a:p>
      </dsp:txBody>
      <dsp:txXfrm>
        <a:off x="1905481" y="987548"/>
        <a:ext cx="12989" cy="12989"/>
      </dsp:txXfrm>
    </dsp:sp>
    <dsp:sp modelId="{801E00BD-D0DA-44C9-B3FB-F03DA8DC0B26}">
      <dsp:nvSpPr>
        <dsp:cNvPr id="0" name=""/>
        <dsp:cNvSpPr/>
      </dsp:nvSpPr>
      <dsp:spPr>
        <a:xfrm>
          <a:off x="1480661" y="1515"/>
          <a:ext cx="862630" cy="862630"/>
        </a:xfrm>
        <a:prstGeom prst="ellipse">
          <a:avLst/>
        </a:prstGeom>
        <a:solidFill>
          <a:srgbClr val="BD582C">
            <a:lumMod val="20000"/>
            <a:lumOff val="80000"/>
            <a:alpha val="30000"/>
          </a:srgbClr>
        </a:solidFill>
        <a:ln w="12700" cap="flat" cmpd="sng" algn="ctr">
          <a:solidFill>
            <a:srgbClr val="BD582C"/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400" kern="120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技術</a:t>
          </a:r>
          <a:r>
            <a:rPr lang="en-US" altLang="zh-TW" sz="1400" kern="120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/>
          </a:r>
          <a:br>
            <a:rPr lang="en-US" altLang="zh-TW" sz="1400" kern="120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</a:br>
          <a:r>
            <a:rPr lang="zh-TW" altLang="en-US" sz="1400" kern="120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陣營</a:t>
          </a:r>
          <a:endParaRPr lang="ja-JP" altLang="en-US" sz="140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微軟正黑體" panose="020B0604030504040204" pitchFamily="34" charset="-120"/>
            <a:ea typeface="微軟正黑體" panose="020B0604030504040204" pitchFamily="34" charset="-120"/>
            <a:cs typeface="+mn-cs"/>
          </a:endParaRPr>
        </a:p>
      </dsp:txBody>
      <dsp:txXfrm>
        <a:off x="1606990" y="127844"/>
        <a:ext cx="609972" cy="609972"/>
      </dsp:txXfrm>
    </dsp:sp>
    <dsp:sp modelId="{2CA05191-202E-4178-9548-6B6EED0A6A1B}">
      <dsp:nvSpPr>
        <dsp:cNvPr id="0" name=""/>
        <dsp:cNvSpPr/>
      </dsp:nvSpPr>
      <dsp:spPr>
        <a:xfrm rot="1800000">
          <a:off x="2268103" y="1815561"/>
          <a:ext cx="259796" cy="40605"/>
        </a:xfrm>
        <a:custGeom>
          <a:avLst/>
          <a:gdLst/>
          <a:ahLst/>
          <a:cxnLst/>
          <a:rect l="0" t="0" r="0" b="0"/>
          <a:pathLst>
            <a:path>
              <a:moveTo>
                <a:pt x="0" y="20302"/>
              </a:moveTo>
              <a:lnTo>
                <a:pt x="259796" y="2030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kumimoji="1" lang="ja-JP" altLang="en-US" sz="1400" kern="1200">
            <a:solidFill>
              <a:schemeClr val="tx1"/>
            </a:solidFill>
          </a:endParaRPr>
        </a:p>
      </dsp:txBody>
      <dsp:txXfrm>
        <a:off x="2391506" y="1829369"/>
        <a:ext cx="12989" cy="12989"/>
      </dsp:txXfrm>
    </dsp:sp>
    <dsp:sp modelId="{4E8EA586-1CBF-4B2E-9790-9B48E016B5B5}">
      <dsp:nvSpPr>
        <dsp:cNvPr id="0" name=""/>
        <dsp:cNvSpPr/>
      </dsp:nvSpPr>
      <dsp:spPr>
        <a:xfrm>
          <a:off x="2452711" y="1685155"/>
          <a:ext cx="862630" cy="862630"/>
        </a:xfrm>
        <a:prstGeom prst="ellipse">
          <a:avLst/>
        </a:prstGeom>
        <a:solidFill>
          <a:srgbClr val="BD582C">
            <a:lumMod val="20000"/>
            <a:lumOff val="80000"/>
            <a:alpha val="30000"/>
          </a:srgbClr>
        </a:solidFill>
        <a:ln w="12700" cap="flat" cmpd="sng" algn="ctr">
          <a:solidFill>
            <a:srgbClr val="BD582C"/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zh-TW" altLang="en-US" sz="1400" kern="120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業務</a:t>
          </a:r>
          <a:r>
            <a:rPr kumimoji="1" lang="en-US" altLang="ja-JP" sz="1400" kern="120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/>
          </a:r>
          <a:br>
            <a:rPr kumimoji="1" lang="en-US" altLang="ja-JP" sz="1400" kern="120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kumimoji="1" lang="zh-TW" altLang="en-US" sz="1400" kern="120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團隊</a:t>
          </a:r>
          <a:endParaRPr kumimoji="1" lang="ja-JP" altLang="en-US" sz="1400" kern="1200" dirty="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2579040" y="1811484"/>
        <a:ext cx="609972" cy="609972"/>
      </dsp:txXfrm>
    </dsp:sp>
    <dsp:sp modelId="{16E0D064-B24C-4021-8D67-9A4A8DAD41FC}">
      <dsp:nvSpPr>
        <dsp:cNvPr id="0" name=""/>
        <dsp:cNvSpPr/>
      </dsp:nvSpPr>
      <dsp:spPr>
        <a:xfrm rot="9000000">
          <a:off x="1296052" y="1815561"/>
          <a:ext cx="259796" cy="40605"/>
        </a:xfrm>
        <a:custGeom>
          <a:avLst/>
          <a:gdLst/>
          <a:ahLst/>
          <a:cxnLst/>
          <a:rect l="0" t="0" r="0" b="0"/>
          <a:pathLst>
            <a:path>
              <a:moveTo>
                <a:pt x="0" y="20302"/>
              </a:moveTo>
              <a:lnTo>
                <a:pt x="259796" y="2030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kumimoji="1" lang="ja-JP" altLang="en-US" sz="1400" kern="1200">
            <a:solidFill>
              <a:schemeClr val="tx1"/>
            </a:solidFill>
          </a:endParaRPr>
        </a:p>
      </dsp:txBody>
      <dsp:txXfrm rot="10800000">
        <a:off x="1419456" y="1829369"/>
        <a:ext cx="12989" cy="12989"/>
      </dsp:txXfrm>
    </dsp:sp>
    <dsp:sp modelId="{084D3D95-5058-4F7C-95AC-C46B783BE88B}">
      <dsp:nvSpPr>
        <dsp:cNvPr id="0" name=""/>
        <dsp:cNvSpPr/>
      </dsp:nvSpPr>
      <dsp:spPr>
        <a:xfrm>
          <a:off x="508611" y="1685155"/>
          <a:ext cx="862630" cy="862630"/>
        </a:xfrm>
        <a:prstGeom prst="ellipse">
          <a:avLst/>
        </a:prstGeom>
        <a:solidFill>
          <a:srgbClr val="BD582C">
            <a:lumMod val="20000"/>
            <a:lumOff val="80000"/>
            <a:alpha val="30000"/>
          </a:srgbClr>
        </a:solidFill>
        <a:ln w="12700" cap="flat" cmpd="sng" algn="ctr">
          <a:solidFill>
            <a:srgbClr val="BD582C"/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400" kern="1200" smtClean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顧客</a:t>
          </a:r>
          <a:endParaRPr lang="ja-JP" altLang="en-US" sz="140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微軟正黑體" panose="020B0604030504040204" pitchFamily="34" charset="-120"/>
            <a:ea typeface="微軟正黑體" panose="020B0604030504040204" pitchFamily="34" charset="-120"/>
            <a:cs typeface="+mn-cs"/>
          </a:endParaRPr>
        </a:p>
      </dsp:txBody>
      <dsp:txXfrm>
        <a:off x="634940" y="1811484"/>
        <a:ext cx="609972" cy="6099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equation2">
  <dgm:title val=""/>
  <dgm:desc val=""/>
  <dgm:catLst>
    <dgm:cat type="relationship" pri="18000"/>
    <dgm:cat type="process" pri="2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linDir" val="fromL"/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ch" ptType="node" func="cnt" op="gte" val="3">
        <dgm:constrLst>
          <dgm:constr type="h" for="des" forName="node" refType="w" fact="0.5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ch" forName="lastNode" op="equ" val="65"/>
          <dgm:constr type="primFontSz" for="des" forName="node" op="equ" val="65"/>
          <dgm:constr type="primFontSz" for="des" forName="sibTrans" val="55"/>
          <dgm:constr type="primFontSz" for="des" forName="sibTrans" refType="primFontSz" refFor="des" refForName="node" op="lte" fact="0.8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if>
      <dgm:else name="Name6">
        <dgm:constrLst>
          <dgm:constr type="h" for="des" forName="node" refType="w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des" forName="node" val="65"/>
          <dgm:constr type="primFontSz" for="ch" forName="lastNode" refType="primFontSz" refFor="des" refForName="node" op="equ"/>
          <dgm:constr type="primFontSz" for="des" forName="sibTrans" val="55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else>
    </dgm:choose>
    <dgm:ruleLst/>
    <dgm:choose name="Name7">
      <dgm:if name="Name8" axis="ch" ptType="node" func="cnt" op="gte" val="1">
        <dgm:layoutNode name="vNodes">
          <dgm:alg type="lin">
            <dgm:param type="linDir" val="fromT"/>
            <dgm:param type="fallback" val="2D"/>
          </dgm:alg>
          <dgm:shape xmlns:r="http://schemas.openxmlformats.org/officeDocument/2006/relationships" r:blip="">
            <dgm:adjLst/>
          </dgm:shape>
          <dgm:presOf/>
          <dgm:constrLst/>
          <dgm:ruleLst/>
          <dgm:forEach name="Name9" axis="ch" ptType="node">
            <dgm:choose name="Name10">
              <dgm:if name="Name11" axis="self" func="revPos" op="neq" val="1">
                <dgm:layoutNode name="node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  <dgm:choose name="Name12">
                  <dgm:if name="Name13" axis="self" ptType="node" func="revPos" op="gt" val="2">
                    <dgm:forEach name="sibTransForEach" axis="followSib" ptType="sibTrans" cnt="1">
                      <dgm:layoutNode name="spacerT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  <dgm:layoutNode name="sibTrans">
                        <dgm:alg type="tx"/>
                        <dgm:shape xmlns:r="http://schemas.openxmlformats.org/officeDocument/2006/relationships" type="mathPlus" r:blip="">
                          <dgm:adjLst/>
                        </dgm:shape>
                        <dgm:presOf axis="self"/>
                        <dgm:constrLst>
                          <dgm:constr type="h" refType="w"/>
                          <dgm:constr type="lMarg"/>
                          <dgm:constr type="rMarg"/>
                          <dgm:constr type="tMarg"/>
                          <dgm:constr type="bMarg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spacerB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</dgm:forEach>
                  </dgm:if>
                  <dgm:else name="Name14"/>
                </dgm:choose>
              </dgm:if>
              <dgm:else name="Name15"/>
            </dgm:choose>
          </dgm:forEach>
        </dgm:layoutNode>
        <dgm:choose name="Name16">
          <dgm:if name="Name17" axis="ch" ptType="node" func="cnt" op="gt" val="1">
            <dgm:layoutNode name="sibTransLast">
              <dgm:alg type="conn">
                <dgm:param type="begPts" val="auto"/>
                <dgm:param type="endPts" val="auto"/>
                <dgm:param type="srcNode" val="vNodes"/>
                <dgm:param type="dstNode" val="lastNode"/>
              </dgm:alg>
              <dgm:shape xmlns:r="http://schemas.openxmlformats.org/officeDocument/2006/relationships" type="conn" r:blip="">
                <dgm:adjLst/>
              </dgm:shape>
              <dgm:presOf axis="ch" ptType="sibTrans" st="-1" cnt="1"/>
              <dgm:constrLst>
                <dgm:constr type="h" refType="w" fact="0.62"/>
                <dgm:constr type="connDist"/>
                <dgm:constr type="begPad" refType="connDist" fact="0.25"/>
                <dgm:constr type="endPad" refType="connDist" fact="0.22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ch desOrSelf" ptType="sibTrans sibTrans" st="-1 1" cnt="1 0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if>
          <dgm:else name="Name18"/>
        </dgm:choose>
        <dgm:layoutNode name="lastNode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ch desOrSelf" ptType="node node" st="-1 1" cnt="1 0"/>
          <dgm:constrLst>
            <dgm:constr type="h" refType="w"/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</dgm:if>
      <dgm:else name="Name19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7BF84-EE12-4F4F-A052-75E6966633DD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00695-419C-46D5-8C59-5BC8608E4A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6412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7BF84-EE12-4F4F-A052-75E6966633DD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00695-419C-46D5-8C59-5BC8608E4A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6930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7BF84-EE12-4F4F-A052-75E6966633DD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00695-419C-46D5-8C59-5BC8608E4A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3123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7BF84-EE12-4F4F-A052-75E6966633DD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00695-419C-46D5-8C59-5BC8608E4A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0609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7BF84-EE12-4F4F-A052-75E6966633DD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00695-419C-46D5-8C59-5BC8608E4A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4321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7BF84-EE12-4F4F-A052-75E6966633DD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00695-419C-46D5-8C59-5BC8608E4A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8156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7BF84-EE12-4F4F-A052-75E6966633DD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00695-419C-46D5-8C59-5BC8608E4A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3670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7BF84-EE12-4F4F-A052-75E6966633DD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00695-419C-46D5-8C59-5BC8608E4A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486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7BF84-EE12-4F4F-A052-75E6966633DD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00695-419C-46D5-8C59-5BC8608E4A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4022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7BF84-EE12-4F4F-A052-75E6966633DD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00695-419C-46D5-8C59-5BC8608E4A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5936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7BF84-EE12-4F4F-A052-75E6966633DD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00695-419C-46D5-8C59-5BC8608E4A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9131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F7BF84-EE12-4F4F-A052-75E6966633DD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500695-419C-46D5-8C59-5BC8608E4A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6737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xmlns="" id="{08F60B43-94B6-4EFF-92B8-8FE304474E06}"/>
              </a:ext>
            </a:extLst>
          </p:cNvPr>
          <p:cNvGrpSpPr/>
          <p:nvPr/>
        </p:nvGrpSpPr>
        <p:grpSpPr>
          <a:xfrm>
            <a:off x="-1427356" y="-1427356"/>
            <a:ext cx="11333357" cy="8191278"/>
            <a:chOff x="-1427356" y="-1427356"/>
            <a:chExt cx="11333357" cy="8191278"/>
          </a:xfrm>
        </p:grpSpPr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xmlns="" id="{FD017E3E-63A1-4D82-8FFB-6CA1B52663A4}"/>
                </a:ext>
              </a:extLst>
            </p:cNvPr>
            <p:cNvSpPr/>
            <p:nvPr/>
          </p:nvSpPr>
          <p:spPr>
            <a:xfrm>
              <a:off x="1" y="0"/>
              <a:ext cx="9906000" cy="100452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dirty="0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9" name="パイ 3">
              <a:extLst>
                <a:ext uri="{FF2B5EF4-FFF2-40B4-BE49-F238E27FC236}">
                  <a16:creationId xmlns:a16="http://schemas.microsoft.com/office/drawing/2014/main" xmlns="" id="{6A7F4AA2-3709-4F71-99D2-83116156938A}"/>
                </a:ext>
              </a:extLst>
            </p:cNvPr>
            <p:cNvSpPr/>
            <p:nvPr/>
          </p:nvSpPr>
          <p:spPr>
            <a:xfrm rot="5400000" flipH="1">
              <a:off x="-1427356" y="-1427356"/>
              <a:ext cx="2670930" cy="2670930"/>
            </a:xfrm>
            <a:prstGeom prst="pie">
              <a:avLst>
                <a:gd name="adj1" fmla="val 10788133"/>
                <a:gd name="adj2" fmla="val 16200000"/>
              </a:avLst>
            </a:prstGeom>
            <a:solidFill>
              <a:schemeClr val="accent6">
                <a:lumMod val="50000"/>
              </a:schemeClr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n>
                  <a:solidFill>
                    <a:schemeClr val="accent1"/>
                  </a:solidFill>
                </a:ln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xmlns="" id="{F8C39A5C-A379-4B3B-901D-75C0D5DE55E2}"/>
                </a:ext>
              </a:extLst>
            </p:cNvPr>
            <p:cNvSpPr txBox="1"/>
            <p:nvPr/>
          </p:nvSpPr>
          <p:spPr>
            <a:xfrm>
              <a:off x="1432894" y="219795"/>
              <a:ext cx="437499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4000" b="1" dirty="0">
                  <a:solidFill>
                    <a:schemeClr val="accent6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Policy</a:t>
              </a:r>
              <a:endParaRPr kumimoji="1" lang="ja-JP" altLang="en-US" sz="4000" b="1" dirty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xmlns="" id="{DEBDA223-C084-45E3-ADD0-2D0EF316157A}"/>
                </a:ext>
              </a:extLst>
            </p:cNvPr>
            <p:cNvSpPr txBox="1"/>
            <p:nvPr/>
          </p:nvSpPr>
          <p:spPr>
            <a:xfrm>
              <a:off x="225910" y="115697"/>
              <a:ext cx="46492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48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1</a:t>
              </a:r>
              <a:endParaRPr kumimoji="1" lang="ja-JP" altLang="en-US" sz="4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xmlns="" id="{20C09103-0035-4AD1-9A6A-B9888BBAFABA}"/>
                </a:ext>
              </a:extLst>
            </p:cNvPr>
            <p:cNvSpPr/>
            <p:nvPr/>
          </p:nvSpPr>
          <p:spPr>
            <a:xfrm rot="16200000">
              <a:off x="30738" y="1712406"/>
              <a:ext cx="5153094" cy="4225142"/>
            </a:xfrm>
            <a:prstGeom prst="rect">
              <a:avLst/>
            </a:prstGeom>
            <a:solidFill>
              <a:schemeClr val="bg1"/>
            </a:solidFill>
            <a:ln w="19050" cap="sq">
              <a:solidFill>
                <a:schemeClr val="accent6">
                  <a:lumMod val="75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xmlns="" id="{7BE0993F-57C9-4435-A090-F3FB3DCB4E1D}"/>
                </a:ext>
              </a:extLst>
            </p:cNvPr>
            <p:cNvSpPr/>
            <p:nvPr/>
          </p:nvSpPr>
          <p:spPr>
            <a:xfrm>
              <a:off x="5019286" y="5118945"/>
              <a:ext cx="4384082" cy="12825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 cap="sq">
              <a:solidFill>
                <a:schemeClr val="accent6">
                  <a:lumMod val="75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xmlns="" id="{F62FD36E-4708-4CA5-A568-FC7936D81AA9}"/>
                </a:ext>
              </a:extLst>
            </p:cNvPr>
            <p:cNvSpPr/>
            <p:nvPr/>
          </p:nvSpPr>
          <p:spPr>
            <a:xfrm>
              <a:off x="5019286" y="1248430"/>
              <a:ext cx="4392000" cy="3546047"/>
            </a:xfrm>
            <a:prstGeom prst="rect">
              <a:avLst/>
            </a:prstGeom>
            <a:solidFill>
              <a:schemeClr val="bg1"/>
            </a:solidFill>
            <a:ln w="19050" cap="sq">
              <a:solidFill>
                <a:schemeClr val="accent6">
                  <a:lumMod val="75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xmlns="" id="{3F43C901-1B06-4D7A-92FA-51DF5B61BA2F}"/>
                </a:ext>
              </a:extLst>
            </p:cNvPr>
            <p:cNvSpPr txBox="1"/>
            <p:nvPr/>
          </p:nvSpPr>
          <p:spPr>
            <a:xfrm>
              <a:off x="5824403" y="1452169"/>
              <a:ext cx="27782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b="1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３</a:t>
              </a:r>
              <a:r>
                <a:rPr kumimoji="1" lang="zh-TW" altLang="en-US" b="1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種</a:t>
              </a:r>
              <a:r>
                <a:rPr kumimoji="1" lang="en-US" altLang="ja-JP" b="1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C</a:t>
              </a:r>
              <a:endParaRPr kumimoji="1" lang="ja-JP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xmlns="" id="{D504D140-3301-4E66-A87E-AE959BDAF7DF}"/>
                </a:ext>
              </a:extLst>
            </p:cNvPr>
            <p:cNvSpPr txBox="1"/>
            <p:nvPr/>
          </p:nvSpPr>
          <p:spPr>
            <a:xfrm>
              <a:off x="5392630" y="5584975"/>
              <a:ext cx="36398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持續提供高品質的產品</a:t>
              </a:r>
              <a:endParaRPr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grpSp>
          <p:nvGrpSpPr>
            <p:cNvPr id="17" name="グループ化 16">
              <a:extLst>
                <a:ext uri="{FF2B5EF4-FFF2-40B4-BE49-F238E27FC236}">
                  <a16:creationId xmlns:a16="http://schemas.microsoft.com/office/drawing/2014/main" xmlns="" id="{13B2DA7A-DC4A-41D9-9C82-F2144D28E421}"/>
                </a:ext>
              </a:extLst>
            </p:cNvPr>
            <p:cNvGrpSpPr/>
            <p:nvPr/>
          </p:nvGrpSpPr>
          <p:grpSpPr>
            <a:xfrm>
              <a:off x="4692078" y="2252482"/>
              <a:ext cx="310324" cy="1548000"/>
              <a:chOff x="4692078" y="2252482"/>
              <a:chExt cx="310324" cy="1548000"/>
            </a:xfrm>
          </p:grpSpPr>
          <p:sp>
            <p:nvSpPr>
              <p:cNvPr id="5" name="二等辺三角形 4">
                <a:extLst>
                  <a:ext uri="{FF2B5EF4-FFF2-40B4-BE49-F238E27FC236}">
                    <a16:creationId xmlns:a16="http://schemas.microsoft.com/office/drawing/2014/main" xmlns="" id="{E0A47089-BF5A-4406-A56A-970A6DB742FD}"/>
                  </a:ext>
                </a:extLst>
              </p:cNvPr>
              <p:cNvSpPr/>
              <p:nvPr/>
            </p:nvSpPr>
            <p:spPr>
              <a:xfrm rot="5400000">
                <a:off x="4141129" y="2885209"/>
                <a:ext cx="1440000" cy="282546"/>
              </a:xfrm>
              <a:prstGeom prst="triangle">
                <a:avLst/>
              </a:prstGeom>
              <a:solidFill>
                <a:schemeClr val="bg1"/>
              </a:solidFill>
              <a:ln w="19050" cap="sq">
                <a:solidFill>
                  <a:schemeClr val="accent6">
                    <a:lumMod val="7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>
                  <a:latin typeface="游ゴシック" panose="020B0400000000000000" pitchFamily="50" charset="-128"/>
                  <a:ea typeface="游ゴシック" panose="020B0400000000000000" pitchFamily="50" charset="-128"/>
                </a:endParaRPr>
              </a:p>
            </p:txBody>
          </p:sp>
          <p:sp>
            <p:nvSpPr>
              <p:cNvPr id="21" name="二等辺三角形 20">
                <a:extLst>
                  <a:ext uri="{FF2B5EF4-FFF2-40B4-BE49-F238E27FC236}">
                    <a16:creationId xmlns:a16="http://schemas.microsoft.com/office/drawing/2014/main" xmlns="" id="{D2EE7758-8702-4EEF-9D7C-C9B55AD6A85F}"/>
                  </a:ext>
                </a:extLst>
              </p:cNvPr>
              <p:cNvSpPr/>
              <p:nvPr/>
            </p:nvSpPr>
            <p:spPr>
              <a:xfrm rot="5400000">
                <a:off x="4059351" y="2885209"/>
                <a:ext cx="1548000" cy="282546"/>
              </a:xfrm>
              <a:prstGeom prst="triangle">
                <a:avLst/>
              </a:prstGeom>
              <a:solidFill>
                <a:schemeClr val="bg1"/>
              </a:solidFill>
              <a:ln w="19050" cap="sq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>
                  <a:latin typeface="游ゴシック" panose="020B0400000000000000" pitchFamily="50" charset="-128"/>
                  <a:ea typeface="游ゴシック" panose="020B0400000000000000" pitchFamily="50" charset="-128"/>
                </a:endParaRPr>
              </a:p>
            </p:txBody>
          </p:sp>
        </p:grpSp>
        <p:grpSp>
          <p:nvGrpSpPr>
            <p:cNvPr id="15" name="グループ化 14">
              <a:extLst>
                <a:ext uri="{FF2B5EF4-FFF2-40B4-BE49-F238E27FC236}">
                  <a16:creationId xmlns:a16="http://schemas.microsoft.com/office/drawing/2014/main" xmlns="" id="{4820B9D7-7168-4CB9-A467-05B20FF6C4F3}"/>
                </a:ext>
              </a:extLst>
            </p:cNvPr>
            <p:cNvGrpSpPr/>
            <p:nvPr/>
          </p:nvGrpSpPr>
          <p:grpSpPr>
            <a:xfrm>
              <a:off x="6437327" y="4781309"/>
              <a:ext cx="1548000" cy="310324"/>
              <a:chOff x="6437327" y="4781309"/>
              <a:chExt cx="1548000" cy="310324"/>
            </a:xfrm>
          </p:grpSpPr>
          <p:sp>
            <p:nvSpPr>
              <p:cNvPr id="27" name="二等辺三角形 26">
                <a:extLst>
                  <a:ext uri="{FF2B5EF4-FFF2-40B4-BE49-F238E27FC236}">
                    <a16:creationId xmlns:a16="http://schemas.microsoft.com/office/drawing/2014/main" xmlns="" id="{0D62B3D5-DBFA-4D57-9781-AD8855F55818}"/>
                  </a:ext>
                </a:extLst>
              </p:cNvPr>
              <p:cNvSpPr/>
              <p:nvPr/>
            </p:nvSpPr>
            <p:spPr>
              <a:xfrm rot="10800000">
                <a:off x="6491327" y="4809087"/>
                <a:ext cx="1440000" cy="282546"/>
              </a:xfrm>
              <a:prstGeom prst="triangle">
                <a:avLst/>
              </a:prstGeom>
              <a:solidFill>
                <a:schemeClr val="bg1"/>
              </a:solidFill>
              <a:ln w="19050" cap="sq">
                <a:solidFill>
                  <a:schemeClr val="accent6">
                    <a:lumMod val="7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>
                  <a:latin typeface="游ゴシック" panose="020B0400000000000000" pitchFamily="50" charset="-128"/>
                  <a:ea typeface="游ゴシック" panose="020B0400000000000000" pitchFamily="50" charset="-128"/>
                </a:endParaRPr>
              </a:p>
            </p:txBody>
          </p:sp>
          <p:sp>
            <p:nvSpPr>
              <p:cNvPr id="28" name="二等辺三角形 27">
                <a:extLst>
                  <a:ext uri="{FF2B5EF4-FFF2-40B4-BE49-F238E27FC236}">
                    <a16:creationId xmlns:a16="http://schemas.microsoft.com/office/drawing/2014/main" xmlns="" id="{29F27B9E-880B-4DA6-9782-F740F363E512}"/>
                  </a:ext>
                </a:extLst>
              </p:cNvPr>
              <p:cNvSpPr/>
              <p:nvPr/>
            </p:nvSpPr>
            <p:spPr>
              <a:xfrm rot="10800000">
                <a:off x="6437327" y="4781309"/>
                <a:ext cx="1548000" cy="282546"/>
              </a:xfrm>
              <a:prstGeom prst="triangle">
                <a:avLst/>
              </a:prstGeom>
              <a:solidFill>
                <a:schemeClr val="bg1"/>
              </a:solidFill>
              <a:ln w="19050" cap="sq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>
                  <a:latin typeface="游ゴシック" panose="020B0400000000000000" pitchFamily="50" charset="-128"/>
                  <a:ea typeface="游ゴシック" panose="020B0400000000000000" pitchFamily="50" charset="-128"/>
                </a:endParaRPr>
              </a:p>
            </p:txBody>
          </p:sp>
        </p:grpSp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xmlns="" id="{5D7D7BA1-165C-4E80-8BD9-5565B1E1253F}"/>
                </a:ext>
              </a:extLst>
            </p:cNvPr>
            <p:cNvSpPr txBox="1"/>
            <p:nvPr/>
          </p:nvSpPr>
          <p:spPr>
            <a:xfrm>
              <a:off x="8932127" y="6486923"/>
              <a:ext cx="4791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en-US" altLang="ja-JP" sz="1200" dirty="0"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1</a:t>
              </a:r>
              <a:endParaRPr kumimoji="1" lang="ja-JP" altLang="en-US" sz="1200" dirty="0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graphicFrame>
          <p:nvGraphicFramePr>
            <p:cNvPr id="40" name="図表 39">
              <a:extLst>
                <a:ext uri="{FF2B5EF4-FFF2-40B4-BE49-F238E27FC236}">
                  <a16:creationId xmlns:a16="http://schemas.microsoft.com/office/drawing/2014/main" xmlns="" id="{3812D293-B1D6-437C-9C34-C63D31381B48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951724549"/>
                </p:ext>
              </p:extLst>
            </p:nvPr>
          </p:nvGraphicFramePr>
          <p:xfrm>
            <a:off x="5210172" y="1902069"/>
            <a:ext cx="4002308" cy="2699532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xmlns="" id="{7948485D-0CF6-4CC4-873C-79D1CBE7E841}"/>
                </a:ext>
              </a:extLst>
            </p:cNvPr>
            <p:cNvSpPr txBox="1"/>
            <p:nvPr/>
          </p:nvSpPr>
          <p:spPr>
            <a:xfrm>
              <a:off x="1216402" y="1452169"/>
              <a:ext cx="27782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b="1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產品製造的想法</a:t>
              </a:r>
              <a:endParaRPr kumimoji="1" lang="ja-JP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xmlns="" id="{202A5DA9-71CE-4C3F-BA62-4F9A9773F926}"/>
                </a:ext>
              </a:extLst>
            </p:cNvPr>
            <p:cNvSpPr txBox="1"/>
            <p:nvPr/>
          </p:nvSpPr>
          <p:spPr>
            <a:xfrm>
              <a:off x="784629" y="1966744"/>
              <a:ext cx="3639858" cy="3016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spcAft>
                  <a:spcPts val="1200"/>
                </a:spcAft>
              </a:pPr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提高產品的品質，開發、提供可持續安心使用的產品，是本公司的使命。</a:t>
              </a:r>
              <a:endParaRPr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algn="just">
                <a:spcAft>
                  <a:spcPts val="1200"/>
                </a:spcAft>
              </a:pPr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在經營環境不斷改變的現況，我們必須透過靈活的發想、想像力與相互信賴，為產品創造出收益性更高的附加價值。</a:t>
              </a:r>
              <a:endParaRPr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algn="just">
                <a:spcAft>
                  <a:spcPts val="1200"/>
                </a:spcAft>
              </a:pPr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運用本公司所擁有的豐富技術、多元人才，以創造、信賴和對話</a:t>
              </a:r>
              <a:r>
                <a:rPr lang="en-US" altLang="zh-TW" sz="16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3</a:t>
              </a:r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個觀點進行產品的開發。</a:t>
              </a:r>
              <a:endParaRPr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algn="just">
                <a:spcAft>
                  <a:spcPts val="1200"/>
                </a:spcAft>
              </a:pPr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將未來的五年定位為開創下個跳板基礎的期間。</a:t>
              </a:r>
              <a:endParaRPr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xmlns="" id="{AF0B1E0E-8F1E-4AFC-A67D-EF82AC05C980}"/>
                </a:ext>
              </a:extLst>
            </p:cNvPr>
            <p:cNvSpPr/>
            <p:nvPr/>
          </p:nvSpPr>
          <p:spPr>
            <a:xfrm>
              <a:off x="1014869" y="5405831"/>
              <a:ext cx="3177990" cy="612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xmlns="" id="{6176DE20-6D22-437E-9C60-F423B26B7385}"/>
                </a:ext>
              </a:extLst>
            </p:cNvPr>
            <p:cNvSpPr txBox="1"/>
            <p:nvPr/>
          </p:nvSpPr>
          <p:spPr>
            <a:xfrm>
              <a:off x="1221328" y="5551074"/>
              <a:ext cx="27262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創造、信賴、對話</a:t>
              </a:r>
              <a:endParaRPr kumimoji="1" lang="en-US" altLang="ja-JP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xmlns="" id="{93E47081-D721-4FAD-8F98-1EEEDF035D48}"/>
                </a:ext>
              </a:extLst>
            </p:cNvPr>
            <p:cNvSpPr txBox="1"/>
            <p:nvPr/>
          </p:nvSpPr>
          <p:spPr>
            <a:xfrm>
              <a:off x="6740356" y="509839"/>
              <a:ext cx="267093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en-US" altLang="zh-TW" sz="11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《</a:t>
              </a:r>
              <a:r>
                <a:rPr kumimoji="1" lang="zh-TW" altLang="en-US" sz="11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中期產品開發口號企劃書</a:t>
              </a:r>
              <a:r>
                <a:rPr kumimoji="1" lang="en-US" altLang="zh-TW" sz="11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》</a:t>
              </a:r>
              <a:endParaRPr kumimoji="1" lang="ja-JP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65131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xmlns="" id="{ABAB594C-19FF-4F78-B99E-2E9F42C8965C}"/>
              </a:ext>
            </a:extLst>
          </p:cNvPr>
          <p:cNvGrpSpPr/>
          <p:nvPr/>
        </p:nvGrpSpPr>
        <p:grpSpPr>
          <a:xfrm>
            <a:off x="-1427356" y="-1427356"/>
            <a:ext cx="11333357" cy="8191278"/>
            <a:chOff x="-1427356" y="-1427356"/>
            <a:chExt cx="11333357" cy="8191278"/>
          </a:xfrm>
        </p:grpSpPr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xmlns="" id="{FD017E3E-63A1-4D82-8FFB-6CA1B52663A4}"/>
                </a:ext>
              </a:extLst>
            </p:cNvPr>
            <p:cNvSpPr/>
            <p:nvPr/>
          </p:nvSpPr>
          <p:spPr>
            <a:xfrm>
              <a:off x="1" y="0"/>
              <a:ext cx="9906000" cy="100452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dirty="0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9" name="パイ 3">
              <a:extLst>
                <a:ext uri="{FF2B5EF4-FFF2-40B4-BE49-F238E27FC236}">
                  <a16:creationId xmlns:a16="http://schemas.microsoft.com/office/drawing/2014/main" xmlns="" id="{6A7F4AA2-3709-4F71-99D2-83116156938A}"/>
                </a:ext>
              </a:extLst>
            </p:cNvPr>
            <p:cNvSpPr/>
            <p:nvPr/>
          </p:nvSpPr>
          <p:spPr>
            <a:xfrm rot="5400000" flipH="1">
              <a:off x="-1427356" y="-1427356"/>
              <a:ext cx="2670930" cy="2670930"/>
            </a:xfrm>
            <a:prstGeom prst="pie">
              <a:avLst>
                <a:gd name="adj1" fmla="val 10788133"/>
                <a:gd name="adj2" fmla="val 16200000"/>
              </a:avLst>
            </a:prstGeom>
            <a:solidFill>
              <a:schemeClr val="accent6">
                <a:lumMod val="50000"/>
              </a:schemeClr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n>
                  <a:solidFill>
                    <a:schemeClr val="accent1"/>
                  </a:solidFill>
                </a:ln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xmlns="" id="{F8C39A5C-A379-4B3B-901D-75C0D5DE55E2}"/>
                </a:ext>
              </a:extLst>
            </p:cNvPr>
            <p:cNvSpPr txBox="1"/>
            <p:nvPr/>
          </p:nvSpPr>
          <p:spPr>
            <a:xfrm>
              <a:off x="1432894" y="219795"/>
              <a:ext cx="437499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4000" b="1" dirty="0">
                  <a:solidFill>
                    <a:schemeClr val="accent6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Creation</a:t>
              </a:r>
              <a:endParaRPr kumimoji="1" lang="ja-JP" altLang="en-US" sz="4000" b="1" dirty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xmlns="" id="{DEBDA223-C084-45E3-ADD0-2D0EF316157A}"/>
                </a:ext>
              </a:extLst>
            </p:cNvPr>
            <p:cNvSpPr txBox="1"/>
            <p:nvPr/>
          </p:nvSpPr>
          <p:spPr>
            <a:xfrm>
              <a:off x="225910" y="115697"/>
              <a:ext cx="46492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48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2</a:t>
              </a:r>
              <a:endParaRPr kumimoji="1" lang="ja-JP" altLang="en-US" sz="4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xmlns="" id="{20C09103-0035-4AD1-9A6A-B9888BBAFABA}"/>
                </a:ext>
              </a:extLst>
            </p:cNvPr>
            <p:cNvSpPr/>
            <p:nvPr/>
          </p:nvSpPr>
          <p:spPr>
            <a:xfrm rot="16200000">
              <a:off x="30738" y="1712406"/>
              <a:ext cx="5153094" cy="4225142"/>
            </a:xfrm>
            <a:prstGeom prst="rect">
              <a:avLst/>
            </a:prstGeom>
            <a:solidFill>
              <a:schemeClr val="bg1"/>
            </a:solidFill>
            <a:ln w="19050" cap="sq">
              <a:solidFill>
                <a:schemeClr val="accent6">
                  <a:lumMod val="75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xmlns="" id="{7BE0993F-57C9-4435-A090-F3FB3DCB4E1D}"/>
                </a:ext>
              </a:extLst>
            </p:cNvPr>
            <p:cNvSpPr/>
            <p:nvPr/>
          </p:nvSpPr>
          <p:spPr>
            <a:xfrm>
              <a:off x="5019286" y="5118945"/>
              <a:ext cx="4384082" cy="12825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 cap="sq">
              <a:solidFill>
                <a:schemeClr val="accent6">
                  <a:lumMod val="75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xmlns="" id="{F62FD36E-4708-4CA5-A568-FC7936D81AA9}"/>
                </a:ext>
              </a:extLst>
            </p:cNvPr>
            <p:cNvSpPr/>
            <p:nvPr/>
          </p:nvSpPr>
          <p:spPr>
            <a:xfrm>
              <a:off x="5019286" y="1248430"/>
              <a:ext cx="4392000" cy="3546047"/>
            </a:xfrm>
            <a:prstGeom prst="rect">
              <a:avLst/>
            </a:prstGeom>
            <a:solidFill>
              <a:schemeClr val="bg1"/>
            </a:solidFill>
            <a:ln w="19050" cap="sq">
              <a:solidFill>
                <a:schemeClr val="accent6">
                  <a:lumMod val="75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xmlns="" id="{3F43C901-1B06-4D7A-92FA-51DF5B61BA2F}"/>
                </a:ext>
              </a:extLst>
            </p:cNvPr>
            <p:cNvSpPr txBox="1"/>
            <p:nvPr/>
          </p:nvSpPr>
          <p:spPr>
            <a:xfrm>
              <a:off x="5824403" y="1452169"/>
              <a:ext cx="27782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b="1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Creation</a:t>
              </a:r>
              <a:r>
                <a:rPr kumimoji="1" lang="zh-TW" altLang="en-US" b="1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（創造）</a:t>
              </a:r>
              <a:endParaRPr kumimoji="1" lang="en-US" altLang="ja-JP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xmlns="" id="{D504D140-3301-4E66-A87E-AE959BDAF7DF}"/>
                </a:ext>
              </a:extLst>
            </p:cNvPr>
            <p:cNvSpPr txBox="1"/>
            <p:nvPr/>
          </p:nvSpPr>
          <p:spPr>
            <a:xfrm>
              <a:off x="5392630" y="5584975"/>
              <a:ext cx="36398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靈活</a:t>
              </a:r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的</a:t>
              </a:r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發</a:t>
              </a:r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想力提高品質</a:t>
              </a:r>
              <a:endParaRPr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xmlns="" id="{5365C204-2CF9-4661-898D-FBCCC44A2D22}"/>
                </a:ext>
              </a:extLst>
            </p:cNvPr>
            <p:cNvSpPr txBox="1"/>
            <p:nvPr/>
          </p:nvSpPr>
          <p:spPr>
            <a:xfrm>
              <a:off x="1216402" y="1452169"/>
              <a:ext cx="27782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b="1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第</a:t>
              </a:r>
              <a:r>
                <a:rPr kumimoji="1" lang="en-US" altLang="ja-JP" b="1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1</a:t>
              </a:r>
              <a:r>
                <a:rPr kumimoji="1" lang="zh-TW" altLang="en-US" b="1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種</a:t>
              </a:r>
              <a:r>
                <a:rPr kumimoji="1" lang="en-US" altLang="ja-JP" b="1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C</a:t>
              </a:r>
              <a:endParaRPr kumimoji="1" lang="ja-JP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xmlns="" id="{5C12C480-44A8-4E9B-BF23-476820DA01D5}"/>
                </a:ext>
              </a:extLst>
            </p:cNvPr>
            <p:cNvSpPr txBox="1"/>
            <p:nvPr/>
          </p:nvSpPr>
          <p:spPr>
            <a:xfrm>
              <a:off x="784629" y="1966744"/>
              <a:ext cx="3639858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1200"/>
                </a:spcAft>
                <a:defRPr sz="1600">
                  <a:latin typeface="游ゴシック" panose="020B0400000000000000" pitchFamily="50" charset="-128"/>
                </a:defRPr>
              </a:lvl1pPr>
            </a:lstStyle>
            <a:p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例如，本公司率業界先驅開發出「紙容器成形填充機」。這是技術團隊傾聽客戶心聲，為了呼應客戶期望而努力奮鬥所開發出的劃時代機器。</a:t>
              </a:r>
              <a:endParaRPr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多種類的包裝填充，不僅能降低成本、更能大幅提高生產量，因而成為業界的標準產品。</a:t>
              </a:r>
              <a:r>
                <a:rPr lang="ja-JP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 </a:t>
              </a:r>
              <a:endParaRPr lang="ja-JP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高水準的設計力和靈活的創造力，以及創作者的熱誠。高品質的秘密一定要傳承下去。</a:t>
              </a:r>
              <a:endParaRPr lang="ja-JP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grpSp>
          <p:nvGrpSpPr>
            <p:cNvPr id="17" name="グループ化 16">
              <a:extLst>
                <a:ext uri="{FF2B5EF4-FFF2-40B4-BE49-F238E27FC236}">
                  <a16:creationId xmlns:a16="http://schemas.microsoft.com/office/drawing/2014/main" xmlns="" id="{13B2DA7A-DC4A-41D9-9C82-F2144D28E421}"/>
                </a:ext>
              </a:extLst>
            </p:cNvPr>
            <p:cNvGrpSpPr/>
            <p:nvPr/>
          </p:nvGrpSpPr>
          <p:grpSpPr>
            <a:xfrm>
              <a:off x="4692078" y="2252482"/>
              <a:ext cx="310324" cy="1548000"/>
              <a:chOff x="4692078" y="2252482"/>
              <a:chExt cx="310324" cy="1548000"/>
            </a:xfrm>
          </p:grpSpPr>
          <p:sp>
            <p:nvSpPr>
              <p:cNvPr id="5" name="二等辺三角形 4">
                <a:extLst>
                  <a:ext uri="{FF2B5EF4-FFF2-40B4-BE49-F238E27FC236}">
                    <a16:creationId xmlns:a16="http://schemas.microsoft.com/office/drawing/2014/main" xmlns="" id="{E0A47089-BF5A-4406-A56A-970A6DB742FD}"/>
                  </a:ext>
                </a:extLst>
              </p:cNvPr>
              <p:cNvSpPr/>
              <p:nvPr/>
            </p:nvSpPr>
            <p:spPr>
              <a:xfrm rot="5400000">
                <a:off x="4141129" y="2885209"/>
                <a:ext cx="1440000" cy="282546"/>
              </a:xfrm>
              <a:prstGeom prst="triangle">
                <a:avLst/>
              </a:prstGeom>
              <a:solidFill>
                <a:schemeClr val="bg1"/>
              </a:solidFill>
              <a:ln w="19050" cap="sq">
                <a:solidFill>
                  <a:schemeClr val="accent6">
                    <a:lumMod val="7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>
                  <a:latin typeface="游ゴシック" panose="020B0400000000000000" pitchFamily="50" charset="-128"/>
                  <a:ea typeface="游ゴシック" panose="020B0400000000000000" pitchFamily="50" charset="-128"/>
                </a:endParaRPr>
              </a:p>
            </p:txBody>
          </p:sp>
          <p:sp>
            <p:nvSpPr>
              <p:cNvPr id="21" name="二等辺三角形 20">
                <a:extLst>
                  <a:ext uri="{FF2B5EF4-FFF2-40B4-BE49-F238E27FC236}">
                    <a16:creationId xmlns:a16="http://schemas.microsoft.com/office/drawing/2014/main" xmlns="" id="{D2EE7758-8702-4EEF-9D7C-C9B55AD6A85F}"/>
                  </a:ext>
                </a:extLst>
              </p:cNvPr>
              <p:cNvSpPr/>
              <p:nvPr/>
            </p:nvSpPr>
            <p:spPr>
              <a:xfrm rot="5400000">
                <a:off x="4059351" y="2885209"/>
                <a:ext cx="1548000" cy="282546"/>
              </a:xfrm>
              <a:prstGeom prst="triangle">
                <a:avLst/>
              </a:prstGeom>
              <a:solidFill>
                <a:schemeClr val="bg1"/>
              </a:solidFill>
              <a:ln w="19050" cap="sq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>
                  <a:latin typeface="游ゴシック" panose="020B0400000000000000" pitchFamily="50" charset="-128"/>
                  <a:ea typeface="游ゴシック" panose="020B0400000000000000" pitchFamily="50" charset="-128"/>
                </a:endParaRPr>
              </a:p>
            </p:txBody>
          </p:sp>
        </p:grpSp>
        <p:grpSp>
          <p:nvGrpSpPr>
            <p:cNvPr id="15" name="グループ化 14">
              <a:extLst>
                <a:ext uri="{FF2B5EF4-FFF2-40B4-BE49-F238E27FC236}">
                  <a16:creationId xmlns:a16="http://schemas.microsoft.com/office/drawing/2014/main" xmlns="" id="{4820B9D7-7168-4CB9-A467-05B20FF6C4F3}"/>
                </a:ext>
              </a:extLst>
            </p:cNvPr>
            <p:cNvGrpSpPr/>
            <p:nvPr/>
          </p:nvGrpSpPr>
          <p:grpSpPr>
            <a:xfrm>
              <a:off x="6437327" y="4781309"/>
              <a:ext cx="1548000" cy="310324"/>
              <a:chOff x="6437327" y="4781309"/>
              <a:chExt cx="1548000" cy="310324"/>
            </a:xfrm>
          </p:grpSpPr>
          <p:sp>
            <p:nvSpPr>
              <p:cNvPr id="27" name="二等辺三角形 26">
                <a:extLst>
                  <a:ext uri="{FF2B5EF4-FFF2-40B4-BE49-F238E27FC236}">
                    <a16:creationId xmlns:a16="http://schemas.microsoft.com/office/drawing/2014/main" xmlns="" id="{0D62B3D5-DBFA-4D57-9781-AD8855F55818}"/>
                  </a:ext>
                </a:extLst>
              </p:cNvPr>
              <p:cNvSpPr/>
              <p:nvPr/>
            </p:nvSpPr>
            <p:spPr>
              <a:xfrm rot="10800000">
                <a:off x="6491327" y="4809087"/>
                <a:ext cx="1440000" cy="282546"/>
              </a:xfrm>
              <a:prstGeom prst="triangle">
                <a:avLst/>
              </a:prstGeom>
              <a:solidFill>
                <a:schemeClr val="bg1"/>
              </a:solidFill>
              <a:ln w="19050" cap="sq">
                <a:solidFill>
                  <a:schemeClr val="accent6">
                    <a:lumMod val="7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>
                  <a:latin typeface="游ゴシック" panose="020B0400000000000000" pitchFamily="50" charset="-128"/>
                  <a:ea typeface="游ゴシック" panose="020B0400000000000000" pitchFamily="50" charset="-128"/>
                </a:endParaRPr>
              </a:p>
            </p:txBody>
          </p:sp>
          <p:sp>
            <p:nvSpPr>
              <p:cNvPr id="28" name="二等辺三角形 27">
                <a:extLst>
                  <a:ext uri="{FF2B5EF4-FFF2-40B4-BE49-F238E27FC236}">
                    <a16:creationId xmlns:a16="http://schemas.microsoft.com/office/drawing/2014/main" xmlns="" id="{29F27B9E-880B-4DA6-9782-F740F363E512}"/>
                  </a:ext>
                </a:extLst>
              </p:cNvPr>
              <p:cNvSpPr/>
              <p:nvPr/>
            </p:nvSpPr>
            <p:spPr>
              <a:xfrm rot="10800000">
                <a:off x="6437327" y="4781309"/>
                <a:ext cx="1548000" cy="282546"/>
              </a:xfrm>
              <a:prstGeom prst="triangle">
                <a:avLst/>
              </a:prstGeom>
              <a:solidFill>
                <a:schemeClr val="bg1"/>
              </a:solidFill>
              <a:ln w="19050" cap="sq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>
                  <a:latin typeface="游ゴシック" panose="020B0400000000000000" pitchFamily="50" charset="-128"/>
                  <a:ea typeface="游ゴシック" panose="020B0400000000000000" pitchFamily="50" charset="-128"/>
                </a:endParaRPr>
              </a:p>
            </p:txBody>
          </p:sp>
        </p:grpSp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xmlns="" id="{5D7D7BA1-165C-4E80-8BD9-5565B1E1253F}"/>
                </a:ext>
              </a:extLst>
            </p:cNvPr>
            <p:cNvSpPr txBox="1"/>
            <p:nvPr/>
          </p:nvSpPr>
          <p:spPr>
            <a:xfrm>
              <a:off x="8932127" y="6486923"/>
              <a:ext cx="4791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en-US" altLang="ja-JP" sz="1200" dirty="0"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2</a:t>
              </a:r>
              <a:endParaRPr kumimoji="1" lang="ja-JP" altLang="en-US" sz="1200" dirty="0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xmlns="" id="{C50898A0-7468-4ACA-BE5B-BF93EF06736E}"/>
                </a:ext>
              </a:extLst>
            </p:cNvPr>
            <p:cNvSpPr/>
            <p:nvPr/>
          </p:nvSpPr>
          <p:spPr>
            <a:xfrm>
              <a:off x="1014869" y="5405831"/>
              <a:ext cx="3177990" cy="612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xmlns="" id="{8B407F00-3A74-4B5F-B11D-BF0F59026F13}"/>
                </a:ext>
              </a:extLst>
            </p:cNvPr>
            <p:cNvSpPr txBox="1"/>
            <p:nvPr/>
          </p:nvSpPr>
          <p:spPr>
            <a:xfrm>
              <a:off x="1221328" y="5551074"/>
              <a:ext cx="27262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靈活的發想和想像力</a:t>
              </a:r>
              <a:endParaRPr lang="ja-JP" alt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0" name="図表 39">
              <a:extLst>
                <a:ext uri="{FF2B5EF4-FFF2-40B4-BE49-F238E27FC236}">
                  <a16:creationId xmlns:a16="http://schemas.microsoft.com/office/drawing/2014/main" xmlns="" id="{3812D293-B1D6-437C-9C34-C63D31381B48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116427943"/>
                </p:ext>
              </p:extLst>
            </p:nvPr>
          </p:nvGraphicFramePr>
          <p:xfrm>
            <a:off x="5210172" y="1902069"/>
            <a:ext cx="4002308" cy="2699532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xmlns="" id="{92F17451-C633-4524-955F-00CA5EA63158}"/>
                </a:ext>
              </a:extLst>
            </p:cNvPr>
            <p:cNvSpPr txBox="1"/>
            <p:nvPr/>
          </p:nvSpPr>
          <p:spPr>
            <a:xfrm>
              <a:off x="6740356" y="509839"/>
              <a:ext cx="267093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en-US" altLang="zh-TW" sz="11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《</a:t>
              </a:r>
              <a:r>
                <a:rPr kumimoji="1" lang="zh-TW" altLang="en-US" sz="11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中期產品開發口號企劃書</a:t>
              </a:r>
              <a:r>
                <a:rPr kumimoji="1" lang="en-US" altLang="zh-TW" sz="11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》</a:t>
              </a:r>
              <a:endParaRPr kumimoji="1" lang="ja-JP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13850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xmlns="" id="{8EE7E279-0D0F-4204-BD1C-B1EE9485FE1E}"/>
              </a:ext>
            </a:extLst>
          </p:cNvPr>
          <p:cNvGrpSpPr/>
          <p:nvPr/>
        </p:nvGrpSpPr>
        <p:grpSpPr>
          <a:xfrm>
            <a:off x="-1427356" y="-1427356"/>
            <a:ext cx="11333357" cy="8191278"/>
            <a:chOff x="-1427356" y="-1427356"/>
            <a:chExt cx="11333357" cy="8191278"/>
          </a:xfrm>
        </p:grpSpPr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xmlns="" id="{FD017E3E-63A1-4D82-8FFB-6CA1B52663A4}"/>
                </a:ext>
              </a:extLst>
            </p:cNvPr>
            <p:cNvSpPr/>
            <p:nvPr/>
          </p:nvSpPr>
          <p:spPr>
            <a:xfrm>
              <a:off x="1" y="0"/>
              <a:ext cx="9906000" cy="100452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dirty="0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9" name="パイ 3">
              <a:extLst>
                <a:ext uri="{FF2B5EF4-FFF2-40B4-BE49-F238E27FC236}">
                  <a16:creationId xmlns:a16="http://schemas.microsoft.com/office/drawing/2014/main" xmlns="" id="{6A7F4AA2-3709-4F71-99D2-83116156938A}"/>
                </a:ext>
              </a:extLst>
            </p:cNvPr>
            <p:cNvSpPr/>
            <p:nvPr/>
          </p:nvSpPr>
          <p:spPr>
            <a:xfrm rot="5400000" flipH="1">
              <a:off x="-1427356" y="-1427356"/>
              <a:ext cx="2670930" cy="2670930"/>
            </a:xfrm>
            <a:prstGeom prst="pie">
              <a:avLst>
                <a:gd name="adj1" fmla="val 10788133"/>
                <a:gd name="adj2" fmla="val 16200000"/>
              </a:avLst>
            </a:prstGeom>
            <a:solidFill>
              <a:schemeClr val="accent6">
                <a:lumMod val="50000"/>
              </a:schemeClr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n>
                  <a:solidFill>
                    <a:schemeClr val="accent1"/>
                  </a:solidFill>
                </a:ln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xmlns="" id="{F8C39A5C-A379-4B3B-901D-75C0D5DE55E2}"/>
                </a:ext>
              </a:extLst>
            </p:cNvPr>
            <p:cNvSpPr txBox="1"/>
            <p:nvPr/>
          </p:nvSpPr>
          <p:spPr>
            <a:xfrm>
              <a:off x="1432894" y="219795"/>
              <a:ext cx="437499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4000" b="1" dirty="0">
                  <a:solidFill>
                    <a:schemeClr val="accent6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Confidence</a:t>
              </a:r>
              <a:endParaRPr kumimoji="1" lang="ja-JP" altLang="en-US" sz="4000" b="1" dirty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xmlns="" id="{DEBDA223-C084-45E3-ADD0-2D0EF316157A}"/>
                </a:ext>
              </a:extLst>
            </p:cNvPr>
            <p:cNvSpPr txBox="1"/>
            <p:nvPr/>
          </p:nvSpPr>
          <p:spPr>
            <a:xfrm>
              <a:off x="225910" y="115697"/>
              <a:ext cx="46492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48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3</a:t>
              </a:r>
              <a:endParaRPr kumimoji="1" lang="ja-JP" altLang="en-US" sz="4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xmlns="" id="{20C09103-0035-4AD1-9A6A-B9888BBAFABA}"/>
                </a:ext>
              </a:extLst>
            </p:cNvPr>
            <p:cNvSpPr/>
            <p:nvPr/>
          </p:nvSpPr>
          <p:spPr>
            <a:xfrm rot="16200000">
              <a:off x="30738" y="1712406"/>
              <a:ext cx="5153094" cy="4225142"/>
            </a:xfrm>
            <a:prstGeom prst="rect">
              <a:avLst/>
            </a:prstGeom>
            <a:solidFill>
              <a:schemeClr val="bg1"/>
            </a:solidFill>
            <a:ln w="19050" cap="sq">
              <a:solidFill>
                <a:schemeClr val="accent6">
                  <a:lumMod val="75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xmlns="" id="{7BE0993F-57C9-4435-A090-F3FB3DCB4E1D}"/>
                </a:ext>
              </a:extLst>
            </p:cNvPr>
            <p:cNvSpPr/>
            <p:nvPr/>
          </p:nvSpPr>
          <p:spPr>
            <a:xfrm>
              <a:off x="5019286" y="5118945"/>
              <a:ext cx="4384082" cy="12825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 cap="sq">
              <a:solidFill>
                <a:schemeClr val="accent6">
                  <a:lumMod val="75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xmlns="" id="{F62FD36E-4708-4CA5-A568-FC7936D81AA9}"/>
                </a:ext>
              </a:extLst>
            </p:cNvPr>
            <p:cNvSpPr/>
            <p:nvPr/>
          </p:nvSpPr>
          <p:spPr>
            <a:xfrm>
              <a:off x="5019286" y="1248430"/>
              <a:ext cx="4392000" cy="3546047"/>
            </a:xfrm>
            <a:prstGeom prst="rect">
              <a:avLst/>
            </a:prstGeom>
            <a:solidFill>
              <a:schemeClr val="bg1"/>
            </a:solidFill>
            <a:ln w="19050" cap="sq">
              <a:solidFill>
                <a:schemeClr val="accent6">
                  <a:lumMod val="75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xmlns="" id="{3F43C901-1B06-4D7A-92FA-51DF5B61BA2F}"/>
                </a:ext>
              </a:extLst>
            </p:cNvPr>
            <p:cNvSpPr txBox="1"/>
            <p:nvPr/>
          </p:nvSpPr>
          <p:spPr>
            <a:xfrm>
              <a:off x="5824403" y="1452169"/>
              <a:ext cx="27782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b="1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Confidence</a:t>
              </a:r>
              <a:r>
                <a:rPr kumimoji="1" lang="zh-TW" altLang="en-US" b="1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（信賴）</a:t>
              </a:r>
              <a:endParaRPr kumimoji="1" lang="ja-JP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xmlns="" id="{D504D140-3301-4E66-A87E-AE959BDAF7DF}"/>
                </a:ext>
              </a:extLst>
            </p:cNvPr>
            <p:cNvSpPr txBox="1"/>
            <p:nvPr/>
          </p:nvSpPr>
          <p:spPr>
            <a:xfrm>
              <a:off x="5392630" y="5584975"/>
              <a:ext cx="36398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培育深厚的信賴</a:t>
              </a:r>
              <a:endParaRPr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xmlns="" id="{5365C204-2CF9-4661-898D-FBCCC44A2D22}"/>
                </a:ext>
              </a:extLst>
            </p:cNvPr>
            <p:cNvSpPr txBox="1"/>
            <p:nvPr/>
          </p:nvSpPr>
          <p:spPr>
            <a:xfrm>
              <a:off x="1216402" y="1452169"/>
              <a:ext cx="27782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b="1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第</a:t>
              </a:r>
              <a:r>
                <a:rPr kumimoji="1" lang="en-US" altLang="ja-JP" b="1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2</a:t>
              </a:r>
              <a:r>
                <a:rPr kumimoji="1" lang="zh-TW" altLang="en-US" b="1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種</a:t>
              </a:r>
              <a:r>
                <a:rPr kumimoji="1" lang="en-US" altLang="zh-TW" b="1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C</a:t>
              </a:r>
              <a:endParaRPr kumimoji="1" lang="ja-JP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xmlns="" id="{5C12C480-44A8-4E9B-BF23-476820DA01D5}"/>
                </a:ext>
              </a:extLst>
            </p:cNvPr>
            <p:cNvSpPr txBox="1"/>
            <p:nvPr/>
          </p:nvSpPr>
          <p:spPr>
            <a:xfrm>
              <a:off x="784629" y="1966744"/>
              <a:ext cx="3639858" cy="2369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1200"/>
                </a:spcAft>
                <a:defRPr sz="1600">
                  <a:latin typeface="游ゴシック" panose="020B0400000000000000" pitchFamily="50" charset="-128"/>
                </a:defRPr>
              </a:lvl1pPr>
            </a:lstStyle>
            <a:p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製造現場就是</a:t>
              </a:r>
              <a:r>
                <a:rPr lang="ja-JP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「</a:t>
              </a:r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如何實現零損失？</a:t>
              </a:r>
              <a:r>
                <a:rPr lang="ja-JP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」</a:t>
              </a:r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、</a:t>
              </a:r>
              <a:r>
                <a:rPr lang="ja-JP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「</a:t>
              </a:r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如何實現高速化？</a:t>
              </a:r>
              <a:r>
                <a:rPr lang="ja-JP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」</a:t>
              </a:r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的重複循環。</a:t>
              </a:r>
              <a:endParaRPr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積極面對客戶需求的實現、成本降低、動作性、機能性、環境問題等各式各樣的問題。</a:t>
              </a:r>
              <a:endParaRPr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反復試行和摸索，決不輕易妥協。隨時以完美為目標的氣概，創造出高性能產品，與顧客之間建立出夥伴的信賴。</a:t>
              </a:r>
              <a:endParaRPr lang="ja-JP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grpSp>
          <p:nvGrpSpPr>
            <p:cNvPr id="17" name="グループ化 16">
              <a:extLst>
                <a:ext uri="{FF2B5EF4-FFF2-40B4-BE49-F238E27FC236}">
                  <a16:creationId xmlns:a16="http://schemas.microsoft.com/office/drawing/2014/main" xmlns="" id="{13B2DA7A-DC4A-41D9-9C82-F2144D28E421}"/>
                </a:ext>
              </a:extLst>
            </p:cNvPr>
            <p:cNvGrpSpPr/>
            <p:nvPr/>
          </p:nvGrpSpPr>
          <p:grpSpPr>
            <a:xfrm>
              <a:off x="4692078" y="2252482"/>
              <a:ext cx="310324" cy="1548000"/>
              <a:chOff x="4692078" y="2252482"/>
              <a:chExt cx="310324" cy="1548000"/>
            </a:xfrm>
          </p:grpSpPr>
          <p:sp>
            <p:nvSpPr>
              <p:cNvPr id="5" name="二等辺三角形 4">
                <a:extLst>
                  <a:ext uri="{FF2B5EF4-FFF2-40B4-BE49-F238E27FC236}">
                    <a16:creationId xmlns:a16="http://schemas.microsoft.com/office/drawing/2014/main" xmlns="" id="{E0A47089-BF5A-4406-A56A-970A6DB742FD}"/>
                  </a:ext>
                </a:extLst>
              </p:cNvPr>
              <p:cNvSpPr/>
              <p:nvPr/>
            </p:nvSpPr>
            <p:spPr>
              <a:xfrm rot="5400000">
                <a:off x="4141129" y="2885209"/>
                <a:ext cx="1440000" cy="282546"/>
              </a:xfrm>
              <a:prstGeom prst="triangle">
                <a:avLst/>
              </a:prstGeom>
              <a:solidFill>
                <a:schemeClr val="bg1"/>
              </a:solidFill>
              <a:ln w="19050" cap="sq">
                <a:solidFill>
                  <a:schemeClr val="accent6">
                    <a:lumMod val="7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>
                  <a:latin typeface="游ゴシック" panose="020B0400000000000000" pitchFamily="50" charset="-128"/>
                  <a:ea typeface="游ゴシック" panose="020B0400000000000000" pitchFamily="50" charset="-128"/>
                </a:endParaRPr>
              </a:p>
            </p:txBody>
          </p:sp>
          <p:sp>
            <p:nvSpPr>
              <p:cNvPr id="21" name="二等辺三角形 20">
                <a:extLst>
                  <a:ext uri="{FF2B5EF4-FFF2-40B4-BE49-F238E27FC236}">
                    <a16:creationId xmlns:a16="http://schemas.microsoft.com/office/drawing/2014/main" xmlns="" id="{D2EE7758-8702-4EEF-9D7C-C9B55AD6A85F}"/>
                  </a:ext>
                </a:extLst>
              </p:cNvPr>
              <p:cNvSpPr/>
              <p:nvPr/>
            </p:nvSpPr>
            <p:spPr>
              <a:xfrm rot="5400000">
                <a:off x="4059351" y="2885209"/>
                <a:ext cx="1548000" cy="282546"/>
              </a:xfrm>
              <a:prstGeom prst="triangle">
                <a:avLst/>
              </a:prstGeom>
              <a:solidFill>
                <a:schemeClr val="bg1"/>
              </a:solidFill>
              <a:ln w="19050" cap="sq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>
                  <a:latin typeface="游ゴシック" panose="020B0400000000000000" pitchFamily="50" charset="-128"/>
                  <a:ea typeface="游ゴシック" panose="020B0400000000000000" pitchFamily="50" charset="-128"/>
                </a:endParaRPr>
              </a:p>
            </p:txBody>
          </p:sp>
        </p:grpSp>
        <p:grpSp>
          <p:nvGrpSpPr>
            <p:cNvPr id="15" name="グループ化 14">
              <a:extLst>
                <a:ext uri="{FF2B5EF4-FFF2-40B4-BE49-F238E27FC236}">
                  <a16:creationId xmlns:a16="http://schemas.microsoft.com/office/drawing/2014/main" xmlns="" id="{4820B9D7-7168-4CB9-A467-05B20FF6C4F3}"/>
                </a:ext>
              </a:extLst>
            </p:cNvPr>
            <p:cNvGrpSpPr/>
            <p:nvPr/>
          </p:nvGrpSpPr>
          <p:grpSpPr>
            <a:xfrm>
              <a:off x="6437327" y="4781309"/>
              <a:ext cx="1548000" cy="310324"/>
              <a:chOff x="6437327" y="4781309"/>
              <a:chExt cx="1548000" cy="310324"/>
            </a:xfrm>
          </p:grpSpPr>
          <p:sp>
            <p:nvSpPr>
              <p:cNvPr id="27" name="二等辺三角形 26">
                <a:extLst>
                  <a:ext uri="{FF2B5EF4-FFF2-40B4-BE49-F238E27FC236}">
                    <a16:creationId xmlns:a16="http://schemas.microsoft.com/office/drawing/2014/main" xmlns="" id="{0D62B3D5-DBFA-4D57-9781-AD8855F55818}"/>
                  </a:ext>
                </a:extLst>
              </p:cNvPr>
              <p:cNvSpPr/>
              <p:nvPr/>
            </p:nvSpPr>
            <p:spPr>
              <a:xfrm rot="10800000">
                <a:off x="6491327" y="4809087"/>
                <a:ext cx="1440000" cy="282546"/>
              </a:xfrm>
              <a:prstGeom prst="triangle">
                <a:avLst/>
              </a:prstGeom>
              <a:solidFill>
                <a:schemeClr val="bg1"/>
              </a:solidFill>
              <a:ln w="19050" cap="sq">
                <a:solidFill>
                  <a:schemeClr val="accent6">
                    <a:lumMod val="7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>
                  <a:latin typeface="游ゴシック" panose="020B0400000000000000" pitchFamily="50" charset="-128"/>
                  <a:ea typeface="游ゴシック" panose="020B0400000000000000" pitchFamily="50" charset="-128"/>
                </a:endParaRPr>
              </a:p>
            </p:txBody>
          </p:sp>
          <p:sp>
            <p:nvSpPr>
              <p:cNvPr id="28" name="二等辺三角形 27">
                <a:extLst>
                  <a:ext uri="{FF2B5EF4-FFF2-40B4-BE49-F238E27FC236}">
                    <a16:creationId xmlns:a16="http://schemas.microsoft.com/office/drawing/2014/main" xmlns="" id="{29F27B9E-880B-4DA6-9782-F740F363E512}"/>
                  </a:ext>
                </a:extLst>
              </p:cNvPr>
              <p:cNvSpPr/>
              <p:nvPr/>
            </p:nvSpPr>
            <p:spPr>
              <a:xfrm rot="10800000">
                <a:off x="6437327" y="4781309"/>
                <a:ext cx="1548000" cy="282546"/>
              </a:xfrm>
              <a:prstGeom prst="triangle">
                <a:avLst/>
              </a:prstGeom>
              <a:solidFill>
                <a:schemeClr val="bg1"/>
              </a:solidFill>
              <a:ln w="19050" cap="sq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>
                  <a:latin typeface="游ゴシック" panose="020B0400000000000000" pitchFamily="50" charset="-128"/>
                  <a:ea typeface="游ゴシック" panose="020B0400000000000000" pitchFamily="50" charset="-128"/>
                </a:endParaRPr>
              </a:p>
            </p:txBody>
          </p:sp>
        </p:grpSp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xmlns="" id="{5D7D7BA1-165C-4E80-8BD9-5565B1E1253F}"/>
                </a:ext>
              </a:extLst>
            </p:cNvPr>
            <p:cNvSpPr txBox="1"/>
            <p:nvPr/>
          </p:nvSpPr>
          <p:spPr>
            <a:xfrm>
              <a:off x="8932127" y="6486923"/>
              <a:ext cx="4791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en-US" altLang="ja-JP" sz="1200" dirty="0"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3</a:t>
              </a:r>
              <a:endParaRPr kumimoji="1" lang="ja-JP" altLang="en-US" sz="1200" dirty="0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xmlns="" id="{C50898A0-7468-4ACA-BE5B-BF93EF06736E}"/>
                </a:ext>
              </a:extLst>
            </p:cNvPr>
            <p:cNvSpPr/>
            <p:nvPr/>
          </p:nvSpPr>
          <p:spPr>
            <a:xfrm>
              <a:off x="1014869" y="5405831"/>
              <a:ext cx="3177990" cy="612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xmlns="" id="{8B407F00-3A74-4B5F-B11D-BF0F59026F13}"/>
                </a:ext>
              </a:extLst>
            </p:cNvPr>
            <p:cNvSpPr txBox="1"/>
            <p:nvPr/>
          </p:nvSpPr>
          <p:spPr>
            <a:xfrm>
              <a:off x="1240762" y="5551074"/>
              <a:ext cx="27262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努力把不可能化為可能</a:t>
              </a:r>
              <a:endParaRPr kumimoji="1" lang="en-US" altLang="ja-JP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0" name="図表 39">
              <a:extLst>
                <a:ext uri="{FF2B5EF4-FFF2-40B4-BE49-F238E27FC236}">
                  <a16:creationId xmlns:a16="http://schemas.microsoft.com/office/drawing/2014/main" xmlns="" id="{3812D293-B1D6-437C-9C34-C63D31381B48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991641288"/>
                </p:ext>
              </p:extLst>
            </p:nvPr>
          </p:nvGraphicFramePr>
          <p:xfrm>
            <a:off x="5210172" y="1902069"/>
            <a:ext cx="4002308" cy="2699532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xmlns="" id="{CDDEFA88-7673-420F-87A0-2DC4C46A55DA}"/>
                </a:ext>
              </a:extLst>
            </p:cNvPr>
            <p:cNvSpPr txBox="1"/>
            <p:nvPr/>
          </p:nvSpPr>
          <p:spPr>
            <a:xfrm>
              <a:off x="6740356" y="509839"/>
              <a:ext cx="267093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en-US" altLang="zh-TW" sz="11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《</a:t>
              </a:r>
              <a:r>
                <a:rPr kumimoji="1" lang="zh-TW" altLang="en-US" sz="11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中期產品開發口號企劃書</a:t>
              </a:r>
              <a:r>
                <a:rPr kumimoji="1" lang="en-US" altLang="zh-TW" sz="11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》</a:t>
              </a:r>
              <a:endParaRPr kumimoji="1" lang="ja-JP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2917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xmlns="" id="{E1B84C7D-BDE1-4E0E-873F-4BBE35CA7B54}"/>
              </a:ext>
            </a:extLst>
          </p:cNvPr>
          <p:cNvGrpSpPr/>
          <p:nvPr/>
        </p:nvGrpSpPr>
        <p:grpSpPr>
          <a:xfrm>
            <a:off x="-1427356" y="-1427356"/>
            <a:ext cx="11333357" cy="8191278"/>
            <a:chOff x="-1427356" y="-1427356"/>
            <a:chExt cx="11333357" cy="8191278"/>
          </a:xfrm>
        </p:grpSpPr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xmlns="" id="{FD017E3E-63A1-4D82-8FFB-6CA1B52663A4}"/>
                </a:ext>
              </a:extLst>
            </p:cNvPr>
            <p:cNvSpPr/>
            <p:nvPr/>
          </p:nvSpPr>
          <p:spPr>
            <a:xfrm>
              <a:off x="1" y="0"/>
              <a:ext cx="9906000" cy="100452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dirty="0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9" name="パイ 3">
              <a:extLst>
                <a:ext uri="{FF2B5EF4-FFF2-40B4-BE49-F238E27FC236}">
                  <a16:creationId xmlns:a16="http://schemas.microsoft.com/office/drawing/2014/main" xmlns="" id="{6A7F4AA2-3709-4F71-99D2-83116156938A}"/>
                </a:ext>
              </a:extLst>
            </p:cNvPr>
            <p:cNvSpPr/>
            <p:nvPr/>
          </p:nvSpPr>
          <p:spPr>
            <a:xfrm rot="5400000" flipH="1">
              <a:off x="-1427356" y="-1427356"/>
              <a:ext cx="2670930" cy="2670930"/>
            </a:xfrm>
            <a:prstGeom prst="pie">
              <a:avLst>
                <a:gd name="adj1" fmla="val 10788133"/>
                <a:gd name="adj2" fmla="val 16200000"/>
              </a:avLst>
            </a:prstGeom>
            <a:solidFill>
              <a:schemeClr val="accent6">
                <a:lumMod val="50000"/>
              </a:schemeClr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n>
                  <a:solidFill>
                    <a:schemeClr val="accent1"/>
                  </a:solidFill>
                </a:ln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xmlns="" id="{F8C39A5C-A379-4B3B-901D-75C0D5DE55E2}"/>
                </a:ext>
              </a:extLst>
            </p:cNvPr>
            <p:cNvSpPr txBox="1"/>
            <p:nvPr/>
          </p:nvSpPr>
          <p:spPr>
            <a:xfrm>
              <a:off x="1432894" y="219795"/>
              <a:ext cx="437499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4000" b="1" dirty="0">
                  <a:solidFill>
                    <a:schemeClr val="accent6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Conversation</a:t>
              </a:r>
              <a:endParaRPr kumimoji="1" lang="ja-JP" altLang="en-US" sz="4000" b="1" dirty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xmlns="" id="{DEBDA223-C084-45E3-ADD0-2D0EF316157A}"/>
                </a:ext>
              </a:extLst>
            </p:cNvPr>
            <p:cNvSpPr txBox="1"/>
            <p:nvPr/>
          </p:nvSpPr>
          <p:spPr>
            <a:xfrm>
              <a:off x="225910" y="115697"/>
              <a:ext cx="46492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48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4</a:t>
              </a:r>
              <a:endParaRPr kumimoji="1" lang="ja-JP" altLang="en-US" sz="4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xmlns="" id="{20C09103-0035-4AD1-9A6A-B9888BBAFABA}"/>
                </a:ext>
              </a:extLst>
            </p:cNvPr>
            <p:cNvSpPr/>
            <p:nvPr/>
          </p:nvSpPr>
          <p:spPr>
            <a:xfrm rot="16200000">
              <a:off x="30738" y="1712406"/>
              <a:ext cx="5153094" cy="4225142"/>
            </a:xfrm>
            <a:prstGeom prst="rect">
              <a:avLst/>
            </a:prstGeom>
            <a:solidFill>
              <a:schemeClr val="bg1"/>
            </a:solidFill>
            <a:ln w="19050" cap="sq">
              <a:solidFill>
                <a:schemeClr val="accent6">
                  <a:lumMod val="75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xmlns="" id="{7BE0993F-57C9-4435-A090-F3FB3DCB4E1D}"/>
                </a:ext>
              </a:extLst>
            </p:cNvPr>
            <p:cNvSpPr/>
            <p:nvPr/>
          </p:nvSpPr>
          <p:spPr>
            <a:xfrm>
              <a:off x="5019286" y="5118945"/>
              <a:ext cx="4384082" cy="12825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 cap="sq">
              <a:solidFill>
                <a:schemeClr val="accent6">
                  <a:lumMod val="75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xmlns="" id="{F62FD36E-4708-4CA5-A568-FC7936D81AA9}"/>
                </a:ext>
              </a:extLst>
            </p:cNvPr>
            <p:cNvSpPr/>
            <p:nvPr/>
          </p:nvSpPr>
          <p:spPr>
            <a:xfrm>
              <a:off x="5019286" y="1248430"/>
              <a:ext cx="4392000" cy="3546047"/>
            </a:xfrm>
            <a:prstGeom prst="rect">
              <a:avLst/>
            </a:prstGeom>
            <a:solidFill>
              <a:schemeClr val="bg1"/>
            </a:solidFill>
            <a:ln w="19050" cap="sq">
              <a:solidFill>
                <a:schemeClr val="accent6">
                  <a:lumMod val="75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xmlns="" id="{3F43C901-1B06-4D7A-92FA-51DF5B61BA2F}"/>
                </a:ext>
              </a:extLst>
            </p:cNvPr>
            <p:cNvSpPr txBox="1"/>
            <p:nvPr/>
          </p:nvSpPr>
          <p:spPr>
            <a:xfrm>
              <a:off x="5824403" y="1452169"/>
              <a:ext cx="27782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b="1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Conversation</a:t>
              </a:r>
              <a:r>
                <a:rPr kumimoji="1" lang="zh-TW" altLang="en-US" b="1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（對話）</a:t>
              </a:r>
              <a:endParaRPr kumimoji="1" lang="ja-JP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xmlns="" id="{D504D140-3301-4E66-A87E-AE959BDAF7DF}"/>
                </a:ext>
              </a:extLst>
            </p:cNvPr>
            <p:cNvSpPr txBox="1"/>
            <p:nvPr/>
          </p:nvSpPr>
          <p:spPr>
            <a:xfrm>
              <a:off x="5392630" y="5584975"/>
              <a:ext cx="36398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琢磨產品的道具</a:t>
              </a:r>
              <a:endParaRPr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xmlns="" id="{5365C204-2CF9-4661-898D-FBCCC44A2D22}"/>
                </a:ext>
              </a:extLst>
            </p:cNvPr>
            <p:cNvSpPr txBox="1"/>
            <p:nvPr/>
          </p:nvSpPr>
          <p:spPr>
            <a:xfrm>
              <a:off x="1216402" y="1452169"/>
              <a:ext cx="27782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b="1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第</a:t>
              </a:r>
              <a:r>
                <a:rPr kumimoji="1" lang="en-US" altLang="ja-JP" b="1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3</a:t>
              </a:r>
              <a:r>
                <a:rPr kumimoji="1" lang="zh-TW" altLang="en-US" b="1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種</a:t>
              </a:r>
              <a:r>
                <a:rPr kumimoji="1" lang="en-US" altLang="ja-JP" b="1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C</a:t>
              </a:r>
              <a:endParaRPr kumimoji="1" lang="ja-JP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xmlns="" id="{5C12C480-44A8-4E9B-BF23-476820DA01D5}"/>
                </a:ext>
              </a:extLst>
            </p:cNvPr>
            <p:cNvSpPr txBox="1"/>
            <p:nvPr/>
          </p:nvSpPr>
          <p:spPr>
            <a:xfrm>
              <a:off x="784629" y="1966744"/>
              <a:ext cx="3639858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1200"/>
                </a:spcAft>
                <a:defRPr sz="1600">
                  <a:latin typeface="游ゴシック" panose="020B0400000000000000" pitchFamily="50" charset="-128"/>
                </a:defRPr>
              </a:lvl1pPr>
            </a:lstStyle>
            <a:p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為了讓客戶更舒適的使用機器，確實聆聽客戶需求，以及快速的對應是不可欠缺的必要條件。</a:t>
              </a:r>
              <a:endParaRPr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確實的技術和資訊源自於技術陣營、業務團隊與客戶三方的良性對話。</a:t>
              </a:r>
              <a:endParaRPr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「</a:t>
              </a:r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意見交流」的密切溝通是琢磨產品的最佳道具。</a:t>
              </a:r>
              <a:endParaRPr lang="ja-JP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grpSp>
          <p:nvGrpSpPr>
            <p:cNvPr id="17" name="グループ化 16">
              <a:extLst>
                <a:ext uri="{FF2B5EF4-FFF2-40B4-BE49-F238E27FC236}">
                  <a16:creationId xmlns:a16="http://schemas.microsoft.com/office/drawing/2014/main" xmlns="" id="{13B2DA7A-DC4A-41D9-9C82-F2144D28E421}"/>
                </a:ext>
              </a:extLst>
            </p:cNvPr>
            <p:cNvGrpSpPr/>
            <p:nvPr/>
          </p:nvGrpSpPr>
          <p:grpSpPr>
            <a:xfrm>
              <a:off x="4692078" y="2252482"/>
              <a:ext cx="310324" cy="1548000"/>
              <a:chOff x="4692078" y="2252482"/>
              <a:chExt cx="310324" cy="1548000"/>
            </a:xfrm>
          </p:grpSpPr>
          <p:sp>
            <p:nvSpPr>
              <p:cNvPr id="5" name="二等辺三角形 4">
                <a:extLst>
                  <a:ext uri="{FF2B5EF4-FFF2-40B4-BE49-F238E27FC236}">
                    <a16:creationId xmlns:a16="http://schemas.microsoft.com/office/drawing/2014/main" xmlns="" id="{E0A47089-BF5A-4406-A56A-970A6DB742FD}"/>
                  </a:ext>
                </a:extLst>
              </p:cNvPr>
              <p:cNvSpPr/>
              <p:nvPr/>
            </p:nvSpPr>
            <p:spPr>
              <a:xfrm rot="5400000">
                <a:off x="4141129" y="2885209"/>
                <a:ext cx="1440000" cy="282546"/>
              </a:xfrm>
              <a:prstGeom prst="triangle">
                <a:avLst/>
              </a:prstGeom>
              <a:solidFill>
                <a:schemeClr val="bg1"/>
              </a:solidFill>
              <a:ln w="19050" cap="sq">
                <a:solidFill>
                  <a:schemeClr val="accent6">
                    <a:lumMod val="7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>
                  <a:latin typeface="游ゴシック" panose="020B0400000000000000" pitchFamily="50" charset="-128"/>
                  <a:ea typeface="游ゴシック" panose="020B0400000000000000" pitchFamily="50" charset="-128"/>
                </a:endParaRPr>
              </a:p>
            </p:txBody>
          </p:sp>
          <p:sp>
            <p:nvSpPr>
              <p:cNvPr id="21" name="二等辺三角形 20">
                <a:extLst>
                  <a:ext uri="{FF2B5EF4-FFF2-40B4-BE49-F238E27FC236}">
                    <a16:creationId xmlns:a16="http://schemas.microsoft.com/office/drawing/2014/main" xmlns="" id="{D2EE7758-8702-4EEF-9D7C-C9B55AD6A85F}"/>
                  </a:ext>
                </a:extLst>
              </p:cNvPr>
              <p:cNvSpPr/>
              <p:nvPr/>
            </p:nvSpPr>
            <p:spPr>
              <a:xfrm rot="5400000">
                <a:off x="4059351" y="2885209"/>
                <a:ext cx="1548000" cy="282546"/>
              </a:xfrm>
              <a:prstGeom prst="triangle">
                <a:avLst/>
              </a:prstGeom>
              <a:solidFill>
                <a:schemeClr val="bg1"/>
              </a:solidFill>
              <a:ln w="19050" cap="sq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>
                  <a:latin typeface="游ゴシック" panose="020B0400000000000000" pitchFamily="50" charset="-128"/>
                  <a:ea typeface="游ゴシック" panose="020B0400000000000000" pitchFamily="50" charset="-128"/>
                </a:endParaRPr>
              </a:p>
            </p:txBody>
          </p:sp>
        </p:grpSp>
        <p:grpSp>
          <p:nvGrpSpPr>
            <p:cNvPr id="15" name="グループ化 14">
              <a:extLst>
                <a:ext uri="{FF2B5EF4-FFF2-40B4-BE49-F238E27FC236}">
                  <a16:creationId xmlns:a16="http://schemas.microsoft.com/office/drawing/2014/main" xmlns="" id="{4820B9D7-7168-4CB9-A467-05B20FF6C4F3}"/>
                </a:ext>
              </a:extLst>
            </p:cNvPr>
            <p:cNvGrpSpPr/>
            <p:nvPr/>
          </p:nvGrpSpPr>
          <p:grpSpPr>
            <a:xfrm>
              <a:off x="6437327" y="4781309"/>
              <a:ext cx="1548000" cy="310324"/>
              <a:chOff x="6437327" y="4781309"/>
              <a:chExt cx="1548000" cy="310324"/>
            </a:xfrm>
          </p:grpSpPr>
          <p:sp>
            <p:nvSpPr>
              <p:cNvPr id="27" name="二等辺三角形 26">
                <a:extLst>
                  <a:ext uri="{FF2B5EF4-FFF2-40B4-BE49-F238E27FC236}">
                    <a16:creationId xmlns:a16="http://schemas.microsoft.com/office/drawing/2014/main" xmlns="" id="{0D62B3D5-DBFA-4D57-9781-AD8855F55818}"/>
                  </a:ext>
                </a:extLst>
              </p:cNvPr>
              <p:cNvSpPr/>
              <p:nvPr/>
            </p:nvSpPr>
            <p:spPr>
              <a:xfrm rot="10800000">
                <a:off x="6491327" y="4809087"/>
                <a:ext cx="1440000" cy="282546"/>
              </a:xfrm>
              <a:prstGeom prst="triangle">
                <a:avLst/>
              </a:prstGeom>
              <a:solidFill>
                <a:schemeClr val="bg1"/>
              </a:solidFill>
              <a:ln w="19050" cap="sq">
                <a:solidFill>
                  <a:schemeClr val="accent6">
                    <a:lumMod val="7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>
                  <a:latin typeface="游ゴシック" panose="020B0400000000000000" pitchFamily="50" charset="-128"/>
                  <a:ea typeface="游ゴシック" panose="020B0400000000000000" pitchFamily="50" charset="-128"/>
                </a:endParaRPr>
              </a:p>
            </p:txBody>
          </p:sp>
          <p:sp>
            <p:nvSpPr>
              <p:cNvPr id="28" name="二等辺三角形 27">
                <a:extLst>
                  <a:ext uri="{FF2B5EF4-FFF2-40B4-BE49-F238E27FC236}">
                    <a16:creationId xmlns:a16="http://schemas.microsoft.com/office/drawing/2014/main" xmlns="" id="{29F27B9E-880B-4DA6-9782-F740F363E512}"/>
                  </a:ext>
                </a:extLst>
              </p:cNvPr>
              <p:cNvSpPr/>
              <p:nvPr/>
            </p:nvSpPr>
            <p:spPr>
              <a:xfrm rot="10800000">
                <a:off x="6437327" y="4781309"/>
                <a:ext cx="1548000" cy="282546"/>
              </a:xfrm>
              <a:prstGeom prst="triangle">
                <a:avLst/>
              </a:prstGeom>
              <a:solidFill>
                <a:schemeClr val="bg1"/>
              </a:solidFill>
              <a:ln w="19050" cap="sq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>
                  <a:latin typeface="游ゴシック" panose="020B0400000000000000" pitchFamily="50" charset="-128"/>
                  <a:ea typeface="游ゴシック" panose="020B0400000000000000" pitchFamily="50" charset="-128"/>
                </a:endParaRPr>
              </a:p>
            </p:txBody>
          </p:sp>
        </p:grpSp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xmlns="" id="{5D7D7BA1-165C-4E80-8BD9-5565B1E1253F}"/>
                </a:ext>
              </a:extLst>
            </p:cNvPr>
            <p:cNvSpPr txBox="1"/>
            <p:nvPr/>
          </p:nvSpPr>
          <p:spPr>
            <a:xfrm>
              <a:off x="8932127" y="6486923"/>
              <a:ext cx="4791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en-US" altLang="ja-JP" sz="1200" dirty="0"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4</a:t>
              </a:r>
              <a:endParaRPr kumimoji="1" lang="ja-JP" altLang="en-US" sz="1200" dirty="0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xmlns="" id="{C50898A0-7468-4ACA-BE5B-BF93EF06736E}"/>
                </a:ext>
              </a:extLst>
            </p:cNvPr>
            <p:cNvSpPr/>
            <p:nvPr/>
          </p:nvSpPr>
          <p:spPr>
            <a:xfrm>
              <a:off x="1014869" y="5405831"/>
              <a:ext cx="3177990" cy="612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xmlns="" id="{8B407F00-3A74-4B5F-B11D-BF0F59026F13}"/>
                </a:ext>
              </a:extLst>
            </p:cNvPr>
            <p:cNvSpPr txBox="1"/>
            <p:nvPr/>
          </p:nvSpPr>
          <p:spPr>
            <a:xfrm>
              <a:off x="1221328" y="5551074"/>
              <a:ext cx="27262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意見交流</a:t>
              </a:r>
              <a:endParaRPr kumimoji="1" lang="en-US" altLang="ja-JP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図表 2">
              <a:extLst>
                <a:ext uri="{FF2B5EF4-FFF2-40B4-BE49-F238E27FC236}">
                  <a16:creationId xmlns:a16="http://schemas.microsoft.com/office/drawing/2014/main" xmlns="" id="{1CA7CB69-4B50-4320-B4D7-74C750C7E98C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457439220"/>
                </p:ext>
              </p:extLst>
            </p:nvPr>
          </p:nvGraphicFramePr>
          <p:xfrm>
            <a:off x="5392630" y="2025240"/>
            <a:ext cx="3823953" cy="2549301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xmlns="" id="{0E53DA4A-DF5E-4DD1-B1E4-9918DC50AF8A}"/>
                </a:ext>
              </a:extLst>
            </p:cNvPr>
            <p:cNvSpPr txBox="1"/>
            <p:nvPr/>
          </p:nvSpPr>
          <p:spPr>
            <a:xfrm>
              <a:off x="6740356" y="509839"/>
              <a:ext cx="267093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en-US" altLang="zh-TW" sz="11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《</a:t>
              </a:r>
              <a:r>
                <a:rPr kumimoji="1" lang="zh-TW" altLang="en-US" sz="11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中期產品開發口號企劃書</a:t>
              </a:r>
              <a:r>
                <a:rPr kumimoji="1" lang="en-US" altLang="zh-TW" sz="11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》</a:t>
              </a:r>
              <a:endParaRPr kumimoji="1" lang="ja-JP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7898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オレンジ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413</TotalTime>
  <Words>439</Words>
  <Application>Microsoft Office PowerPoint</Application>
  <PresentationFormat>A4 紙張 (210x297 公釐)</PresentationFormat>
  <Paragraphs>58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2" baseType="lpstr">
      <vt:lpstr>游ゴシック</vt:lpstr>
      <vt:lpstr>游ゴシック Light</vt:lpstr>
      <vt:lpstr>微軟正黑體</vt:lpstr>
      <vt:lpstr>Arial</vt:lpstr>
      <vt:lpstr>Calibri</vt:lpstr>
      <vt:lpstr>Calibri Light</vt:lpstr>
      <vt:lpstr>Times New Roman</vt:lpstr>
      <vt:lpstr>Office テーマ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WATANABE-note</dc:creator>
  <cp:lastModifiedBy>Yosie</cp:lastModifiedBy>
  <cp:revision>61</cp:revision>
  <dcterms:created xsi:type="dcterms:W3CDTF">2017-11-29T08:23:29Z</dcterms:created>
  <dcterms:modified xsi:type="dcterms:W3CDTF">2018-09-22T10:02:59Z</dcterms:modified>
</cp:coreProperties>
</file>