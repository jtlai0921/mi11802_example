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51FCCA-510B-4A12-9354-652419B1569D}" type="doc">
      <dgm:prSet loTypeId="urn:microsoft.com/office/officeart/2005/8/layout/radial1" loCatId="cycle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kumimoji="1" lang="ja-JP" altLang="en-US"/>
        </a:p>
      </dgm:t>
    </dgm:pt>
    <dgm:pt modelId="{D43BABD5-0B7E-40EE-A15D-9101A5D11F22}">
      <dgm:prSet phldrT="[テキスト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kumimoji="1" lang="zh-TW" altLang="en-US" sz="1400" b="1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我們的城鎮是</a:t>
          </a:r>
          <a:r>
            <a:rPr kumimoji="1" lang="en-US" altLang="ja-JP" sz="1400" b="1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/>
          </a:r>
          <a:br>
            <a:rPr kumimoji="1" lang="en-US" altLang="ja-JP" sz="1400" b="1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kumimoji="1" lang="zh-TW" altLang="en-US" sz="1400" b="1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黃豆的產地</a:t>
          </a:r>
          <a:endParaRPr kumimoji="1" lang="ja-JP" altLang="en-US" sz="1400" b="1" dirty="0">
            <a:solidFill>
              <a:schemeClr val="bg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2481C968-032A-48A4-89BD-C0002C815063}" type="parTrans" cxnId="{446240BF-640E-46C0-942F-83BD598CF0F4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A7ACBDA7-4852-4F81-963C-F3FD33914BE1}" type="sibTrans" cxnId="{446240BF-640E-46C0-942F-83BD598CF0F4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425A6350-774A-47E0-B9C4-858A3CB1B38C}">
      <dgm:prSet phldrT="[テキスト]"/>
      <dgm:spPr/>
      <dgm:t>
        <a:bodyPr/>
        <a:lstStyle/>
        <a:p>
          <a:r>
            <a:rPr lang="zh-TW" altLang="en-US" b="0" i="0" u="none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毛豆</a:t>
          </a:r>
          <a:endParaRPr kumimoji="1" lang="ja-JP" altLang="en-US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4D6A3DF-5DCB-4062-8D50-29FB0C072E3E}" type="parTrans" cxnId="{F3686C98-39D6-4FBD-B91D-72D98626AC8D}">
      <dgm:prSet/>
      <dgm:spPr>
        <a:ln>
          <a:solidFill>
            <a:schemeClr val="accent6"/>
          </a:solidFill>
        </a:ln>
      </dgm:spPr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87ABF095-F393-4795-8047-30553540D48F}" type="sibTrans" cxnId="{F3686C98-39D6-4FBD-B91D-72D98626AC8D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97C579C8-FF50-458E-ACE6-92B27603F894}">
      <dgm:prSet/>
      <dgm:spPr/>
      <dgm:t>
        <a:bodyPr/>
        <a:lstStyle/>
        <a:p>
          <a:r>
            <a:rPr lang="zh-TW" altLang="en-US" b="0" i="0" u="none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黃豆粉</a:t>
          </a:r>
          <a:endParaRPr lang="ja-JP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F836C623-2077-4D49-A75E-6F477DAD0D04}" type="parTrans" cxnId="{3E267BA1-BB73-42B6-8384-E7FD7B7B39A7}">
      <dgm:prSet/>
      <dgm:spPr>
        <a:ln>
          <a:solidFill>
            <a:schemeClr val="accent6"/>
          </a:solidFill>
        </a:ln>
      </dgm:spPr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11C03A73-F95C-485F-9025-57EA6A820853}" type="sibTrans" cxnId="{3E267BA1-BB73-42B6-8384-E7FD7B7B39A7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91A809C4-3074-4F76-8089-39B94C63F398}">
      <dgm:prSet/>
      <dgm:spPr/>
      <dgm:t>
        <a:bodyPr/>
        <a:lstStyle/>
        <a:p>
          <a:r>
            <a:rPr lang="zh-TW" altLang="en-US" b="0" i="0" u="none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納豆</a:t>
          </a:r>
          <a:endParaRPr lang="ja-JP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D80E73B-9651-4C30-82FB-52AD07D0D13D}" type="parTrans" cxnId="{63915521-3609-4F99-83FC-0FA89179267F}">
      <dgm:prSet/>
      <dgm:spPr>
        <a:ln>
          <a:solidFill>
            <a:schemeClr val="accent6"/>
          </a:solidFill>
        </a:ln>
      </dgm:spPr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3AA55411-90BA-4B21-B9CF-175010D6073A}" type="sibTrans" cxnId="{63915521-3609-4F99-83FC-0FA89179267F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B348DC59-4E72-4DEF-AE5B-E9A9D5B38BCB}">
      <dgm:prSet/>
      <dgm:spPr/>
      <dgm:t>
        <a:bodyPr/>
        <a:lstStyle/>
        <a:p>
          <a:r>
            <a:rPr lang="zh-TW" altLang="en-US" b="0" i="0" u="none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味噌</a:t>
          </a:r>
          <a:endParaRPr lang="ja-JP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16B3B06-1CF2-4C4E-AD35-52F1403D3EBD}" type="parTrans" cxnId="{014BCD5B-6395-4F6E-857E-54407C8C008F}">
      <dgm:prSet/>
      <dgm:spPr>
        <a:ln>
          <a:solidFill>
            <a:schemeClr val="accent6"/>
          </a:solidFill>
        </a:ln>
      </dgm:spPr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B184114C-384D-4BFA-BAB2-42ED2F47D8D7}" type="sibTrans" cxnId="{014BCD5B-6395-4F6E-857E-54407C8C008F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5DA7E47D-6991-483B-B077-1B578CAFE1A0}">
      <dgm:prSet/>
      <dgm:spPr/>
      <dgm:t>
        <a:bodyPr/>
        <a:lstStyle/>
        <a:p>
          <a:r>
            <a:rPr lang="zh-TW" altLang="en-US" b="0" i="0" u="none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醬油</a:t>
          </a:r>
          <a:endParaRPr lang="ja-JP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D2C77B8-FE29-40AC-A520-82349A71FA64}" type="parTrans" cxnId="{904835DF-2011-4782-BF52-AAEC75417306}">
      <dgm:prSet/>
      <dgm:spPr>
        <a:ln>
          <a:solidFill>
            <a:schemeClr val="accent6"/>
          </a:solidFill>
        </a:ln>
      </dgm:spPr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8694979A-E275-4669-901C-711E803F1AF4}" type="sibTrans" cxnId="{904835DF-2011-4782-BF52-AAEC75417306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1CDB3C0D-267D-4BE2-958E-0118B2ACC9FC}">
      <dgm:prSet/>
      <dgm:spPr/>
      <dgm:t>
        <a:bodyPr/>
        <a:lstStyle/>
        <a:p>
          <a:r>
            <a:rPr lang="zh-TW" altLang="en-US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豆漿</a:t>
          </a:r>
          <a:endParaRPr lang="ja-JP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7B1B1FF-6F4E-46AA-B187-C252D96ADFAB}" type="parTrans" cxnId="{5A73A217-7D84-41A6-8DBF-D9787B4E8F28}">
      <dgm:prSet/>
      <dgm:spPr>
        <a:ln>
          <a:solidFill>
            <a:schemeClr val="accent6"/>
          </a:solidFill>
        </a:ln>
      </dgm:spPr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CC8F6DA9-655E-451C-900B-545797C4C634}" type="sibTrans" cxnId="{5A73A217-7D84-41A6-8DBF-D9787B4E8F28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A6903FEB-DC08-4BFE-B4CA-95C2F341A6F6}">
      <dgm:prSet/>
      <dgm:spPr/>
      <dgm:t>
        <a:bodyPr/>
        <a:lstStyle/>
        <a:p>
          <a:r>
            <a:rPr lang="zh-TW" altLang="en-US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豆皮</a:t>
          </a:r>
          <a:endParaRPr lang="ja-JP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7631169-4049-4B41-9AD3-5B6D8C1E3624}" type="parTrans" cxnId="{7F303BDF-2492-43DD-B307-B1CDAAF1F55D}">
      <dgm:prSet/>
      <dgm:spPr>
        <a:ln>
          <a:solidFill>
            <a:schemeClr val="accent6"/>
          </a:solidFill>
        </a:ln>
      </dgm:spPr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6A62B5DD-7706-4DC1-AC61-29EB77ED2773}" type="sibTrans" cxnId="{7F303BDF-2492-43DD-B307-B1CDAAF1F55D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C85BB57C-B2F2-4955-B118-9999CA460E07}">
      <dgm:prSet/>
      <dgm:spPr/>
      <dgm:t>
        <a:bodyPr/>
        <a:lstStyle/>
        <a:p>
          <a:r>
            <a:rPr lang="zh-TW" altLang="en-US" b="0" i="0" u="none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豆渣</a:t>
          </a:r>
          <a:endParaRPr lang="ja-JP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9822261-5973-48E6-9CB7-8FDD8ECD8FE4}" type="parTrans" cxnId="{C131BD25-41FE-4D3D-A647-ABC155D83B56}">
      <dgm:prSet/>
      <dgm:spPr>
        <a:ln>
          <a:solidFill>
            <a:schemeClr val="accent6"/>
          </a:solidFill>
        </a:ln>
      </dgm:spPr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40BD2BCE-1D17-4D42-89DB-23A18B606280}" type="sibTrans" cxnId="{C131BD25-41FE-4D3D-A647-ABC155D83B56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57595964-12BF-478C-8553-B2687BF823BE}">
      <dgm:prSet/>
      <dgm:spPr/>
      <dgm:t>
        <a:bodyPr/>
        <a:lstStyle/>
        <a:p>
          <a:r>
            <a:rPr lang="zh-TW" altLang="en-US" b="0" i="0" u="none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豆腐</a:t>
          </a:r>
          <a:endParaRPr lang="ja-JP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64786AC-B2C9-4977-B135-FA03796BC1CF}" type="parTrans" cxnId="{810F6588-4395-4895-9980-0634A3601EC8}">
      <dgm:prSet/>
      <dgm:spPr>
        <a:ln>
          <a:solidFill>
            <a:schemeClr val="accent6"/>
          </a:solidFill>
        </a:ln>
      </dgm:spPr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3422B47C-C816-4CFD-99E4-6451423D66B7}" type="sibTrans" cxnId="{810F6588-4395-4895-9980-0634A3601EC8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691A01F0-BF2F-4AE3-B585-C38A16A5092B}">
      <dgm:prSet/>
      <dgm:spPr/>
      <dgm:t>
        <a:bodyPr/>
        <a:lstStyle/>
        <a:p>
          <a:r>
            <a:rPr lang="zh-TW" altLang="en-US" b="0" i="0" u="none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日式豆皮</a:t>
          </a:r>
          <a:endParaRPr lang="ja-JP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E422816-C16A-4872-8D0D-AEE47FD6D965}" type="parTrans" cxnId="{A7A6FA16-64F9-43A4-84B3-9668C2DF653D}">
      <dgm:prSet/>
      <dgm:spPr>
        <a:ln>
          <a:solidFill>
            <a:schemeClr val="accent6"/>
          </a:solidFill>
        </a:ln>
      </dgm:spPr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5541D4B5-32A2-499F-B6FE-0F15ECC7FA4B}" type="sibTrans" cxnId="{A7A6FA16-64F9-43A4-84B3-9668C2DF653D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461AFB9C-C8DC-495B-8C2F-D7AE118E77DD}">
      <dgm:prSet/>
      <dgm:spPr/>
      <dgm:t>
        <a:bodyPr/>
        <a:lstStyle/>
        <a:p>
          <a:r>
            <a:rPr lang="zh-TW" altLang="en-US" b="0" i="0" u="none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油豆腐</a:t>
          </a:r>
          <a:endParaRPr lang="ja-JP" altLang="en-US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FB5365BB-04AA-4D94-A37A-AB888F7AE83B}" type="parTrans" cxnId="{FF6CF89C-BEDE-415E-B427-0BE80FB2B47C}">
      <dgm:prSet/>
      <dgm:spPr>
        <a:ln>
          <a:solidFill>
            <a:schemeClr val="accent6"/>
          </a:solidFill>
        </a:ln>
      </dgm:spPr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77B13ED9-BA6B-4361-9A75-1124C7957217}" type="sibTrans" cxnId="{FF6CF89C-BEDE-415E-B427-0BE80FB2B47C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403ECB3F-E73E-42E9-AA54-DE642722B3D3}">
      <dgm:prSet/>
      <dgm:spPr/>
      <dgm:t>
        <a:bodyPr/>
        <a:lstStyle/>
        <a:p>
          <a:r>
            <a:rPr lang="zh-TW" altLang="en-US" b="0" i="0" u="none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豆芽</a:t>
          </a:r>
          <a:endParaRPr lang="ja-JP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947F5AC-E466-43FA-B452-7B04F5A32DF4}" type="sibTrans" cxnId="{F484D6B9-EEBF-4428-8E89-F4524B72B82C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CE30002B-9F2A-4188-BF72-98C8B785423C}" type="parTrans" cxnId="{F484D6B9-EEBF-4428-8E89-F4524B72B82C}">
      <dgm:prSet/>
      <dgm:spPr>
        <a:ln>
          <a:solidFill>
            <a:schemeClr val="accent6"/>
          </a:solidFill>
        </a:ln>
      </dgm:spPr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2BD5F0AC-6DDD-4DA0-9FAE-68DE3A882112}" type="pres">
      <dgm:prSet presAssocID="{1151FCCA-510B-4A12-9354-652419B1569D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55E1B753-5F79-4019-A8F6-820788DE50E9}" type="pres">
      <dgm:prSet presAssocID="{D43BABD5-0B7E-40EE-A15D-9101A5D11F22}" presName="centerShape" presStyleLbl="node0" presStyleIdx="0" presStyleCnt="1" custScaleX="285963" custScaleY="285963"/>
      <dgm:spPr/>
      <dgm:t>
        <a:bodyPr/>
        <a:lstStyle/>
        <a:p>
          <a:endParaRPr lang="zh-TW" altLang="en-US"/>
        </a:p>
      </dgm:t>
    </dgm:pt>
    <dgm:pt modelId="{605A318D-BD87-4B74-BD07-8A77D4998433}" type="pres">
      <dgm:prSet presAssocID="{04D6A3DF-5DCB-4062-8D50-29FB0C072E3E}" presName="Name9" presStyleLbl="parChTrans1D2" presStyleIdx="0" presStyleCnt="12"/>
      <dgm:spPr/>
      <dgm:t>
        <a:bodyPr/>
        <a:lstStyle/>
        <a:p>
          <a:endParaRPr lang="zh-TW" altLang="en-US"/>
        </a:p>
      </dgm:t>
    </dgm:pt>
    <dgm:pt modelId="{3F6E3C1C-45B8-48FE-9290-9DE1FB7C5B7F}" type="pres">
      <dgm:prSet presAssocID="{04D6A3DF-5DCB-4062-8D50-29FB0C072E3E}" presName="connTx" presStyleLbl="parChTrans1D2" presStyleIdx="0" presStyleCnt="12"/>
      <dgm:spPr/>
      <dgm:t>
        <a:bodyPr/>
        <a:lstStyle/>
        <a:p>
          <a:endParaRPr lang="zh-TW" altLang="en-US"/>
        </a:p>
      </dgm:t>
    </dgm:pt>
    <dgm:pt modelId="{472548B9-850C-4B3D-91A2-8D7FBAE40AB2}" type="pres">
      <dgm:prSet presAssocID="{425A6350-774A-47E0-B9C4-858A3CB1B38C}" presName="node" presStyleLbl="node1" presStyleIdx="0" presStyleCnt="1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89ECC39F-A5D6-453B-B397-D7BE8A313093}" type="pres">
      <dgm:prSet presAssocID="{CE30002B-9F2A-4188-BF72-98C8B785423C}" presName="Name9" presStyleLbl="parChTrans1D2" presStyleIdx="1" presStyleCnt="12"/>
      <dgm:spPr/>
      <dgm:t>
        <a:bodyPr/>
        <a:lstStyle/>
        <a:p>
          <a:endParaRPr lang="zh-TW" altLang="en-US"/>
        </a:p>
      </dgm:t>
    </dgm:pt>
    <dgm:pt modelId="{6A60780A-A985-444B-9993-B5F7EB438A6E}" type="pres">
      <dgm:prSet presAssocID="{CE30002B-9F2A-4188-BF72-98C8B785423C}" presName="connTx" presStyleLbl="parChTrans1D2" presStyleIdx="1" presStyleCnt="12"/>
      <dgm:spPr/>
      <dgm:t>
        <a:bodyPr/>
        <a:lstStyle/>
        <a:p>
          <a:endParaRPr lang="zh-TW" altLang="en-US"/>
        </a:p>
      </dgm:t>
    </dgm:pt>
    <dgm:pt modelId="{44E53253-B92D-4D02-B63C-1CD2A34F6274}" type="pres">
      <dgm:prSet presAssocID="{403ECB3F-E73E-42E9-AA54-DE642722B3D3}" presName="node" presStyleLbl="node1" presStyleIdx="1" presStyleCnt="1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746DE829-F951-4F39-B59B-21F53E5ED532}" type="pres">
      <dgm:prSet presAssocID="{F836C623-2077-4D49-A75E-6F477DAD0D04}" presName="Name9" presStyleLbl="parChTrans1D2" presStyleIdx="2" presStyleCnt="12"/>
      <dgm:spPr/>
      <dgm:t>
        <a:bodyPr/>
        <a:lstStyle/>
        <a:p>
          <a:endParaRPr lang="zh-TW" altLang="en-US"/>
        </a:p>
      </dgm:t>
    </dgm:pt>
    <dgm:pt modelId="{DFB940EF-439D-4712-ACB4-C35185372DB9}" type="pres">
      <dgm:prSet presAssocID="{F836C623-2077-4D49-A75E-6F477DAD0D04}" presName="connTx" presStyleLbl="parChTrans1D2" presStyleIdx="2" presStyleCnt="12"/>
      <dgm:spPr/>
      <dgm:t>
        <a:bodyPr/>
        <a:lstStyle/>
        <a:p>
          <a:endParaRPr lang="zh-TW" altLang="en-US"/>
        </a:p>
      </dgm:t>
    </dgm:pt>
    <dgm:pt modelId="{CC5FA285-595C-4487-BBC4-152D4ABE9338}" type="pres">
      <dgm:prSet presAssocID="{97C579C8-FF50-458E-ACE6-92B27603F894}" presName="node" presStyleLbl="node1" presStyleIdx="2" presStyleCnt="1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3AB36641-A468-4AEC-A6B3-2211BECFF224}" type="pres">
      <dgm:prSet presAssocID="{CD80E73B-9651-4C30-82FB-52AD07D0D13D}" presName="Name9" presStyleLbl="parChTrans1D2" presStyleIdx="3" presStyleCnt="12"/>
      <dgm:spPr/>
      <dgm:t>
        <a:bodyPr/>
        <a:lstStyle/>
        <a:p>
          <a:endParaRPr lang="zh-TW" altLang="en-US"/>
        </a:p>
      </dgm:t>
    </dgm:pt>
    <dgm:pt modelId="{03A095BE-AED1-45A4-8186-3833C274D3F3}" type="pres">
      <dgm:prSet presAssocID="{CD80E73B-9651-4C30-82FB-52AD07D0D13D}" presName="connTx" presStyleLbl="parChTrans1D2" presStyleIdx="3" presStyleCnt="12"/>
      <dgm:spPr/>
      <dgm:t>
        <a:bodyPr/>
        <a:lstStyle/>
        <a:p>
          <a:endParaRPr lang="zh-TW" altLang="en-US"/>
        </a:p>
      </dgm:t>
    </dgm:pt>
    <dgm:pt modelId="{E6D4C735-C6A5-44B9-82DF-8F14EE9E2A9F}" type="pres">
      <dgm:prSet presAssocID="{91A809C4-3074-4F76-8089-39B94C63F398}" presName="node" presStyleLbl="node1" presStyleIdx="3" presStyleCnt="1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5BB8E1DA-1861-48E3-B9AF-1AF2EAAE9A34}" type="pres">
      <dgm:prSet presAssocID="{616B3B06-1CF2-4C4E-AD35-52F1403D3EBD}" presName="Name9" presStyleLbl="parChTrans1D2" presStyleIdx="4" presStyleCnt="12"/>
      <dgm:spPr/>
      <dgm:t>
        <a:bodyPr/>
        <a:lstStyle/>
        <a:p>
          <a:endParaRPr lang="zh-TW" altLang="en-US"/>
        </a:p>
      </dgm:t>
    </dgm:pt>
    <dgm:pt modelId="{BC6F1DD4-981B-4B19-B78F-CDEF0F85CD78}" type="pres">
      <dgm:prSet presAssocID="{616B3B06-1CF2-4C4E-AD35-52F1403D3EBD}" presName="connTx" presStyleLbl="parChTrans1D2" presStyleIdx="4" presStyleCnt="12"/>
      <dgm:spPr/>
      <dgm:t>
        <a:bodyPr/>
        <a:lstStyle/>
        <a:p>
          <a:endParaRPr lang="zh-TW" altLang="en-US"/>
        </a:p>
      </dgm:t>
    </dgm:pt>
    <dgm:pt modelId="{C8F61029-70F6-4B6F-BBBD-A72E5C836645}" type="pres">
      <dgm:prSet presAssocID="{B348DC59-4E72-4DEF-AE5B-E9A9D5B38BCB}" presName="node" presStyleLbl="node1" presStyleIdx="4" presStyleCnt="1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3CF1D045-A8CF-44B9-A032-17896402A805}" type="pres">
      <dgm:prSet presAssocID="{5D2C77B8-FE29-40AC-A520-82349A71FA64}" presName="Name9" presStyleLbl="parChTrans1D2" presStyleIdx="5" presStyleCnt="12"/>
      <dgm:spPr/>
      <dgm:t>
        <a:bodyPr/>
        <a:lstStyle/>
        <a:p>
          <a:endParaRPr lang="zh-TW" altLang="en-US"/>
        </a:p>
      </dgm:t>
    </dgm:pt>
    <dgm:pt modelId="{9DD26E49-9D95-43B0-9190-080CE5F4A3DD}" type="pres">
      <dgm:prSet presAssocID="{5D2C77B8-FE29-40AC-A520-82349A71FA64}" presName="connTx" presStyleLbl="parChTrans1D2" presStyleIdx="5" presStyleCnt="12"/>
      <dgm:spPr/>
      <dgm:t>
        <a:bodyPr/>
        <a:lstStyle/>
        <a:p>
          <a:endParaRPr lang="zh-TW" altLang="en-US"/>
        </a:p>
      </dgm:t>
    </dgm:pt>
    <dgm:pt modelId="{A18CA676-A8DE-4516-9817-536FAD943A7E}" type="pres">
      <dgm:prSet presAssocID="{5DA7E47D-6991-483B-B077-1B578CAFE1A0}" presName="node" presStyleLbl="node1" presStyleIdx="5" presStyleCnt="1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B8F7591F-A1B6-44FD-86CC-047E824F088C}" type="pres">
      <dgm:prSet presAssocID="{C7B1B1FF-6F4E-46AA-B187-C252D96ADFAB}" presName="Name9" presStyleLbl="parChTrans1D2" presStyleIdx="6" presStyleCnt="12"/>
      <dgm:spPr/>
      <dgm:t>
        <a:bodyPr/>
        <a:lstStyle/>
        <a:p>
          <a:endParaRPr lang="zh-TW" altLang="en-US"/>
        </a:p>
      </dgm:t>
    </dgm:pt>
    <dgm:pt modelId="{5B368A82-9826-48B1-B9F6-D2D40BC24F35}" type="pres">
      <dgm:prSet presAssocID="{C7B1B1FF-6F4E-46AA-B187-C252D96ADFAB}" presName="connTx" presStyleLbl="parChTrans1D2" presStyleIdx="6" presStyleCnt="12"/>
      <dgm:spPr/>
      <dgm:t>
        <a:bodyPr/>
        <a:lstStyle/>
        <a:p>
          <a:endParaRPr lang="zh-TW" altLang="en-US"/>
        </a:p>
      </dgm:t>
    </dgm:pt>
    <dgm:pt modelId="{216E5FA1-3C53-4E87-B67B-25643372477D}" type="pres">
      <dgm:prSet presAssocID="{1CDB3C0D-267D-4BE2-958E-0118B2ACC9FC}" presName="node" presStyleLbl="node1" presStyleIdx="6" presStyleCnt="1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F73142E1-8637-4BB3-BDBB-CEA0D627EA00}" type="pres">
      <dgm:prSet presAssocID="{37631169-4049-4B41-9AD3-5B6D8C1E3624}" presName="Name9" presStyleLbl="parChTrans1D2" presStyleIdx="7" presStyleCnt="12"/>
      <dgm:spPr/>
      <dgm:t>
        <a:bodyPr/>
        <a:lstStyle/>
        <a:p>
          <a:endParaRPr lang="zh-TW" altLang="en-US"/>
        </a:p>
      </dgm:t>
    </dgm:pt>
    <dgm:pt modelId="{BF151E8B-95B9-4B56-B6FB-3518024DAE8F}" type="pres">
      <dgm:prSet presAssocID="{37631169-4049-4B41-9AD3-5B6D8C1E3624}" presName="connTx" presStyleLbl="parChTrans1D2" presStyleIdx="7" presStyleCnt="12"/>
      <dgm:spPr/>
      <dgm:t>
        <a:bodyPr/>
        <a:lstStyle/>
        <a:p>
          <a:endParaRPr lang="zh-TW" altLang="en-US"/>
        </a:p>
      </dgm:t>
    </dgm:pt>
    <dgm:pt modelId="{CD636B24-EEC1-4A17-93C1-8EB859295173}" type="pres">
      <dgm:prSet presAssocID="{A6903FEB-DC08-4BFE-B4CA-95C2F341A6F6}" presName="node" presStyleLbl="node1" presStyleIdx="7" presStyleCnt="1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EE64B22A-45EA-4955-A152-2313852C0BEE}" type="pres">
      <dgm:prSet presAssocID="{D9822261-5973-48E6-9CB7-8FDD8ECD8FE4}" presName="Name9" presStyleLbl="parChTrans1D2" presStyleIdx="8" presStyleCnt="12"/>
      <dgm:spPr/>
      <dgm:t>
        <a:bodyPr/>
        <a:lstStyle/>
        <a:p>
          <a:endParaRPr lang="zh-TW" altLang="en-US"/>
        </a:p>
      </dgm:t>
    </dgm:pt>
    <dgm:pt modelId="{F9FD56F3-EBA4-4832-A761-BC8A736E2512}" type="pres">
      <dgm:prSet presAssocID="{D9822261-5973-48E6-9CB7-8FDD8ECD8FE4}" presName="connTx" presStyleLbl="parChTrans1D2" presStyleIdx="8" presStyleCnt="12"/>
      <dgm:spPr/>
      <dgm:t>
        <a:bodyPr/>
        <a:lstStyle/>
        <a:p>
          <a:endParaRPr lang="zh-TW" altLang="en-US"/>
        </a:p>
      </dgm:t>
    </dgm:pt>
    <dgm:pt modelId="{02C38C4A-06D1-4DCA-B520-A624C7C0B91B}" type="pres">
      <dgm:prSet presAssocID="{C85BB57C-B2F2-4955-B118-9999CA460E07}" presName="node" presStyleLbl="node1" presStyleIdx="8" presStyleCnt="1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7450F53C-D35F-4F92-95FA-9B4CCE8A476C}" type="pres">
      <dgm:prSet presAssocID="{864786AC-B2C9-4977-B135-FA03796BC1CF}" presName="Name9" presStyleLbl="parChTrans1D2" presStyleIdx="9" presStyleCnt="12"/>
      <dgm:spPr/>
      <dgm:t>
        <a:bodyPr/>
        <a:lstStyle/>
        <a:p>
          <a:endParaRPr lang="zh-TW" altLang="en-US"/>
        </a:p>
      </dgm:t>
    </dgm:pt>
    <dgm:pt modelId="{0C40C765-337D-43E7-BC53-9670B8359BDA}" type="pres">
      <dgm:prSet presAssocID="{864786AC-B2C9-4977-B135-FA03796BC1CF}" presName="connTx" presStyleLbl="parChTrans1D2" presStyleIdx="9" presStyleCnt="12"/>
      <dgm:spPr/>
      <dgm:t>
        <a:bodyPr/>
        <a:lstStyle/>
        <a:p>
          <a:endParaRPr lang="zh-TW" altLang="en-US"/>
        </a:p>
      </dgm:t>
    </dgm:pt>
    <dgm:pt modelId="{407CEACA-203F-4993-9AF7-5282A154859D}" type="pres">
      <dgm:prSet presAssocID="{57595964-12BF-478C-8553-B2687BF823BE}" presName="node" presStyleLbl="node1" presStyleIdx="9" presStyleCnt="1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82D9A362-7AD9-456A-AE5A-EF99C85B5E99}" type="pres">
      <dgm:prSet presAssocID="{0E422816-C16A-4872-8D0D-AEE47FD6D965}" presName="Name9" presStyleLbl="parChTrans1D2" presStyleIdx="10" presStyleCnt="12"/>
      <dgm:spPr/>
      <dgm:t>
        <a:bodyPr/>
        <a:lstStyle/>
        <a:p>
          <a:endParaRPr lang="zh-TW" altLang="en-US"/>
        </a:p>
      </dgm:t>
    </dgm:pt>
    <dgm:pt modelId="{96B25F2D-2593-45F9-85CA-A87ADEAB1D17}" type="pres">
      <dgm:prSet presAssocID="{0E422816-C16A-4872-8D0D-AEE47FD6D965}" presName="connTx" presStyleLbl="parChTrans1D2" presStyleIdx="10" presStyleCnt="12"/>
      <dgm:spPr/>
      <dgm:t>
        <a:bodyPr/>
        <a:lstStyle/>
        <a:p>
          <a:endParaRPr lang="zh-TW" altLang="en-US"/>
        </a:p>
      </dgm:t>
    </dgm:pt>
    <dgm:pt modelId="{553865A7-3C97-45F1-A576-37C90A1D8B61}" type="pres">
      <dgm:prSet presAssocID="{691A01F0-BF2F-4AE3-B585-C38A16A5092B}" presName="node" presStyleLbl="node1" presStyleIdx="10" presStyleCnt="1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82C4B1A7-6F2B-4C4F-8981-FDA0871CC13F}" type="pres">
      <dgm:prSet presAssocID="{FB5365BB-04AA-4D94-A37A-AB888F7AE83B}" presName="Name9" presStyleLbl="parChTrans1D2" presStyleIdx="11" presStyleCnt="12"/>
      <dgm:spPr/>
      <dgm:t>
        <a:bodyPr/>
        <a:lstStyle/>
        <a:p>
          <a:endParaRPr lang="zh-TW" altLang="en-US"/>
        </a:p>
      </dgm:t>
    </dgm:pt>
    <dgm:pt modelId="{97FE8CB6-C407-4F77-BA89-FF682E4D51E8}" type="pres">
      <dgm:prSet presAssocID="{FB5365BB-04AA-4D94-A37A-AB888F7AE83B}" presName="connTx" presStyleLbl="parChTrans1D2" presStyleIdx="11" presStyleCnt="12"/>
      <dgm:spPr/>
      <dgm:t>
        <a:bodyPr/>
        <a:lstStyle/>
        <a:p>
          <a:endParaRPr lang="zh-TW" altLang="en-US"/>
        </a:p>
      </dgm:t>
    </dgm:pt>
    <dgm:pt modelId="{5C3A1ED4-329A-4411-8CEB-151DD5352868}" type="pres">
      <dgm:prSet presAssocID="{461AFB9C-C8DC-495B-8C2F-D7AE118E77DD}" presName="node" presStyleLbl="node1" presStyleIdx="11" presStyleCnt="1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2F5A902D-B075-4FF4-8499-4F32313FE460}" type="presOf" srcId="{B348DC59-4E72-4DEF-AE5B-E9A9D5B38BCB}" destId="{C8F61029-70F6-4B6F-BBBD-A72E5C836645}" srcOrd="0" destOrd="0" presId="urn:microsoft.com/office/officeart/2005/8/layout/radial1"/>
    <dgm:cxn modelId="{2057A2D7-E0D3-404F-B05F-F74835C23DC5}" type="presOf" srcId="{57595964-12BF-478C-8553-B2687BF823BE}" destId="{407CEACA-203F-4993-9AF7-5282A154859D}" srcOrd="0" destOrd="0" presId="urn:microsoft.com/office/officeart/2005/8/layout/radial1"/>
    <dgm:cxn modelId="{598DD4B9-4017-4047-8F98-B5412E325644}" type="presOf" srcId="{C85BB57C-B2F2-4955-B118-9999CA460E07}" destId="{02C38C4A-06D1-4DCA-B520-A624C7C0B91B}" srcOrd="0" destOrd="0" presId="urn:microsoft.com/office/officeart/2005/8/layout/radial1"/>
    <dgm:cxn modelId="{904835DF-2011-4782-BF52-AAEC75417306}" srcId="{D43BABD5-0B7E-40EE-A15D-9101A5D11F22}" destId="{5DA7E47D-6991-483B-B077-1B578CAFE1A0}" srcOrd="5" destOrd="0" parTransId="{5D2C77B8-FE29-40AC-A520-82349A71FA64}" sibTransId="{8694979A-E275-4669-901C-711E803F1AF4}"/>
    <dgm:cxn modelId="{07271C1F-BE96-467A-9C3E-4FF8A8A3C989}" type="presOf" srcId="{CE30002B-9F2A-4188-BF72-98C8B785423C}" destId="{89ECC39F-A5D6-453B-B397-D7BE8A313093}" srcOrd="0" destOrd="0" presId="urn:microsoft.com/office/officeart/2005/8/layout/radial1"/>
    <dgm:cxn modelId="{FF6CF89C-BEDE-415E-B427-0BE80FB2B47C}" srcId="{D43BABD5-0B7E-40EE-A15D-9101A5D11F22}" destId="{461AFB9C-C8DC-495B-8C2F-D7AE118E77DD}" srcOrd="11" destOrd="0" parTransId="{FB5365BB-04AA-4D94-A37A-AB888F7AE83B}" sibTransId="{77B13ED9-BA6B-4361-9A75-1124C7957217}"/>
    <dgm:cxn modelId="{298E22D0-0551-44E1-A183-CAA07E448564}" type="presOf" srcId="{C7B1B1FF-6F4E-46AA-B187-C252D96ADFAB}" destId="{B8F7591F-A1B6-44FD-86CC-047E824F088C}" srcOrd="0" destOrd="0" presId="urn:microsoft.com/office/officeart/2005/8/layout/radial1"/>
    <dgm:cxn modelId="{267021E8-99B4-4B0B-8686-5FB6E947293E}" type="presOf" srcId="{CD80E73B-9651-4C30-82FB-52AD07D0D13D}" destId="{3AB36641-A468-4AEC-A6B3-2211BECFF224}" srcOrd="0" destOrd="0" presId="urn:microsoft.com/office/officeart/2005/8/layout/radial1"/>
    <dgm:cxn modelId="{014BCD5B-6395-4F6E-857E-54407C8C008F}" srcId="{D43BABD5-0B7E-40EE-A15D-9101A5D11F22}" destId="{B348DC59-4E72-4DEF-AE5B-E9A9D5B38BCB}" srcOrd="4" destOrd="0" parTransId="{616B3B06-1CF2-4C4E-AD35-52F1403D3EBD}" sibTransId="{B184114C-384D-4BFA-BAB2-42ED2F47D8D7}"/>
    <dgm:cxn modelId="{F484D6B9-EEBF-4428-8E89-F4524B72B82C}" srcId="{D43BABD5-0B7E-40EE-A15D-9101A5D11F22}" destId="{403ECB3F-E73E-42E9-AA54-DE642722B3D3}" srcOrd="1" destOrd="0" parTransId="{CE30002B-9F2A-4188-BF72-98C8B785423C}" sibTransId="{C947F5AC-E466-43FA-B452-7B04F5A32DF4}"/>
    <dgm:cxn modelId="{69F83A51-2B92-41AD-8792-56D45792C314}" type="presOf" srcId="{691A01F0-BF2F-4AE3-B585-C38A16A5092B}" destId="{553865A7-3C97-45F1-A576-37C90A1D8B61}" srcOrd="0" destOrd="0" presId="urn:microsoft.com/office/officeart/2005/8/layout/radial1"/>
    <dgm:cxn modelId="{810F6588-4395-4895-9980-0634A3601EC8}" srcId="{D43BABD5-0B7E-40EE-A15D-9101A5D11F22}" destId="{57595964-12BF-478C-8553-B2687BF823BE}" srcOrd="9" destOrd="0" parTransId="{864786AC-B2C9-4977-B135-FA03796BC1CF}" sibTransId="{3422B47C-C816-4CFD-99E4-6451423D66B7}"/>
    <dgm:cxn modelId="{9AB49FDA-53D7-4227-8598-6A5505729607}" type="presOf" srcId="{D9822261-5973-48E6-9CB7-8FDD8ECD8FE4}" destId="{F9FD56F3-EBA4-4832-A761-BC8A736E2512}" srcOrd="1" destOrd="0" presId="urn:microsoft.com/office/officeart/2005/8/layout/radial1"/>
    <dgm:cxn modelId="{9C28E700-E68C-40A0-8A46-B31FA549D388}" type="presOf" srcId="{5D2C77B8-FE29-40AC-A520-82349A71FA64}" destId="{9DD26E49-9D95-43B0-9190-080CE5F4A3DD}" srcOrd="1" destOrd="0" presId="urn:microsoft.com/office/officeart/2005/8/layout/radial1"/>
    <dgm:cxn modelId="{F3686C98-39D6-4FBD-B91D-72D98626AC8D}" srcId="{D43BABD5-0B7E-40EE-A15D-9101A5D11F22}" destId="{425A6350-774A-47E0-B9C4-858A3CB1B38C}" srcOrd="0" destOrd="0" parTransId="{04D6A3DF-5DCB-4062-8D50-29FB0C072E3E}" sibTransId="{87ABF095-F393-4795-8047-30553540D48F}"/>
    <dgm:cxn modelId="{F4C0A271-0AF2-4EA4-A7D1-190C388D2F96}" type="presOf" srcId="{CE30002B-9F2A-4188-BF72-98C8B785423C}" destId="{6A60780A-A985-444B-9993-B5F7EB438A6E}" srcOrd="1" destOrd="0" presId="urn:microsoft.com/office/officeart/2005/8/layout/radial1"/>
    <dgm:cxn modelId="{D3F3B9C5-DC69-47B4-A438-DD7DCF700706}" type="presOf" srcId="{F836C623-2077-4D49-A75E-6F477DAD0D04}" destId="{DFB940EF-439D-4712-ACB4-C35185372DB9}" srcOrd="1" destOrd="0" presId="urn:microsoft.com/office/officeart/2005/8/layout/radial1"/>
    <dgm:cxn modelId="{505662E7-2B6E-4255-AA29-E0EA63846977}" type="presOf" srcId="{5DA7E47D-6991-483B-B077-1B578CAFE1A0}" destId="{A18CA676-A8DE-4516-9817-536FAD943A7E}" srcOrd="0" destOrd="0" presId="urn:microsoft.com/office/officeart/2005/8/layout/radial1"/>
    <dgm:cxn modelId="{E1D58938-6D36-41D8-94DB-C11E660FCC9F}" type="presOf" srcId="{5D2C77B8-FE29-40AC-A520-82349A71FA64}" destId="{3CF1D045-A8CF-44B9-A032-17896402A805}" srcOrd="0" destOrd="0" presId="urn:microsoft.com/office/officeart/2005/8/layout/radial1"/>
    <dgm:cxn modelId="{A6AF274D-D3C5-46B7-8A57-EB38DF66BB3C}" type="presOf" srcId="{0E422816-C16A-4872-8D0D-AEE47FD6D965}" destId="{82D9A362-7AD9-456A-AE5A-EF99C85B5E99}" srcOrd="0" destOrd="0" presId="urn:microsoft.com/office/officeart/2005/8/layout/radial1"/>
    <dgm:cxn modelId="{84665C94-BB2B-4AD3-B7D8-0CD9D24E208A}" type="presOf" srcId="{97C579C8-FF50-458E-ACE6-92B27603F894}" destId="{CC5FA285-595C-4487-BBC4-152D4ABE9338}" srcOrd="0" destOrd="0" presId="urn:microsoft.com/office/officeart/2005/8/layout/radial1"/>
    <dgm:cxn modelId="{93B2BEC9-AFBD-4E34-9696-E9E85DE1887E}" type="presOf" srcId="{91A809C4-3074-4F76-8089-39B94C63F398}" destId="{E6D4C735-C6A5-44B9-82DF-8F14EE9E2A9F}" srcOrd="0" destOrd="0" presId="urn:microsoft.com/office/officeart/2005/8/layout/radial1"/>
    <dgm:cxn modelId="{942B692F-DE6D-41F8-B4A9-4B4CBB1DD273}" type="presOf" srcId="{616B3B06-1CF2-4C4E-AD35-52F1403D3EBD}" destId="{5BB8E1DA-1861-48E3-B9AF-1AF2EAAE9A34}" srcOrd="0" destOrd="0" presId="urn:microsoft.com/office/officeart/2005/8/layout/radial1"/>
    <dgm:cxn modelId="{DCFD7F11-CCFB-446F-9C75-3E1EAB20C288}" type="presOf" srcId="{864786AC-B2C9-4977-B135-FA03796BC1CF}" destId="{7450F53C-D35F-4F92-95FA-9B4CCE8A476C}" srcOrd="0" destOrd="0" presId="urn:microsoft.com/office/officeart/2005/8/layout/radial1"/>
    <dgm:cxn modelId="{03514917-E977-4656-B40B-72AF59352A83}" type="presOf" srcId="{D43BABD5-0B7E-40EE-A15D-9101A5D11F22}" destId="{55E1B753-5F79-4019-A8F6-820788DE50E9}" srcOrd="0" destOrd="0" presId="urn:microsoft.com/office/officeart/2005/8/layout/radial1"/>
    <dgm:cxn modelId="{6DE9B4BC-5861-46FE-9B03-C0125BC217D9}" type="presOf" srcId="{37631169-4049-4B41-9AD3-5B6D8C1E3624}" destId="{F73142E1-8637-4BB3-BDBB-CEA0D627EA00}" srcOrd="0" destOrd="0" presId="urn:microsoft.com/office/officeart/2005/8/layout/radial1"/>
    <dgm:cxn modelId="{F3878DAB-1959-48FE-AB4F-84059409FF0A}" type="presOf" srcId="{D9822261-5973-48E6-9CB7-8FDD8ECD8FE4}" destId="{EE64B22A-45EA-4955-A152-2313852C0BEE}" srcOrd="0" destOrd="0" presId="urn:microsoft.com/office/officeart/2005/8/layout/radial1"/>
    <dgm:cxn modelId="{446240BF-640E-46C0-942F-83BD598CF0F4}" srcId="{1151FCCA-510B-4A12-9354-652419B1569D}" destId="{D43BABD5-0B7E-40EE-A15D-9101A5D11F22}" srcOrd="0" destOrd="0" parTransId="{2481C968-032A-48A4-89BD-C0002C815063}" sibTransId="{A7ACBDA7-4852-4F81-963C-F3FD33914BE1}"/>
    <dgm:cxn modelId="{3867506D-AB3C-4D90-8BAE-E95C2E4C561F}" type="presOf" srcId="{FB5365BB-04AA-4D94-A37A-AB888F7AE83B}" destId="{82C4B1A7-6F2B-4C4F-8981-FDA0871CC13F}" srcOrd="0" destOrd="0" presId="urn:microsoft.com/office/officeart/2005/8/layout/radial1"/>
    <dgm:cxn modelId="{7B230062-3BB9-47A7-BD74-8ABD844F025B}" type="presOf" srcId="{403ECB3F-E73E-42E9-AA54-DE642722B3D3}" destId="{44E53253-B92D-4D02-B63C-1CD2A34F6274}" srcOrd="0" destOrd="0" presId="urn:microsoft.com/office/officeart/2005/8/layout/radial1"/>
    <dgm:cxn modelId="{91435996-CF32-43D5-A7DC-C9FCA47AD845}" type="presOf" srcId="{425A6350-774A-47E0-B9C4-858A3CB1B38C}" destId="{472548B9-850C-4B3D-91A2-8D7FBAE40AB2}" srcOrd="0" destOrd="0" presId="urn:microsoft.com/office/officeart/2005/8/layout/radial1"/>
    <dgm:cxn modelId="{BB9F0F9F-0B4D-4674-B073-B63098603F8F}" type="presOf" srcId="{0E422816-C16A-4872-8D0D-AEE47FD6D965}" destId="{96B25F2D-2593-45F9-85CA-A87ADEAB1D17}" srcOrd="1" destOrd="0" presId="urn:microsoft.com/office/officeart/2005/8/layout/radial1"/>
    <dgm:cxn modelId="{BE7C7015-8886-4AD3-BF89-EB0484E7909E}" type="presOf" srcId="{461AFB9C-C8DC-495B-8C2F-D7AE118E77DD}" destId="{5C3A1ED4-329A-4411-8CEB-151DD5352868}" srcOrd="0" destOrd="0" presId="urn:microsoft.com/office/officeart/2005/8/layout/radial1"/>
    <dgm:cxn modelId="{5C1B0403-A9C9-40EA-A790-48747FCBCBB3}" type="presOf" srcId="{37631169-4049-4B41-9AD3-5B6D8C1E3624}" destId="{BF151E8B-95B9-4B56-B6FB-3518024DAE8F}" srcOrd="1" destOrd="0" presId="urn:microsoft.com/office/officeart/2005/8/layout/radial1"/>
    <dgm:cxn modelId="{92593E67-CD8A-4DA1-9DF4-513927FBCD90}" type="presOf" srcId="{616B3B06-1CF2-4C4E-AD35-52F1403D3EBD}" destId="{BC6F1DD4-981B-4B19-B78F-CDEF0F85CD78}" srcOrd="1" destOrd="0" presId="urn:microsoft.com/office/officeart/2005/8/layout/radial1"/>
    <dgm:cxn modelId="{8479ED37-B7A9-4F7A-A6D2-28EB61BDBDB5}" type="presOf" srcId="{A6903FEB-DC08-4BFE-B4CA-95C2F341A6F6}" destId="{CD636B24-EEC1-4A17-93C1-8EB859295173}" srcOrd="0" destOrd="0" presId="urn:microsoft.com/office/officeart/2005/8/layout/radial1"/>
    <dgm:cxn modelId="{03956B6C-EE1D-48C5-808D-2DD589288C70}" type="presOf" srcId="{F836C623-2077-4D49-A75E-6F477DAD0D04}" destId="{746DE829-F951-4F39-B59B-21F53E5ED532}" srcOrd="0" destOrd="0" presId="urn:microsoft.com/office/officeart/2005/8/layout/radial1"/>
    <dgm:cxn modelId="{A7A6FA16-64F9-43A4-84B3-9668C2DF653D}" srcId="{D43BABD5-0B7E-40EE-A15D-9101A5D11F22}" destId="{691A01F0-BF2F-4AE3-B585-C38A16A5092B}" srcOrd="10" destOrd="0" parTransId="{0E422816-C16A-4872-8D0D-AEE47FD6D965}" sibTransId="{5541D4B5-32A2-499F-B6FE-0F15ECC7FA4B}"/>
    <dgm:cxn modelId="{9A8EF0E5-984B-4EF0-94E0-8109C576EE98}" type="presOf" srcId="{04D6A3DF-5DCB-4062-8D50-29FB0C072E3E}" destId="{605A318D-BD87-4B74-BD07-8A77D4998433}" srcOrd="0" destOrd="0" presId="urn:microsoft.com/office/officeart/2005/8/layout/radial1"/>
    <dgm:cxn modelId="{41D963B0-7887-4421-B090-EC6577D129E0}" type="presOf" srcId="{864786AC-B2C9-4977-B135-FA03796BC1CF}" destId="{0C40C765-337D-43E7-BC53-9670B8359BDA}" srcOrd="1" destOrd="0" presId="urn:microsoft.com/office/officeart/2005/8/layout/radial1"/>
    <dgm:cxn modelId="{5A73A217-7D84-41A6-8DBF-D9787B4E8F28}" srcId="{D43BABD5-0B7E-40EE-A15D-9101A5D11F22}" destId="{1CDB3C0D-267D-4BE2-958E-0118B2ACC9FC}" srcOrd="6" destOrd="0" parTransId="{C7B1B1FF-6F4E-46AA-B187-C252D96ADFAB}" sibTransId="{CC8F6DA9-655E-451C-900B-545797C4C634}"/>
    <dgm:cxn modelId="{C131BD25-41FE-4D3D-A647-ABC155D83B56}" srcId="{D43BABD5-0B7E-40EE-A15D-9101A5D11F22}" destId="{C85BB57C-B2F2-4955-B118-9999CA460E07}" srcOrd="8" destOrd="0" parTransId="{D9822261-5973-48E6-9CB7-8FDD8ECD8FE4}" sibTransId="{40BD2BCE-1D17-4D42-89DB-23A18B606280}"/>
    <dgm:cxn modelId="{7DCC3313-5445-446C-923D-56668951869F}" type="presOf" srcId="{FB5365BB-04AA-4D94-A37A-AB888F7AE83B}" destId="{97FE8CB6-C407-4F77-BA89-FF682E4D51E8}" srcOrd="1" destOrd="0" presId="urn:microsoft.com/office/officeart/2005/8/layout/radial1"/>
    <dgm:cxn modelId="{3E267BA1-BB73-42B6-8384-E7FD7B7B39A7}" srcId="{D43BABD5-0B7E-40EE-A15D-9101A5D11F22}" destId="{97C579C8-FF50-458E-ACE6-92B27603F894}" srcOrd="2" destOrd="0" parTransId="{F836C623-2077-4D49-A75E-6F477DAD0D04}" sibTransId="{11C03A73-F95C-485F-9025-57EA6A820853}"/>
    <dgm:cxn modelId="{BEFBA98C-CFBF-4043-AC56-2DC445B1C70F}" type="presOf" srcId="{1CDB3C0D-267D-4BE2-958E-0118B2ACC9FC}" destId="{216E5FA1-3C53-4E87-B67B-25643372477D}" srcOrd="0" destOrd="0" presId="urn:microsoft.com/office/officeart/2005/8/layout/radial1"/>
    <dgm:cxn modelId="{3C3C9887-36CA-45A2-A14A-8A24F54127D3}" type="presOf" srcId="{CD80E73B-9651-4C30-82FB-52AD07D0D13D}" destId="{03A095BE-AED1-45A4-8186-3833C274D3F3}" srcOrd="1" destOrd="0" presId="urn:microsoft.com/office/officeart/2005/8/layout/radial1"/>
    <dgm:cxn modelId="{7F303BDF-2492-43DD-B307-B1CDAAF1F55D}" srcId="{D43BABD5-0B7E-40EE-A15D-9101A5D11F22}" destId="{A6903FEB-DC08-4BFE-B4CA-95C2F341A6F6}" srcOrd="7" destOrd="0" parTransId="{37631169-4049-4B41-9AD3-5B6D8C1E3624}" sibTransId="{6A62B5DD-7706-4DC1-AC61-29EB77ED2773}"/>
    <dgm:cxn modelId="{AEDAE0FF-2582-49E8-B712-EFB3C666B5C5}" type="presOf" srcId="{04D6A3DF-5DCB-4062-8D50-29FB0C072E3E}" destId="{3F6E3C1C-45B8-48FE-9290-9DE1FB7C5B7F}" srcOrd="1" destOrd="0" presId="urn:microsoft.com/office/officeart/2005/8/layout/radial1"/>
    <dgm:cxn modelId="{6961E4D8-EEA4-4E97-8EC1-BD22932502C2}" type="presOf" srcId="{1151FCCA-510B-4A12-9354-652419B1569D}" destId="{2BD5F0AC-6DDD-4DA0-9FAE-68DE3A882112}" srcOrd="0" destOrd="0" presId="urn:microsoft.com/office/officeart/2005/8/layout/radial1"/>
    <dgm:cxn modelId="{3F2B77F8-1AD3-4DA5-92FA-9F14A28E39DA}" type="presOf" srcId="{C7B1B1FF-6F4E-46AA-B187-C252D96ADFAB}" destId="{5B368A82-9826-48B1-B9F6-D2D40BC24F35}" srcOrd="1" destOrd="0" presId="urn:microsoft.com/office/officeart/2005/8/layout/radial1"/>
    <dgm:cxn modelId="{63915521-3609-4F99-83FC-0FA89179267F}" srcId="{D43BABD5-0B7E-40EE-A15D-9101A5D11F22}" destId="{91A809C4-3074-4F76-8089-39B94C63F398}" srcOrd="3" destOrd="0" parTransId="{CD80E73B-9651-4C30-82FB-52AD07D0D13D}" sibTransId="{3AA55411-90BA-4B21-B9CF-175010D6073A}"/>
    <dgm:cxn modelId="{1AC0D60C-28F8-4974-BED7-ACF1E6424908}" type="presParOf" srcId="{2BD5F0AC-6DDD-4DA0-9FAE-68DE3A882112}" destId="{55E1B753-5F79-4019-A8F6-820788DE50E9}" srcOrd="0" destOrd="0" presId="urn:microsoft.com/office/officeart/2005/8/layout/radial1"/>
    <dgm:cxn modelId="{6CC0825E-3DC1-46B2-99FE-E9FF3D3F4984}" type="presParOf" srcId="{2BD5F0AC-6DDD-4DA0-9FAE-68DE3A882112}" destId="{605A318D-BD87-4B74-BD07-8A77D4998433}" srcOrd="1" destOrd="0" presId="urn:microsoft.com/office/officeart/2005/8/layout/radial1"/>
    <dgm:cxn modelId="{83A0BA02-5944-46FD-B37B-406EAEC08FEF}" type="presParOf" srcId="{605A318D-BD87-4B74-BD07-8A77D4998433}" destId="{3F6E3C1C-45B8-48FE-9290-9DE1FB7C5B7F}" srcOrd="0" destOrd="0" presId="urn:microsoft.com/office/officeart/2005/8/layout/radial1"/>
    <dgm:cxn modelId="{CD8CF206-359B-47DE-8C39-F8999D0EE7EB}" type="presParOf" srcId="{2BD5F0AC-6DDD-4DA0-9FAE-68DE3A882112}" destId="{472548B9-850C-4B3D-91A2-8D7FBAE40AB2}" srcOrd="2" destOrd="0" presId="urn:microsoft.com/office/officeart/2005/8/layout/radial1"/>
    <dgm:cxn modelId="{16F63B37-8120-46CF-85DD-5D119FF58B06}" type="presParOf" srcId="{2BD5F0AC-6DDD-4DA0-9FAE-68DE3A882112}" destId="{89ECC39F-A5D6-453B-B397-D7BE8A313093}" srcOrd="3" destOrd="0" presId="urn:microsoft.com/office/officeart/2005/8/layout/radial1"/>
    <dgm:cxn modelId="{35D15314-ACE0-46EF-8A21-14E183D625B5}" type="presParOf" srcId="{89ECC39F-A5D6-453B-B397-D7BE8A313093}" destId="{6A60780A-A985-444B-9993-B5F7EB438A6E}" srcOrd="0" destOrd="0" presId="urn:microsoft.com/office/officeart/2005/8/layout/radial1"/>
    <dgm:cxn modelId="{4D18B012-D85B-42DF-96D4-98B251D9EFA7}" type="presParOf" srcId="{2BD5F0AC-6DDD-4DA0-9FAE-68DE3A882112}" destId="{44E53253-B92D-4D02-B63C-1CD2A34F6274}" srcOrd="4" destOrd="0" presId="urn:microsoft.com/office/officeart/2005/8/layout/radial1"/>
    <dgm:cxn modelId="{FD67DE81-C599-4061-9066-8EFB7E2BC1D9}" type="presParOf" srcId="{2BD5F0AC-6DDD-4DA0-9FAE-68DE3A882112}" destId="{746DE829-F951-4F39-B59B-21F53E5ED532}" srcOrd="5" destOrd="0" presId="urn:microsoft.com/office/officeart/2005/8/layout/radial1"/>
    <dgm:cxn modelId="{C2F9272E-E51D-41BE-A8DC-F562FCDA136D}" type="presParOf" srcId="{746DE829-F951-4F39-B59B-21F53E5ED532}" destId="{DFB940EF-439D-4712-ACB4-C35185372DB9}" srcOrd="0" destOrd="0" presId="urn:microsoft.com/office/officeart/2005/8/layout/radial1"/>
    <dgm:cxn modelId="{04D488AF-A363-4688-A1D7-0C98B9F46DB0}" type="presParOf" srcId="{2BD5F0AC-6DDD-4DA0-9FAE-68DE3A882112}" destId="{CC5FA285-595C-4487-BBC4-152D4ABE9338}" srcOrd="6" destOrd="0" presId="urn:microsoft.com/office/officeart/2005/8/layout/radial1"/>
    <dgm:cxn modelId="{F6266B9E-83AD-4B2D-8530-B1D66142D681}" type="presParOf" srcId="{2BD5F0AC-6DDD-4DA0-9FAE-68DE3A882112}" destId="{3AB36641-A468-4AEC-A6B3-2211BECFF224}" srcOrd="7" destOrd="0" presId="urn:microsoft.com/office/officeart/2005/8/layout/radial1"/>
    <dgm:cxn modelId="{957D50E7-6B06-443F-B3D8-340004BACD7B}" type="presParOf" srcId="{3AB36641-A468-4AEC-A6B3-2211BECFF224}" destId="{03A095BE-AED1-45A4-8186-3833C274D3F3}" srcOrd="0" destOrd="0" presId="urn:microsoft.com/office/officeart/2005/8/layout/radial1"/>
    <dgm:cxn modelId="{06AA7568-500D-41A8-8DE1-CB95AEBA0626}" type="presParOf" srcId="{2BD5F0AC-6DDD-4DA0-9FAE-68DE3A882112}" destId="{E6D4C735-C6A5-44B9-82DF-8F14EE9E2A9F}" srcOrd="8" destOrd="0" presId="urn:microsoft.com/office/officeart/2005/8/layout/radial1"/>
    <dgm:cxn modelId="{E1954B78-526D-4FAB-8885-CD72157D3497}" type="presParOf" srcId="{2BD5F0AC-6DDD-4DA0-9FAE-68DE3A882112}" destId="{5BB8E1DA-1861-48E3-B9AF-1AF2EAAE9A34}" srcOrd="9" destOrd="0" presId="urn:microsoft.com/office/officeart/2005/8/layout/radial1"/>
    <dgm:cxn modelId="{BF204521-E519-4A38-8F8F-238BB8DFBBFE}" type="presParOf" srcId="{5BB8E1DA-1861-48E3-B9AF-1AF2EAAE9A34}" destId="{BC6F1DD4-981B-4B19-B78F-CDEF0F85CD78}" srcOrd="0" destOrd="0" presId="urn:microsoft.com/office/officeart/2005/8/layout/radial1"/>
    <dgm:cxn modelId="{1494819A-2F51-48E4-98E7-F6FC596047C3}" type="presParOf" srcId="{2BD5F0AC-6DDD-4DA0-9FAE-68DE3A882112}" destId="{C8F61029-70F6-4B6F-BBBD-A72E5C836645}" srcOrd="10" destOrd="0" presId="urn:microsoft.com/office/officeart/2005/8/layout/radial1"/>
    <dgm:cxn modelId="{B5DE51C0-C6CE-46E8-AE33-B5C70218307F}" type="presParOf" srcId="{2BD5F0AC-6DDD-4DA0-9FAE-68DE3A882112}" destId="{3CF1D045-A8CF-44B9-A032-17896402A805}" srcOrd="11" destOrd="0" presId="urn:microsoft.com/office/officeart/2005/8/layout/radial1"/>
    <dgm:cxn modelId="{43355688-852F-438B-9D2B-02B647334F58}" type="presParOf" srcId="{3CF1D045-A8CF-44B9-A032-17896402A805}" destId="{9DD26E49-9D95-43B0-9190-080CE5F4A3DD}" srcOrd="0" destOrd="0" presId="urn:microsoft.com/office/officeart/2005/8/layout/radial1"/>
    <dgm:cxn modelId="{32032B50-D1D3-43C7-A793-274C84A1C785}" type="presParOf" srcId="{2BD5F0AC-6DDD-4DA0-9FAE-68DE3A882112}" destId="{A18CA676-A8DE-4516-9817-536FAD943A7E}" srcOrd="12" destOrd="0" presId="urn:microsoft.com/office/officeart/2005/8/layout/radial1"/>
    <dgm:cxn modelId="{420B1708-A3CB-4250-A0AB-B2F508EDE1C2}" type="presParOf" srcId="{2BD5F0AC-6DDD-4DA0-9FAE-68DE3A882112}" destId="{B8F7591F-A1B6-44FD-86CC-047E824F088C}" srcOrd="13" destOrd="0" presId="urn:microsoft.com/office/officeart/2005/8/layout/radial1"/>
    <dgm:cxn modelId="{6F28612D-373A-4826-93F2-01E9E299CCCC}" type="presParOf" srcId="{B8F7591F-A1B6-44FD-86CC-047E824F088C}" destId="{5B368A82-9826-48B1-B9F6-D2D40BC24F35}" srcOrd="0" destOrd="0" presId="urn:microsoft.com/office/officeart/2005/8/layout/radial1"/>
    <dgm:cxn modelId="{35B41ADB-6ACC-42A6-B575-B807E1E4F728}" type="presParOf" srcId="{2BD5F0AC-6DDD-4DA0-9FAE-68DE3A882112}" destId="{216E5FA1-3C53-4E87-B67B-25643372477D}" srcOrd="14" destOrd="0" presId="urn:microsoft.com/office/officeart/2005/8/layout/radial1"/>
    <dgm:cxn modelId="{06764514-29FF-42B0-BC6F-2A43E1B0DACE}" type="presParOf" srcId="{2BD5F0AC-6DDD-4DA0-9FAE-68DE3A882112}" destId="{F73142E1-8637-4BB3-BDBB-CEA0D627EA00}" srcOrd="15" destOrd="0" presId="urn:microsoft.com/office/officeart/2005/8/layout/radial1"/>
    <dgm:cxn modelId="{154B5EE4-3BEC-47E9-839D-B60FF94BC0D6}" type="presParOf" srcId="{F73142E1-8637-4BB3-BDBB-CEA0D627EA00}" destId="{BF151E8B-95B9-4B56-B6FB-3518024DAE8F}" srcOrd="0" destOrd="0" presId="urn:microsoft.com/office/officeart/2005/8/layout/radial1"/>
    <dgm:cxn modelId="{49AC7F90-DEF1-48E8-B8F8-8152E96FD9B5}" type="presParOf" srcId="{2BD5F0AC-6DDD-4DA0-9FAE-68DE3A882112}" destId="{CD636B24-EEC1-4A17-93C1-8EB859295173}" srcOrd="16" destOrd="0" presId="urn:microsoft.com/office/officeart/2005/8/layout/radial1"/>
    <dgm:cxn modelId="{EB4C882F-C8FF-4985-97ED-ACC6586BCC12}" type="presParOf" srcId="{2BD5F0AC-6DDD-4DA0-9FAE-68DE3A882112}" destId="{EE64B22A-45EA-4955-A152-2313852C0BEE}" srcOrd="17" destOrd="0" presId="urn:microsoft.com/office/officeart/2005/8/layout/radial1"/>
    <dgm:cxn modelId="{2F428088-4C2C-4B9B-9147-B731DE6856A9}" type="presParOf" srcId="{EE64B22A-45EA-4955-A152-2313852C0BEE}" destId="{F9FD56F3-EBA4-4832-A761-BC8A736E2512}" srcOrd="0" destOrd="0" presId="urn:microsoft.com/office/officeart/2005/8/layout/radial1"/>
    <dgm:cxn modelId="{33A94C59-078B-4076-BF64-3998FFE93B41}" type="presParOf" srcId="{2BD5F0AC-6DDD-4DA0-9FAE-68DE3A882112}" destId="{02C38C4A-06D1-4DCA-B520-A624C7C0B91B}" srcOrd="18" destOrd="0" presId="urn:microsoft.com/office/officeart/2005/8/layout/radial1"/>
    <dgm:cxn modelId="{FA148D17-D401-4BC1-849C-1807B5388358}" type="presParOf" srcId="{2BD5F0AC-6DDD-4DA0-9FAE-68DE3A882112}" destId="{7450F53C-D35F-4F92-95FA-9B4CCE8A476C}" srcOrd="19" destOrd="0" presId="urn:microsoft.com/office/officeart/2005/8/layout/radial1"/>
    <dgm:cxn modelId="{D2E5D4AF-1B42-4C88-A132-E6996557099C}" type="presParOf" srcId="{7450F53C-D35F-4F92-95FA-9B4CCE8A476C}" destId="{0C40C765-337D-43E7-BC53-9670B8359BDA}" srcOrd="0" destOrd="0" presId="urn:microsoft.com/office/officeart/2005/8/layout/radial1"/>
    <dgm:cxn modelId="{0DD5A5F6-1B97-4E0E-AEF1-BA30CF130C4F}" type="presParOf" srcId="{2BD5F0AC-6DDD-4DA0-9FAE-68DE3A882112}" destId="{407CEACA-203F-4993-9AF7-5282A154859D}" srcOrd="20" destOrd="0" presId="urn:microsoft.com/office/officeart/2005/8/layout/radial1"/>
    <dgm:cxn modelId="{22E63345-3535-43B2-908C-0266ADF791AE}" type="presParOf" srcId="{2BD5F0AC-6DDD-4DA0-9FAE-68DE3A882112}" destId="{82D9A362-7AD9-456A-AE5A-EF99C85B5E99}" srcOrd="21" destOrd="0" presId="urn:microsoft.com/office/officeart/2005/8/layout/radial1"/>
    <dgm:cxn modelId="{A1BBF60C-0AF8-4D53-A6B3-464BEC653CD4}" type="presParOf" srcId="{82D9A362-7AD9-456A-AE5A-EF99C85B5E99}" destId="{96B25F2D-2593-45F9-85CA-A87ADEAB1D17}" srcOrd="0" destOrd="0" presId="urn:microsoft.com/office/officeart/2005/8/layout/radial1"/>
    <dgm:cxn modelId="{1FEDB944-01BA-4C5A-9299-D02BAF2F254B}" type="presParOf" srcId="{2BD5F0AC-6DDD-4DA0-9FAE-68DE3A882112}" destId="{553865A7-3C97-45F1-A576-37C90A1D8B61}" srcOrd="22" destOrd="0" presId="urn:microsoft.com/office/officeart/2005/8/layout/radial1"/>
    <dgm:cxn modelId="{DD22DD04-F548-4C61-B987-77940ACDBDDA}" type="presParOf" srcId="{2BD5F0AC-6DDD-4DA0-9FAE-68DE3A882112}" destId="{82C4B1A7-6F2B-4C4F-8981-FDA0871CC13F}" srcOrd="23" destOrd="0" presId="urn:microsoft.com/office/officeart/2005/8/layout/radial1"/>
    <dgm:cxn modelId="{64D6E0D9-81D5-4F52-A76D-4A347042DB95}" type="presParOf" srcId="{82C4B1A7-6F2B-4C4F-8981-FDA0871CC13F}" destId="{97FE8CB6-C407-4F77-BA89-FF682E4D51E8}" srcOrd="0" destOrd="0" presId="urn:microsoft.com/office/officeart/2005/8/layout/radial1"/>
    <dgm:cxn modelId="{DF51AB95-1C87-4DE9-8AA3-DD42ABF7F4CC}" type="presParOf" srcId="{2BD5F0AC-6DDD-4DA0-9FAE-68DE3A882112}" destId="{5C3A1ED4-329A-4411-8CEB-151DD5352868}" srcOrd="24" destOrd="0" presId="urn:microsoft.com/office/officeart/2005/8/layout/radial1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51FCCA-510B-4A12-9354-652419B1569D}" type="doc">
      <dgm:prSet loTypeId="urn:microsoft.com/office/officeart/2005/8/layout/radial1" loCatId="cycle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kumimoji="1" lang="ja-JP" altLang="en-US"/>
        </a:p>
      </dgm:t>
    </dgm:pt>
    <dgm:pt modelId="{D43BABD5-0B7E-40EE-A15D-9101A5D11F22}">
      <dgm:prSet phldrT="[テキスト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kumimoji="1" lang="zh-TW" altLang="en-US" sz="1400" b="1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我們的城鎮是</a:t>
          </a:r>
          <a:r>
            <a:rPr kumimoji="1" lang="en-US" altLang="ja-JP" sz="1400" b="1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/>
          </a:r>
          <a:br>
            <a:rPr kumimoji="1" lang="en-US" altLang="ja-JP" sz="1400" b="1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kumimoji="1" lang="zh-TW" altLang="en-US" sz="1400" b="1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黃豆的產地</a:t>
          </a:r>
          <a:endParaRPr kumimoji="1" lang="ja-JP" altLang="en-US" sz="1400" b="1" dirty="0">
            <a:solidFill>
              <a:schemeClr val="bg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2481C968-032A-48A4-89BD-C0002C815063}" type="parTrans" cxnId="{446240BF-640E-46C0-942F-83BD598CF0F4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A7ACBDA7-4852-4F81-963C-F3FD33914BE1}" type="sibTrans" cxnId="{446240BF-640E-46C0-942F-83BD598CF0F4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425A6350-774A-47E0-B9C4-858A3CB1B38C}">
      <dgm:prSet phldrT="[テキスト]"/>
      <dgm:spPr/>
      <dgm:t>
        <a:bodyPr/>
        <a:lstStyle/>
        <a:p>
          <a:r>
            <a:rPr lang="zh-TW" altLang="en-US" b="0" i="0" u="none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毛豆</a:t>
          </a:r>
          <a:endParaRPr kumimoji="1" lang="ja-JP" altLang="en-US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4D6A3DF-5DCB-4062-8D50-29FB0C072E3E}" type="parTrans" cxnId="{F3686C98-39D6-4FBD-B91D-72D98626AC8D}">
      <dgm:prSet/>
      <dgm:spPr>
        <a:ln>
          <a:solidFill>
            <a:schemeClr val="accent6"/>
          </a:solidFill>
        </a:ln>
      </dgm:spPr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87ABF095-F393-4795-8047-30553540D48F}" type="sibTrans" cxnId="{F3686C98-39D6-4FBD-B91D-72D98626AC8D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403ECB3F-E73E-42E9-AA54-DE642722B3D3}">
      <dgm:prSet/>
      <dgm:spPr/>
      <dgm:t>
        <a:bodyPr/>
        <a:lstStyle/>
        <a:p>
          <a:r>
            <a:rPr lang="zh-TW" altLang="en-US" b="0" i="0" u="none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豆芽</a:t>
          </a:r>
          <a:endParaRPr lang="ja-JP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E30002B-9F2A-4188-BF72-98C8B785423C}" type="parTrans" cxnId="{F484D6B9-EEBF-4428-8E89-F4524B72B82C}">
      <dgm:prSet/>
      <dgm:spPr>
        <a:ln>
          <a:solidFill>
            <a:schemeClr val="accent6"/>
          </a:solidFill>
        </a:ln>
      </dgm:spPr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C947F5AC-E466-43FA-B452-7B04F5A32DF4}" type="sibTrans" cxnId="{F484D6B9-EEBF-4428-8E89-F4524B72B82C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97C579C8-FF50-458E-ACE6-92B27603F894}">
      <dgm:prSet/>
      <dgm:spPr/>
      <dgm:t>
        <a:bodyPr/>
        <a:lstStyle/>
        <a:p>
          <a:r>
            <a:rPr lang="zh-TW" altLang="en-US" b="0" i="0" u="none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黃豆粉</a:t>
          </a:r>
          <a:endParaRPr lang="ja-JP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F836C623-2077-4D49-A75E-6F477DAD0D04}" type="parTrans" cxnId="{3E267BA1-BB73-42B6-8384-E7FD7B7B39A7}">
      <dgm:prSet/>
      <dgm:spPr>
        <a:ln>
          <a:solidFill>
            <a:schemeClr val="accent6"/>
          </a:solidFill>
        </a:ln>
      </dgm:spPr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11C03A73-F95C-485F-9025-57EA6A820853}" type="sibTrans" cxnId="{3E267BA1-BB73-42B6-8384-E7FD7B7B39A7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91A809C4-3074-4F76-8089-39B94C63F398}">
      <dgm:prSet/>
      <dgm:spPr/>
      <dgm:t>
        <a:bodyPr/>
        <a:lstStyle/>
        <a:p>
          <a:r>
            <a:rPr lang="zh-TW" altLang="en-US" b="0" i="0" u="none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納豆</a:t>
          </a:r>
          <a:endParaRPr lang="ja-JP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D80E73B-9651-4C30-82FB-52AD07D0D13D}" type="parTrans" cxnId="{63915521-3609-4F99-83FC-0FA89179267F}">
      <dgm:prSet/>
      <dgm:spPr>
        <a:ln>
          <a:solidFill>
            <a:schemeClr val="accent6"/>
          </a:solidFill>
        </a:ln>
      </dgm:spPr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3AA55411-90BA-4B21-B9CF-175010D6073A}" type="sibTrans" cxnId="{63915521-3609-4F99-83FC-0FA89179267F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B348DC59-4E72-4DEF-AE5B-E9A9D5B38BCB}">
      <dgm:prSet/>
      <dgm:spPr/>
      <dgm:t>
        <a:bodyPr/>
        <a:lstStyle/>
        <a:p>
          <a:r>
            <a:rPr lang="zh-TW" altLang="en-US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味噌</a:t>
          </a:r>
          <a:endParaRPr lang="ja-JP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16B3B06-1CF2-4C4E-AD35-52F1403D3EBD}" type="parTrans" cxnId="{014BCD5B-6395-4F6E-857E-54407C8C008F}">
      <dgm:prSet/>
      <dgm:spPr>
        <a:ln>
          <a:solidFill>
            <a:schemeClr val="accent6"/>
          </a:solidFill>
        </a:ln>
      </dgm:spPr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B184114C-384D-4BFA-BAB2-42ED2F47D8D7}" type="sibTrans" cxnId="{014BCD5B-6395-4F6E-857E-54407C8C008F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5DA7E47D-6991-483B-B077-1B578CAFE1A0}">
      <dgm:prSet/>
      <dgm:spPr/>
      <dgm:t>
        <a:bodyPr/>
        <a:lstStyle/>
        <a:p>
          <a:r>
            <a:rPr lang="zh-TW" altLang="en-US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醬油</a:t>
          </a:r>
          <a:endParaRPr lang="ja-JP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D2C77B8-FE29-40AC-A520-82349A71FA64}" type="parTrans" cxnId="{904835DF-2011-4782-BF52-AAEC75417306}">
      <dgm:prSet/>
      <dgm:spPr>
        <a:ln>
          <a:solidFill>
            <a:schemeClr val="accent6"/>
          </a:solidFill>
        </a:ln>
      </dgm:spPr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8694979A-E275-4669-901C-711E803F1AF4}" type="sibTrans" cxnId="{904835DF-2011-4782-BF52-AAEC75417306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1CDB3C0D-267D-4BE2-958E-0118B2ACC9FC}">
      <dgm:prSet/>
      <dgm:spPr/>
      <dgm:t>
        <a:bodyPr/>
        <a:lstStyle/>
        <a:p>
          <a:r>
            <a:rPr lang="zh-TW" altLang="en-US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豆漿</a:t>
          </a:r>
          <a:endParaRPr lang="ja-JP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7B1B1FF-6F4E-46AA-B187-C252D96ADFAB}" type="parTrans" cxnId="{5A73A217-7D84-41A6-8DBF-D9787B4E8F28}">
      <dgm:prSet/>
      <dgm:spPr>
        <a:ln>
          <a:solidFill>
            <a:schemeClr val="accent6"/>
          </a:solidFill>
        </a:ln>
      </dgm:spPr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CC8F6DA9-655E-451C-900B-545797C4C634}" type="sibTrans" cxnId="{5A73A217-7D84-41A6-8DBF-D9787B4E8F28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A6903FEB-DC08-4BFE-B4CA-95C2F341A6F6}">
      <dgm:prSet/>
      <dgm:spPr/>
      <dgm:t>
        <a:bodyPr/>
        <a:lstStyle/>
        <a:p>
          <a:r>
            <a:rPr lang="zh-TW" altLang="en-US" b="0" i="0" u="none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豆皮</a:t>
          </a:r>
          <a:endParaRPr lang="ja-JP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7631169-4049-4B41-9AD3-5B6D8C1E3624}" type="parTrans" cxnId="{7F303BDF-2492-43DD-B307-B1CDAAF1F55D}">
      <dgm:prSet/>
      <dgm:spPr>
        <a:ln>
          <a:solidFill>
            <a:schemeClr val="accent6"/>
          </a:solidFill>
        </a:ln>
      </dgm:spPr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6A62B5DD-7706-4DC1-AC61-29EB77ED2773}" type="sibTrans" cxnId="{7F303BDF-2492-43DD-B307-B1CDAAF1F55D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C85BB57C-B2F2-4955-B118-9999CA460E07}">
      <dgm:prSet/>
      <dgm:spPr/>
      <dgm:t>
        <a:bodyPr/>
        <a:lstStyle/>
        <a:p>
          <a:r>
            <a:rPr lang="zh-TW" altLang="en-US" b="0" i="0" u="none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豆渣</a:t>
          </a:r>
          <a:endParaRPr lang="ja-JP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9822261-5973-48E6-9CB7-8FDD8ECD8FE4}" type="parTrans" cxnId="{C131BD25-41FE-4D3D-A647-ABC155D83B56}">
      <dgm:prSet/>
      <dgm:spPr>
        <a:ln>
          <a:solidFill>
            <a:schemeClr val="accent6"/>
          </a:solidFill>
        </a:ln>
      </dgm:spPr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40BD2BCE-1D17-4D42-89DB-23A18B606280}" type="sibTrans" cxnId="{C131BD25-41FE-4D3D-A647-ABC155D83B56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57595964-12BF-478C-8553-B2687BF823BE}">
      <dgm:prSet/>
      <dgm:spPr/>
      <dgm:t>
        <a:bodyPr/>
        <a:lstStyle/>
        <a:p>
          <a:r>
            <a:rPr lang="zh-TW" altLang="en-US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豆腐</a:t>
          </a:r>
          <a:endParaRPr lang="ja-JP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64786AC-B2C9-4977-B135-FA03796BC1CF}" type="parTrans" cxnId="{810F6588-4395-4895-9980-0634A3601EC8}">
      <dgm:prSet/>
      <dgm:spPr>
        <a:ln>
          <a:solidFill>
            <a:schemeClr val="accent6"/>
          </a:solidFill>
        </a:ln>
      </dgm:spPr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3422B47C-C816-4CFD-99E4-6451423D66B7}" type="sibTrans" cxnId="{810F6588-4395-4895-9980-0634A3601EC8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691A01F0-BF2F-4AE3-B585-C38A16A5092B}">
      <dgm:prSet/>
      <dgm:spPr/>
      <dgm:t>
        <a:bodyPr/>
        <a:lstStyle/>
        <a:p>
          <a:r>
            <a:rPr lang="zh-TW" altLang="en-US" b="0" i="0" u="none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日式豆皮</a:t>
          </a:r>
          <a:endParaRPr lang="ja-JP" altLang="en-US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E422816-C16A-4872-8D0D-AEE47FD6D965}" type="parTrans" cxnId="{A7A6FA16-64F9-43A4-84B3-9668C2DF653D}">
      <dgm:prSet/>
      <dgm:spPr>
        <a:ln>
          <a:solidFill>
            <a:schemeClr val="accent6"/>
          </a:solidFill>
        </a:ln>
      </dgm:spPr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5541D4B5-32A2-499F-B6FE-0F15ECC7FA4B}" type="sibTrans" cxnId="{A7A6FA16-64F9-43A4-84B3-9668C2DF653D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461AFB9C-C8DC-495B-8C2F-D7AE118E77DD}">
      <dgm:prSet/>
      <dgm:spPr/>
      <dgm:t>
        <a:bodyPr/>
        <a:lstStyle/>
        <a:p>
          <a:r>
            <a:rPr lang="zh-TW" altLang="en-US" b="0" i="0" u="none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油豆腐</a:t>
          </a:r>
          <a:endParaRPr lang="ja-JP" altLang="en-US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FB5365BB-04AA-4D94-A37A-AB888F7AE83B}" type="parTrans" cxnId="{FF6CF89C-BEDE-415E-B427-0BE80FB2B47C}">
      <dgm:prSet/>
      <dgm:spPr>
        <a:ln>
          <a:solidFill>
            <a:schemeClr val="accent6"/>
          </a:solidFill>
        </a:ln>
      </dgm:spPr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77B13ED9-BA6B-4361-9A75-1124C7957217}" type="sibTrans" cxnId="{FF6CF89C-BEDE-415E-B427-0BE80FB2B47C}">
      <dgm:prSet/>
      <dgm:spPr/>
      <dgm:t>
        <a:bodyPr/>
        <a:lstStyle/>
        <a:p>
          <a:endParaRPr kumimoji="1" lang="ja-JP" altLang="en-US">
            <a:solidFill>
              <a:schemeClr val="tx1"/>
            </a:solidFill>
          </a:endParaRPr>
        </a:p>
      </dgm:t>
    </dgm:pt>
    <dgm:pt modelId="{2BD5F0AC-6DDD-4DA0-9FAE-68DE3A882112}" type="pres">
      <dgm:prSet presAssocID="{1151FCCA-510B-4A12-9354-652419B1569D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55E1B753-5F79-4019-A8F6-820788DE50E9}" type="pres">
      <dgm:prSet presAssocID="{D43BABD5-0B7E-40EE-A15D-9101A5D11F22}" presName="centerShape" presStyleLbl="node0" presStyleIdx="0" presStyleCnt="1" custScaleX="285963" custScaleY="285963"/>
      <dgm:spPr/>
      <dgm:t>
        <a:bodyPr/>
        <a:lstStyle/>
        <a:p>
          <a:endParaRPr lang="zh-TW" altLang="en-US"/>
        </a:p>
      </dgm:t>
    </dgm:pt>
    <dgm:pt modelId="{605A318D-BD87-4B74-BD07-8A77D4998433}" type="pres">
      <dgm:prSet presAssocID="{04D6A3DF-5DCB-4062-8D50-29FB0C072E3E}" presName="Name9" presStyleLbl="parChTrans1D2" presStyleIdx="0" presStyleCnt="12"/>
      <dgm:spPr/>
      <dgm:t>
        <a:bodyPr/>
        <a:lstStyle/>
        <a:p>
          <a:endParaRPr lang="zh-TW" altLang="en-US"/>
        </a:p>
      </dgm:t>
    </dgm:pt>
    <dgm:pt modelId="{3F6E3C1C-45B8-48FE-9290-9DE1FB7C5B7F}" type="pres">
      <dgm:prSet presAssocID="{04D6A3DF-5DCB-4062-8D50-29FB0C072E3E}" presName="connTx" presStyleLbl="parChTrans1D2" presStyleIdx="0" presStyleCnt="12"/>
      <dgm:spPr/>
      <dgm:t>
        <a:bodyPr/>
        <a:lstStyle/>
        <a:p>
          <a:endParaRPr lang="zh-TW" altLang="en-US"/>
        </a:p>
      </dgm:t>
    </dgm:pt>
    <dgm:pt modelId="{472548B9-850C-4B3D-91A2-8D7FBAE40AB2}" type="pres">
      <dgm:prSet presAssocID="{425A6350-774A-47E0-B9C4-858A3CB1B38C}" presName="node" presStyleLbl="node1" presStyleIdx="0" presStyleCnt="1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89ECC39F-A5D6-453B-B397-D7BE8A313093}" type="pres">
      <dgm:prSet presAssocID="{CE30002B-9F2A-4188-BF72-98C8B785423C}" presName="Name9" presStyleLbl="parChTrans1D2" presStyleIdx="1" presStyleCnt="12"/>
      <dgm:spPr/>
      <dgm:t>
        <a:bodyPr/>
        <a:lstStyle/>
        <a:p>
          <a:endParaRPr lang="zh-TW" altLang="en-US"/>
        </a:p>
      </dgm:t>
    </dgm:pt>
    <dgm:pt modelId="{6A60780A-A985-444B-9993-B5F7EB438A6E}" type="pres">
      <dgm:prSet presAssocID="{CE30002B-9F2A-4188-BF72-98C8B785423C}" presName="connTx" presStyleLbl="parChTrans1D2" presStyleIdx="1" presStyleCnt="12"/>
      <dgm:spPr/>
      <dgm:t>
        <a:bodyPr/>
        <a:lstStyle/>
        <a:p>
          <a:endParaRPr lang="zh-TW" altLang="en-US"/>
        </a:p>
      </dgm:t>
    </dgm:pt>
    <dgm:pt modelId="{44E53253-B92D-4D02-B63C-1CD2A34F6274}" type="pres">
      <dgm:prSet presAssocID="{403ECB3F-E73E-42E9-AA54-DE642722B3D3}" presName="node" presStyleLbl="node1" presStyleIdx="1" presStyleCnt="1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746DE829-F951-4F39-B59B-21F53E5ED532}" type="pres">
      <dgm:prSet presAssocID="{F836C623-2077-4D49-A75E-6F477DAD0D04}" presName="Name9" presStyleLbl="parChTrans1D2" presStyleIdx="2" presStyleCnt="12"/>
      <dgm:spPr/>
      <dgm:t>
        <a:bodyPr/>
        <a:lstStyle/>
        <a:p>
          <a:endParaRPr lang="zh-TW" altLang="en-US"/>
        </a:p>
      </dgm:t>
    </dgm:pt>
    <dgm:pt modelId="{DFB940EF-439D-4712-ACB4-C35185372DB9}" type="pres">
      <dgm:prSet presAssocID="{F836C623-2077-4D49-A75E-6F477DAD0D04}" presName="connTx" presStyleLbl="parChTrans1D2" presStyleIdx="2" presStyleCnt="12"/>
      <dgm:spPr/>
      <dgm:t>
        <a:bodyPr/>
        <a:lstStyle/>
        <a:p>
          <a:endParaRPr lang="zh-TW" altLang="en-US"/>
        </a:p>
      </dgm:t>
    </dgm:pt>
    <dgm:pt modelId="{CC5FA285-595C-4487-BBC4-152D4ABE9338}" type="pres">
      <dgm:prSet presAssocID="{97C579C8-FF50-458E-ACE6-92B27603F894}" presName="node" presStyleLbl="node1" presStyleIdx="2" presStyleCnt="1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3AB36641-A468-4AEC-A6B3-2211BECFF224}" type="pres">
      <dgm:prSet presAssocID="{CD80E73B-9651-4C30-82FB-52AD07D0D13D}" presName="Name9" presStyleLbl="parChTrans1D2" presStyleIdx="3" presStyleCnt="12"/>
      <dgm:spPr/>
      <dgm:t>
        <a:bodyPr/>
        <a:lstStyle/>
        <a:p>
          <a:endParaRPr lang="zh-TW" altLang="en-US"/>
        </a:p>
      </dgm:t>
    </dgm:pt>
    <dgm:pt modelId="{03A095BE-AED1-45A4-8186-3833C274D3F3}" type="pres">
      <dgm:prSet presAssocID="{CD80E73B-9651-4C30-82FB-52AD07D0D13D}" presName="connTx" presStyleLbl="parChTrans1D2" presStyleIdx="3" presStyleCnt="12"/>
      <dgm:spPr/>
      <dgm:t>
        <a:bodyPr/>
        <a:lstStyle/>
        <a:p>
          <a:endParaRPr lang="zh-TW" altLang="en-US"/>
        </a:p>
      </dgm:t>
    </dgm:pt>
    <dgm:pt modelId="{E6D4C735-C6A5-44B9-82DF-8F14EE9E2A9F}" type="pres">
      <dgm:prSet presAssocID="{91A809C4-3074-4F76-8089-39B94C63F398}" presName="node" presStyleLbl="node1" presStyleIdx="3" presStyleCnt="1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5BB8E1DA-1861-48E3-B9AF-1AF2EAAE9A34}" type="pres">
      <dgm:prSet presAssocID="{616B3B06-1CF2-4C4E-AD35-52F1403D3EBD}" presName="Name9" presStyleLbl="parChTrans1D2" presStyleIdx="4" presStyleCnt="12"/>
      <dgm:spPr/>
      <dgm:t>
        <a:bodyPr/>
        <a:lstStyle/>
        <a:p>
          <a:endParaRPr lang="zh-TW" altLang="en-US"/>
        </a:p>
      </dgm:t>
    </dgm:pt>
    <dgm:pt modelId="{BC6F1DD4-981B-4B19-B78F-CDEF0F85CD78}" type="pres">
      <dgm:prSet presAssocID="{616B3B06-1CF2-4C4E-AD35-52F1403D3EBD}" presName="connTx" presStyleLbl="parChTrans1D2" presStyleIdx="4" presStyleCnt="12"/>
      <dgm:spPr/>
      <dgm:t>
        <a:bodyPr/>
        <a:lstStyle/>
        <a:p>
          <a:endParaRPr lang="zh-TW" altLang="en-US"/>
        </a:p>
      </dgm:t>
    </dgm:pt>
    <dgm:pt modelId="{C8F61029-70F6-4B6F-BBBD-A72E5C836645}" type="pres">
      <dgm:prSet presAssocID="{B348DC59-4E72-4DEF-AE5B-E9A9D5B38BCB}" presName="node" presStyleLbl="node1" presStyleIdx="4" presStyleCnt="1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3CF1D045-A8CF-44B9-A032-17896402A805}" type="pres">
      <dgm:prSet presAssocID="{5D2C77B8-FE29-40AC-A520-82349A71FA64}" presName="Name9" presStyleLbl="parChTrans1D2" presStyleIdx="5" presStyleCnt="12"/>
      <dgm:spPr/>
      <dgm:t>
        <a:bodyPr/>
        <a:lstStyle/>
        <a:p>
          <a:endParaRPr lang="zh-TW" altLang="en-US"/>
        </a:p>
      </dgm:t>
    </dgm:pt>
    <dgm:pt modelId="{9DD26E49-9D95-43B0-9190-080CE5F4A3DD}" type="pres">
      <dgm:prSet presAssocID="{5D2C77B8-FE29-40AC-A520-82349A71FA64}" presName="connTx" presStyleLbl="parChTrans1D2" presStyleIdx="5" presStyleCnt="12"/>
      <dgm:spPr/>
      <dgm:t>
        <a:bodyPr/>
        <a:lstStyle/>
        <a:p>
          <a:endParaRPr lang="zh-TW" altLang="en-US"/>
        </a:p>
      </dgm:t>
    </dgm:pt>
    <dgm:pt modelId="{A18CA676-A8DE-4516-9817-536FAD943A7E}" type="pres">
      <dgm:prSet presAssocID="{5DA7E47D-6991-483B-B077-1B578CAFE1A0}" presName="node" presStyleLbl="node1" presStyleIdx="5" presStyleCnt="1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B8F7591F-A1B6-44FD-86CC-047E824F088C}" type="pres">
      <dgm:prSet presAssocID="{C7B1B1FF-6F4E-46AA-B187-C252D96ADFAB}" presName="Name9" presStyleLbl="parChTrans1D2" presStyleIdx="6" presStyleCnt="12"/>
      <dgm:spPr/>
      <dgm:t>
        <a:bodyPr/>
        <a:lstStyle/>
        <a:p>
          <a:endParaRPr lang="zh-TW" altLang="en-US"/>
        </a:p>
      </dgm:t>
    </dgm:pt>
    <dgm:pt modelId="{5B368A82-9826-48B1-B9F6-D2D40BC24F35}" type="pres">
      <dgm:prSet presAssocID="{C7B1B1FF-6F4E-46AA-B187-C252D96ADFAB}" presName="connTx" presStyleLbl="parChTrans1D2" presStyleIdx="6" presStyleCnt="12"/>
      <dgm:spPr/>
      <dgm:t>
        <a:bodyPr/>
        <a:lstStyle/>
        <a:p>
          <a:endParaRPr lang="zh-TW" altLang="en-US"/>
        </a:p>
      </dgm:t>
    </dgm:pt>
    <dgm:pt modelId="{216E5FA1-3C53-4E87-B67B-25643372477D}" type="pres">
      <dgm:prSet presAssocID="{1CDB3C0D-267D-4BE2-958E-0118B2ACC9FC}" presName="node" presStyleLbl="node1" presStyleIdx="6" presStyleCnt="1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F73142E1-8637-4BB3-BDBB-CEA0D627EA00}" type="pres">
      <dgm:prSet presAssocID="{37631169-4049-4B41-9AD3-5B6D8C1E3624}" presName="Name9" presStyleLbl="parChTrans1D2" presStyleIdx="7" presStyleCnt="12"/>
      <dgm:spPr/>
      <dgm:t>
        <a:bodyPr/>
        <a:lstStyle/>
        <a:p>
          <a:endParaRPr lang="zh-TW" altLang="en-US"/>
        </a:p>
      </dgm:t>
    </dgm:pt>
    <dgm:pt modelId="{BF151E8B-95B9-4B56-B6FB-3518024DAE8F}" type="pres">
      <dgm:prSet presAssocID="{37631169-4049-4B41-9AD3-5B6D8C1E3624}" presName="connTx" presStyleLbl="parChTrans1D2" presStyleIdx="7" presStyleCnt="12"/>
      <dgm:spPr/>
      <dgm:t>
        <a:bodyPr/>
        <a:lstStyle/>
        <a:p>
          <a:endParaRPr lang="zh-TW" altLang="en-US"/>
        </a:p>
      </dgm:t>
    </dgm:pt>
    <dgm:pt modelId="{CD636B24-EEC1-4A17-93C1-8EB859295173}" type="pres">
      <dgm:prSet presAssocID="{A6903FEB-DC08-4BFE-B4CA-95C2F341A6F6}" presName="node" presStyleLbl="node1" presStyleIdx="7" presStyleCnt="1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EE64B22A-45EA-4955-A152-2313852C0BEE}" type="pres">
      <dgm:prSet presAssocID="{D9822261-5973-48E6-9CB7-8FDD8ECD8FE4}" presName="Name9" presStyleLbl="parChTrans1D2" presStyleIdx="8" presStyleCnt="12"/>
      <dgm:spPr/>
      <dgm:t>
        <a:bodyPr/>
        <a:lstStyle/>
        <a:p>
          <a:endParaRPr lang="zh-TW" altLang="en-US"/>
        </a:p>
      </dgm:t>
    </dgm:pt>
    <dgm:pt modelId="{F9FD56F3-EBA4-4832-A761-BC8A736E2512}" type="pres">
      <dgm:prSet presAssocID="{D9822261-5973-48E6-9CB7-8FDD8ECD8FE4}" presName="connTx" presStyleLbl="parChTrans1D2" presStyleIdx="8" presStyleCnt="12"/>
      <dgm:spPr/>
      <dgm:t>
        <a:bodyPr/>
        <a:lstStyle/>
        <a:p>
          <a:endParaRPr lang="zh-TW" altLang="en-US"/>
        </a:p>
      </dgm:t>
    </dgm:pt>
    <dgm:pt modelId="{02C38C4A-06D1-4DCA-B520-A624C7C0B91B}" type="pres">
      <dgm:prSet presAssocID="{C85BB57C-B2F2-4955-B118-9999CA460E07}" presName="node" presStyleLbl="node1" presStyleIdx="8" presStyleCnt="1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7450F53C-D35F-4F92-95FA-9B4CCE8A476C}" type="pres">
      <dgm:prSet presAssocID="{864786AC-B2C9-4977-B135-FA03796BC1CF}" presName="Name9" presStyleLbl="parChTrans1D2" presStyleIdx="9" presStyleCnt="12"/>
      <dgm:spPr/>
      <dgm:t>
        <a:bodyPr/>
        <a:lstStyle/>
        <a:p>
          <a:endParaRPr lang="zh-TW" altLang="en-US"/>
        </a:p>
      </dgm:t>
    </dgm:pt>
    <dgm:pt modelId="{0C40C765-337D-43E7-BC53-9670B8359BDA}" type="pres">
      <dgm:prSet presAssocID="{864786AC-B2C9-4977-B135-FA03796BC1CF}" presName="connTx" presStyleLbl="parChTrans1D2" presStyleIdx="9" presStyleCnt="12"/>
      <dgm:spPr/>
      <dgm:t>
        <a:bodyPr/>
        <a:lstStyle/>
        <a:p>
          <a:endParaRPr lang="zh-TW" altLang="en-US"/>
        </a:p>
      </dgm:t>
    </dgm:pt>
    <dgm:pt modelId="{407CEACA-203F-4993-9AF7-5282A154859D}" type="pres">
      <dgm:prSet presAssocID="{57595964-12BF-478C-8553-B2687BF823BE}" presName="node" presStyleLbl="node1" presStyleIdx="9" presStyleCnt="1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82D9A362-7AD9-456A-AE5A-EF99C85B5E99}" type="pres">
      <dgm:prSet presAssocID="{0E422816-C16A-4872-8D0D-AEE47FD6D965}" presName="Name9" presStyleLbl="parChTrans1D2" presStyleIdx="10" presStyleCnt="12"/>
      <dgm:spPr/>
      <dgm:t>
        <a:bodyPr/>
        <a:lstStyle/>
        <a:p>
          <a:endParaRPr lang="zh-TW" altLang="en-US"/>
        </a:p>
      </dgm:t>
    </dgm:pt>
    <dgm:pt modelId="{96B25F2D-2593-45F9-85CA-A87ADEAB1D17}" type="pres">
      <dgm:prSet presAssocID="{0E422816-C16A-4872-8D0D-AEE47FD6D965}" presName="connTx" presStyleLbl="parChTrans1D2" presStyleIdx="10" presStyleCnt="12"/>
      <dgm:spPr/>
      <dgm:t>
        <a:bodyPr/>
        <a:lstStyle/>
        <a:p>
          <a:endParaRPr lang="zh-TW" altLang="en-US"/>
        </a:p>
      </dgm:t>
    </dgm:pt>
    <dgm:pt modelId="{553865A7-3C97-45F1-A576-37C90A1D8B61}" type="pres">
      <dgm:prSet presAssocID="{691A01F0-BF2F-4AE3-B585-C38A16A5092B}" presName="node" presStyleLbl="node1" presStyleIdx="10" presStyleCnt="1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82C4B1A7-6F2B-4C4F-8981-FDA0871CC13F}" type="pres">
      <dgm:prSet presAssocID="{FB5365BB-04AA-4D94-A37A-AB888F7AE83B}" presName="Name9" presStyleLbl="parChTrans1D2" presStyleIdx="11" presStyleCnt="12"/>
      <dgm:spPr/>
      <dgm:t>
        <a:bodyPr/>
        <a:lstStyle/>
        <a:p>
          <a:endParaRPr lang="zh-TW" altLang="en-US"/>
        </a:p>
      </dgm:t>
    </dgm:pt>
    <dgm:pt modelId="{97FE8CB6-C407-4F77-BA89-FF682E4D51E8}" type="pres">
      <dgm:prSet presAssocID="{FB5365BB-04AA-4D94-A37A-AB888F7AE83B}" presName="connTx" presStyleLbl="parChTrans1D2" presStyleIdx="11" presStyleCnt="12"/>
      <dgm:spPr/>
      <dgm:t>
        <a:bodyPr/>
        <a:lstStyle/>
        <a:p>
          <a:endParaRPr lang="zh-TW" altLang="en-US"/>
        </a:p>
      </dgm:t>
    </dgm:pt>
    <dgm:pt modelId="{5C3A1ED4-329A-4411-8CEB-151DD5352868}" type="pres">
      <dgm:prSet presAssocID="{461AFB9C-C8DC-495B-8C2F-D7AE118E77DD}" presName="node" presStyleLbl="node1" presStyleIdx="11" presStyleCnt="1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2F5A902D-B075-4FF4-8499-4F32313FE460}" type="presOf" srcId="{B348DC59-4E72-4DEF-AE5B-E9A9D5B38BCB}" destId="{C8F61029-70F6-4B6F-BBBD-A72E5C836645}" srcOrd="0" destOrd="0" presId="urn:microsoft.com/office/officeart/2005/8/layout/radial1"/>
    <dgm:cxn modelId="{2057A2D7-E0D3-404F-B05F-F74835C23DC5}" type="presOf" srcId="{57595964-12BF-478C-8553-B2687BF823BE}" destId="{407CEACA-203F-4993-9AF7-5282A154859D}" srcOrd="0" destOrd="0" presId="urn:microsoft.com/office/officeart/2005/8/layout/radial1"/>
    <dgm:cxn modelId="{598DD4B9-4017-4047-8F98-B5412E325644}" type="presOf" srcId="{C85BB57C-B2F2-4955-B118-9999CA460E07}" destId="{02C38C4A-06D1-4DCA-B520-A624C7C0B91B}" srcOrd="0" destOrd="0" presId="urn:microsoft.com/office/officeart/2005/8/layout/radial1"/>
    <dgm:cxn modelId="{904835DF-2011-4782-BF52-AAEC75417306}" srcId="{D43BABD5-0B7E-40EE-A15D-9101A5D11F22}" destId="{5DA7E47D-6991-483B-B077-1B578CAFE1A0}" srcOrd="5" destOrd="0" parTransId="{5D2C77B8-FE29-40AC-A520-82349A71FA64}" sibTransId="{8694979A-E275-4669-901C-711E803F1AF4}"/>
    <dgm:cxn modelId="{07271C1F-BE96-467A-9C3E-4FF8A8A3C989}" type="presOf" srcId="{CE30002B-9F2A-4188-BF72-98C8B785423C}" destId="{89ECC39F-A5D6-453B-B397-D7BE8A313093}" srcOrd="0" destOrd="0" presId="urn:microsoft.com/office/officeart/2005/8/layout/radial1"/>
    <dgm:cxn modelId="{FF6CF89C-BEDE-415E-B427-0BE80FB2B47C}" srcId="{D43BABD5-0B7E-40EE-A15D-9101A5D11F22}" destId="{461AFB9C-C8DC-495B-8C2F-D7AE118E77DD}" srcOrd="11" destOrd="0" parTransId="{FB5365BB-04AA-4D94-A37A-AB888F7AE83B}" sibTransId="{77B13ED9-BA6B-4361-9A75-1124C7957217}"/>
    <dgm:cxn modelId="{298E22D0-0551-44E1-A183-CAA07E448564}" type="presOf" srcId="{C7B1B1FF-6F4E-46AA-B187-C252D96ADFAB}" destId="{B8F7591F-A1B6-44FD-86CC-047E824F088C}" srcOrd="0" destOrd="0" presId="urn:microsoft.com/office/officeart/2005/8/layout/radial1"/>
    <dgm:cxn modelId="{267021E8-99B4-4B0B-8686-5FB6E947293E}" type="presOf" srcId="{CD80E73B-9651-4C30-82FB-52AD07D0D13D}" destId="{3AB36641-A468-4AEC-A6B3-2211BECFF224}" srcOrd="0" destOrd="0" presId="urn:microsoft.com/office/officeart/2005/8/layout/radial1"/>
    <dgm:cxn modelId="{014BCD5B-6395-4F6E-857E-54407C8C008F}" srcId="{D43BABD5-0B7E-40EE-A15D-9101A5D11F22}" destId="{B348DC59-4E72-4DEF-AE5B-E9A9D5B38BCB}" srcOrd="4" destOrd="0" parTransId="{616B3B06-1CF2-4C4E-AD35-52F1403D3EBD}" sibTransId="{B184114C-384D-4BFA-BAB2-42ED2F47D8D7}"/>
    <dgm:cxn modelId="{F484D6B9-EEBF-4428-8E89-F4524B72B82C}" srcId="{D43BABD5-0B7E-40EE-A15D-9101A5D11F22}" destId="{403ECB3F-E73E-42E9-AA54-DE642722B3D3}" srcOrd="1" destOrd="0" parTransId="{CE30002B-9F2A-4188-BF72-98C8B785423C}" sibTransId="{C947F5AC-E466-43FA-B452-7B04F5A32DF4}"/>
    <dgm:cxn modelId="{69F83A51-2B92-41AD-8792-56D45792C314}" type="presOf" srcId="{691A01F0-BF2F-4AE3-B585-C38A16A5092B}" destId="{553865A7-3C97-45F1-A576-37C90A1D8B61}" srcOrd="0" destOrd="0" presId="urn:microsoft.com/office/officeart/2005/8/layout/radial1"/>
    <dgm:cxn modelId="{810F6588-4395-4895-9980-0634A3601EC8}" srcId="{D43BABD5-0B7E-40EE-A15D-9101A5D11F22}" destId="{57595964-12BF-478C-8553-B2687BF823BE}" srcOrd="9" destOrd="0" parTransId="{864786AC-B2C9-4977-B135-FA03796BC1CF}" sibTransId="{3422B47C-C816-4CFD-99E4-6451423D66B7}"/>
    <dgm:cxn modelId="{9AB49FDA-53D7-4227-8598-6A5505729607}" type="presOf" srcId="{D9822261-5973-48E6-9CB7-8FDD8ECD8FE4}" destId="{F9FD56F3-EBA4-4832-A761-BC8A736E2512}" srcOrd="1" destOrd="0" presId="urn:microsoft.com/office/officeart/2005/8/layout/radial1"/>
    <dgm:cxn modelId="{9C28E700-E68C-40A0-8A46-B31FA549D388}" type="presOf" srcId="{5D2C77B8-FE29-40AC-A520-82349A71FA64}" destId="{9DD26E49-9D95-43B0-9190-080CE5F4A3DD}" srcOrd="1" destOrd="0" presId="urn:microsoft.com/office/officeart/2005/8/layout/radial1"/>
    <dgm:cxn modelId="{F3686C98-39D6-4FBD-B91D-72D98626AC8D}" srcId="{D43BABD5-0B7E-40EE-A15D-9101A5D11F22}" destId="{425A6350-774A-47E0-B9C4-858A3CB1B38C}" srcOrd="0" destOrd="0" parTransId="{04D6A3DF-5DCB-4062-8D50-29FB0C072E3E}" sibTransId="{87ABF095-F393-4795-8047-30553540D48F}"/>
    <dgm:cxn modelId="{F4C0A271-0AF2-4EA4-A7D1-190C388D2F96}" type="presOf" srcId="{CE30002B-9F2A-4188-BF72-98C8B785423C}" destId="{6A60780A-A985-444B-9993-B5F7EB438A6E}" srcOrd="1" destOrd="0" presId="urn:microsoft.com/office/officeart/2005/8/layout/radial1"/>
    <dgm:cxn modelId="{D3F3B9C5-DC69-47B4-A438-DD7DCF700706}" type="presOf" srcId="{F836C623-2077-4D49-A75E-6F477DAD0D04}" destId="{DFB940EF-439D-4712-ACB4-C35185372DB9}" srcOrd="1" destOrd="0" presId="urn:microsoft.com/office/officeart/2005/8/layout/radial1"/>
    <dgm:cxn modelId="{505662E7-2B6E-4255-AA29-E0EA63846977}" type="presOf" srcId="{5DA7E47D-6991-483B-B077-1B578CAFE1A0}" destId="{A18CA676-A8DE-4516-9817-536FAD943A7E}" srcOrd="0" destOrd="0" presId="urn:microsoft.com/office/officeart/2005/8/layout/radial1"/>
    <dgm:cxn modelId="{E1D58938-6D36-41D8-94DB-C11E660FCC9F}" type="presOf" srcId="{5D2C77B8-FE29-40AC-A520-82349A71FA64}" destId="{3CF1D045-A8CF-44B9-A032-17896402A805}" srcOrd="0" destOrd="0" presId="urn:microsoft.com/office/officeart/2005/8/layout/radial1"/>
    <dgm:cxn modelId="{A6AF274D-D3C5-46B7-8A57-EB38DF66BB3C}" type="presOf" srcId="{0E422816-C16A-4872-8D0D-AEE47FD6D965}" destId="{82D9A362-7AD9-456A-AE5A-EF99C85B5E99}" srcOrd="0" destOrd="0" presId="urn:microsoft.com/office/officeart/2005/8/layout/radial1"/>
    <dgm:cxn modelId="{84665C94-BB2B-4AD3-B7D8-0CD9D24E208A}" type="presOf" srcId="{97C579C8-FF50-458E-ACE6-92B27603F894}" destId="{CC5FA285-595C-4487-BBC4-152D4ABE9338}" srcOrd="0" destOrd="0" presId="urn:microsoft.com/office/officeart/2005/8/layout/radial1"/>
    <dgm:cxn modelId="{93B2BEC9-AFBD-4E34-9696-E9E85DE1887E}" type="presOf" srcId="{91A809C4-3074-4F76-8089-39B94C63F398}" destId="{E6D4C735-C6A5-44B9-82DF-8F14EE9E2A9F}" srcOrd="0" destOrd="0" presId="urn:microsoft.com/office/officeart/2005/8/layout/radial1"/>
    <dgm:cxn modelId="{942B692F-DE6D-41F8-B4A9-4B4CBB1DD273}" type="presOf" srcId="{616B3B06-1CF2-4C4E-AD35-52F1403D3EBD}" destId="{5BB8E1DA-1861-48E3-B9AF-1AF2EAAE9A34}" srcOrd="0" destOrd="0" presId="urn:microsoft.com/office/officeart/2005/8/layout/radial1"/>
    <dgm:cxn modelId="{DCFD7F11-CCFB-446F-9C75-3E1EAB20C288}" type="presOf" srcId="{864786AC-B2C9-4977-B135-FA03796BC1CF}" destId="{7450F53C-D35F-4F92-95FA-9B4CCE8A476C}" srcOrd="0" destOrd="0" presId="urn:microsoft.com/office/officeart/2005/8/layout/radial1"/>
    <dgm:cxn modelId="{03514917-E977-4656-B40B-72AF59352A83}" type="presOf" srcId="{D43BABD5-0B7E-40EE-A15D-9101A5D11F22}" destId="{55E1B753-5F79-4019-A8F6-820788DE50E9}" srcOrd="0" destOrd="0" presId="urn:microsoft.com/office/officeart/2005/8/layout/radial1"/>
    <dgm:cxn modelId="{6DE9B4BC-5861-46FE-9B03-C0125BC217D9}" type="presOf" srcId="{37631169-4049-4B41-9AD3-5B6D8C1E3624}" destId="{F73142E1-8637-4BB3-BDBB-CEA0D627EA00}" srcOrd="0" destOrd="0" presId="urn:microsoft.com/office/officeart/2005/8/layout/radial1"/>
    <dgm:cxn modelId="{F3878DAB-1959-48FE-AB4F-84059409FF0A}" type="presOf" srcId="{D9822261-5973-48E6-9CB7-8FDD8ECD8FE4}" destId="{EE64B22A-45EA-4955-A152-2313852C0BEE}" srcOrd="0" destOrd="0" presId="urn:microsoft.com/office/officeart/2005/8/layout/radial1"/>
    <dgm:cxn modelId="{446240BF-640E-46C0-942F-83BD598CF0F4}" srcId="{1151FCCA-510B-4A12-9354-652419B1569D}" destId="{D43BABD5-0B7E-40EE-A15D-9101A5D11F22}" srcOrd="0" destOrd="0" parTransId="{2481C968-032A-48A4-89BD-C0002C815063}" sibTransId="{A7ACBDA7-4852-4F81-963C-F3FD33914BE1}"/>
    <dgm:cxn modelId="{3867506D-AB3C-4D90-8BAE-E95C2E4C561F}" type="presOf" srcId="{FB5365BB-04AA-4D94-A37A-AB888F7AE83B}" destId="{82C4B1A7-6F2B-4C4F-8981-FDA0871CC13F}" srcOrd="0" destOrd="0" presId="urn:microsoft.com/office/officeart/2005/8/layout/radial1"/>
    <dgm:cxn modelId="{7B230062-3BB9-47A7-BD74-8ABD844F025B}" type="presOf" srcId="{403ECB3F-E73E-42E9-AA54-DE642722B3D3}" destId="{44E53253-B92D-4D02-B63C-1CD2A34F6274}" srcOrd="0" destOrd="0" presId="urn:microsoft.com/office/officeart/2005/8/layout/radial1"/>
    <dgm:cxn modelId="{91435996-CF32-43D5-A7DC-C9FCA47AD845}" type="presOf" srcId="{425A6350-774A-47E0-B9C4-858A3CB1B38C}" destId="{472548B9-850C-4B3D-91A2-8D7FBAE40AB2}" srcOrd="0" destOrd="0" presId="urn:microsoft.com/office/officeart/2005/8/layout/radial1"/>
    <dgm:cxn modelId="{BB9F0F9F-0B4D-4674-B073-B63098603F8F}" type="presOf" srcId="{0E422816-C16A-4872-8D0D-AEE47FD6D965}" destId="{96B25F2D-2593-45F9-85CA-A87ADEAB1D17}" srcOrd="1" destOrd="0" presId="urn:microsoft.com/office/officeart/2005/8/layout/radial1"/>
    <dgm:cxn modelId="{BE7C7015-8886-4AD3-BF89-EB0484E7909E}" type="presOf" srcId="{461AFB9C-C8DC-495B-8C2F-D7AE118E77DD}" destId="{5C3A1ED4-329A-4411-8CEB-151DD5352868}" srcOrd="0" destOrd="0" presId="urn:microsoft.com/office/officeart/2005/8/layout/radial1"/>
    <dgm:cxn modelId="{5C1B0403-A9C9-40EA-A790-48747FCBCBB3}" type="presOf" srcId="{37631169-4049-4B41-9AD3-5B6D8C1E3624}" destId="{BF151E8B-95B9-4B56-B6FB-3518024DAE8F}" srcOrd="1" destOrd="0" presId="urn:microsoft.com/office/officeart/2005/8/layout/radial1"/>
    <dgm:cxn modelId="{92593E67-CD8A-4DA1-9DF4-513927FBCD90}" type="presOf" srcId="{616B3B06-1CF2-4C4E-AD35-52F1403D3EBD}" destId="{BC6F1DD4-981B-4B19-B78F-CDEF0F85CD78}" srcOrd="1" destOrd="0" presId="urn:microsoft.com/office/officeart/2005/8/layout/radial1"/>
    <dgm:cxn modelId="{8479ED37-B7A9-4F7A-A6D2-28EB61BDBDB5}" type="presOf" srcId="{A6903FEB-DC08-4BFE-B4CA-95C2F341A6F6}" destId="{CD636B24-EEC1-4A17-93C1-8EB859295173}" srcOrd="0" destOrd="0" presId="urn:microsoft.com/office/officeart/2005/8/layout/radial1"/>
    <dgm:cxn modelId="{03956B6C-EE1D-48C5-808D-2DD589288C70}" type="presOf" srcId="{F836C623-2077-4D49-A75E-6F477DAD0D04}" destId="{746DE829-F951-4F39-B59B-21F53E5ED532}" srcOrd="0" destOrd="0" presId="urn:microsoft.com/office/officeart/2005/8/layout/radial1"/>
    <dgm:cxn modelId="{A7A6FA16-64F9-43A4-84B3-9668C2DF653D}" srcId="{D43BABD5-0B7E-40EE-A15D-9101A5D11F22}" destId="{691A01F0-BF2F-4AE3-B585-C38A16A5092B}" srcOrd="10" destOrd="0" parTransId="{0E422816-C16A-4872-8D0D-AEE47FD6D965}" sibTransId="{5541D4B5-32A2-499F-B6FE-0F15ECC7FA4B}"/>
    <dgm:cxn modelId="{9A8EF0E5-984B-4EF0-94E0-8109C576EE98}" type="presOf" srcId="{04D6A3DF-5DCB-4062-8D50-29FB0C072E3E}" destId="{605A318D-BD87-4B74-BD07-8A77D4998433}" srcOrd="0" destOrd="0" presId="urn:microsoft.com/office/officeart/2005/8/layout/radial1"/>
    <dgm:cxn modelId="{41D963B0-7887-4421-B090-EC6577D129E0}" type="presOf" srcId="{864786AC-B2C9-4977-B135-FA03796BC1CF}" destId="{0C40C765-337D-43E7-BC53-9670B8359BDA}" srcOrd="1" destOrd="0" presId="urn:microsoft.com/office/officeart/2005/8/layout/radial1"/>
    <dgm:cxn modelId="{5A73A217-7D84-41A6-8DBF-D9787B4E8F28}" srcId="{D43BABD5-0B7E-40EE-A15D-9101A5D11F22}" destId="{1CDB3C0D-267D-4BE2-958E-0118B2ACC9FC}" srcOrd="6" destOrd="0" parTransId="{C7B1B1FF-6F4E-46AA-B187-C252D96ADFAB}" sibTransId="{CC8F6DA9-655E-451C-900B-545797C4C634}"/>
    <dgm:cxn modelId="{C131BD25-41FE-4D3D-A647-ABC155D83B56}" srcId="{D43BABD5-0B7E-40EE-A15D-9101A5D11F22}" destId="{C85BB57C-B2F2-4955-B118-9999CA460E07}" srcOrd="8" destOrd="0" parTransId="{D9822261-5973-48E6-9CB7-8FDD8ECD8FE4}" sibTransId="{40BD2BCE-1D17-4D42-89DB-23A18B606280}"/>
    <dgm:cxn modelId="{7DCC3313-5445-446C-923D-56668951869F}" type="presOf" srcId="{FB5365BB-04AA-4D94-A37A-AB888F7AE83B}" destId="{97FE8CB6-C407-4F77-BA89-FF682E4D51E8}" srcOrd="1" destOrd="0" presId="urn:microsoft.com/office/officeart/2005/8/layout/radial1"/>
    <dgm:cxn modelId="{3E267BA1-BB73-42B6-8384-E7FD7B7B39A7}" srcId="{D43BABD5-0B7E-40EE-A15D-9101A5D11F22}" destId="{97C579C8-FF50-458E-ACE6-92B27603F894}" srcOrd="2" destOrd="0" parTransId="{F836C623-2077-4D49-A75E-6F477DAD0D04}" sibTransId="{11C03A73-F95C-485F-9025-57EA6A820853}"/>
    <dgm:cxn modelId="{BEFBA98C-CFBF-4043-AC56-2DC445B1C70F}" type="presOf" srcId="{1CDB3C0D-267D-4BE2-958E-0118B2ACC9FC}" destId="{216E5FA1-3C53-4E87-B67B-25643372477D}" srcOrd="0" destOrd="0" presId="urn:microsoft.com/office/officeart/2005/8/layout/radial1"/>
    <dgm:cxn modelId="{3C3C9887-36CA-45A2-A14A-8A24F54127D3}" type="presOf" srcId="{CD80E73B-9651-4C30-82FB-52AD07D0D13D}" destId="{03A095BE-AED1-45A4-8186-3833C274D3F3}" srcOrd="1" destOrd="0" presId="urn:microsoft.com/office/officeart/2005/8/layout/radial1"/>
    <dgm:cxn modelId="{7F303BDF-2492-43DD-B307-B1CDAAF1F55D}" srcId="{D43BABD5-0B7E-40EE-A15D-9101A5D11F22}" destId="{A6903FEB-DC08-4BFE-B4CA-95C2F341A6F6}" srcOrd="7" destOrd="0" parTransId="{37631169-4049-4B41-9AD3-5B6D8C1E3624}" sibTransId="{6A62B5DD-7706-4DC1-AC61-29EB77ED2773}"/>
    <dgm:cxn modelId="{AEDAE0FF-2582-49E8-B712-EFB3C666B5C5}" type="presOf" srcId="{04D6A3DF-5DCB-4062-8D50-29FB0C072E3E}" destId="{3F6E3C1C-45B8-48FE-9290-9DE1FB7C5B7F}" srcOrd="1" destOrd="0" presId="urn:microsoft.com/office/officeart/2005/8/layout/radial1"/>
    <dgm:cxn modelId="{6961E4D8-EEA4-4E97-8EC1-BD22932502C2}" type="presOf" srcId="{1151FCCA-510B-4A12-9354-652419B1569D}" destId="{2BD5F0AC-6DDD-4DA0-9FAE-68DE3A882112}" srcOrd="0" destOrd="0" presId="urn:microsoft.com/office/officeart/2005/8/layout/radial1"/>
    <dgm:cxn modelId="{3F2B77F8-1AD3-4DA5-92FA-9F14A28E39DA}" type="presOf" srcId="{C7B1B1FF-6F4E-46AA-B187-C252D96ADFAB}" destId="{5B368A82-9826-48B1-B9F6-D2D40BC24F35}" srcOrd="1" destOrd="0" presId="urn:microsoft.com/office/officeart/2005/8/layout/radial1"/>
    <dgm:cxn modelId="{63915521-3609-4F99-83FC-0FA89179267F}" srcId="{D43BABD5-0B7E-40EE-A15D-9101A5D11F22}" destId="{91A809C4-3074-4F76-8089-39B94C63F398}" srcOrd="3" destOrd="0" parTransId="{CD80E73B-9651-4C30-82FB-52AD07D0D13D}" sibTransId="{3AA55411-90BA-4B21-B9CF-175010D6073A}"/>
    <dgm:cxn modelId="{1AC0D60C-28F8-4974-BED7-ACF1E6424908}" type="presParOf" srcId="{2BD5F0AC-6DDD-4DA0-9FAE-68DE3A882112}" destId="{55E1B753-5F79-4019-A8F6-820788DE50E9}" srcOrd="0" destOrd="0" presId="urn:microsoft.com/office/officeart/2005/8/layout/radial1"/>
    <dgm:cxn modelId="{6CC0825E-3DC1-46B2-99FE-E9FF3D3F4984}" type="presParOf" srcId="{2BD5F0AC-6DDD-4DA0-9FAE-68DE3A882112}" destId="{605A318D-BD87-4B74-BD07-8A77D4998433}" srcOrd="1" destOrd="0" presId="urn:microsoft.com/office/officeart/2005/8/layout/radial1"/>
    <dgm:cxn modelId="{83A0BA02-5944-46FD-B37B-406EAEC08FEF}" type="presParOf" srcId="{605A318D-BD87-4B74-BD07-8A77D4998433}" destId="{3F6E3C1C-45B8-48FE-9290-9DE1FB7C5B7F}" srcOrd="0" destOrd="0" presId="urn:microsoft.com/office/officeart/2005/8/layout/radial1"/>
    <dgm:cxn modelId="{CD8CF206-359B-47DE-8C39-F8999D0EE7EB}" type="presParOf" srcId="{2BD5F0AC-6DDD-4DA0-9FAE-68DE3A882112}" destId="{472548B9-850C-4B3D-91A2-8D7FBAE40AB2}" srcOrd="2" destOrd="0" presId="urn:microsoft.com/office/officeart/2005/8/layout/radial1"/>
    <dgm:cxn modelId="{16F63B37-8120-46CF-85DD-5D119FF58B06}" type="presParOf" srcId="{2BD5F0AC-6DDD-4DA0-9FAE-68DE3A882112}" destId="{89ECC39F-A5D6-453B-B397-D7BE8A313093}" srcOrd="3" destOrd="0" presId="urn:microsoft.com/office/officeart/2005/8/layout/radial1"/>
    <dgm:cxn modelId="{35D15314-ACE0-46EF-8A21-14E183D625B5}" type="presParOf" srcId="{89ECC39F-A5D6-453B-B397-D7BE8A313093}" destId="{6A60780A-A985-444B-9993-B5F7EB438A6E}" srcOrd="0" destOrd="0" presId="urn:microsoft.com/office/officeart/2005/8/layout/radial1"/>
    <dgm:cxn modelId="{4D18B012-D85B-42DF-96D4-98B251D9EFA7}" type="presParOf" srcId="{2BD5F0AC-6DDD-4DA0-9FAE-68DE3A882112}" destId="{44E53253-B92D-4D02-B63C-1CD2A34F6274}" srcOrd="4" destOrd="0" presId="urn:microsoft.com/office/officeart/2005/8/layout/radial1"/>
    <dgm:cxn modelId="{FD67DE81-C599-4061-9066-8EFB7E2BC1D9}" type="presParOf" srcId="{2BD5F0AC-6DDD-4DA0-9FAE-68DE3A882112}" destId="{746DE829-F951-4F39-B59B-21F53E5ED532}" srcOrd="5" destOrd="0" presId="urn:microsoft.com/office/officeart/2005/8/layout/radial1"/>
    <dgm:cxn modelId="{C2F9272E-E51D-41BE-A8DC-F562FCDA136D}" type="presParOf" srcId="{746DE829-F951-4F39-B59B-21F53E5ED532}" destId="{DFB940EF-439D-4712-ACB4-C35185372DB9}" srcOrd="0" destOrd="0" presId="urn:microsoft.com/office/officeart/2005/8/layout/radial1"/>
    <dgm:cxn modelId="{04D488AF-A363-4688-A1D7-0C98B9F46DB0}" type="presParOf" srcId="{2BD5F0AC-6DDD-4DA0-9FAE-68DE3A882112}" destId="{CC5FA285-595C-4487-BBC4-152D4ABE9338}" srcOrd="6" destOrd="0" presId="urn:microsoft.com/office/officeart/2005/8/layout/radial1"/>
    <dgm:cxn modelId="{F6266B9E-83AD-4B2D-8530-B1D66142D681}" type="presParOf" srcId="{2BD5F0AC-6DDD-4DA0-9FAE-68DE3A882112}" destId="{3AB36641-A468-4AEC-A6B3-2211BECFF224}" srcOrd="7" destOrd="0" presId="urn:microsoft.com/office/officeart/2005/8/layout/radial1"/>
    <dgm:cxn modelId="{957D50E7-6B06-443F-B3D8-340004BACD7B}" type="presParOf" srcId="{3AB36641-A468-4AEC-A6B3-2211BECFF224}" destId="{03A095BE-AED1-45A4-8186-3833C274D3F3}" srcOrd="0" destOrd="0" presId="urn:microsoft.com/office/officeart/2005/8/layout/radial1"/>
    <dgm:cxn modelId="{06AA7568-500D-41A8-8DE1-CB95AEBA0626}" type="presParOf" srcId="{2BD5F0AC-6DDD-4DA0-9FAE-68DE3A882112}" destId="{E6D4C735-C6A5-44B9-82DF-8F14EE9E2A9F}" srcOrd="8" destOrd="0" presId="urn:microsoft.com/office/officeart/2005/8/layout/radial1"/>
    <dgm:cxn modelId="{E1954B78-526D-4FAB-8885-CD72157D3497}" type="presParOf" srcId="{2BD5F0AC-6DDD-4DA0-9FAE-68DE3A882112}" destId="{5BB8E1DA-1861-48E3-B9AF-1AF2EAAE9A34}" srcOrd="9" destOrd="0" presId="urn:microsoft.com/office/officeart/2005/8/layout/radial1"/>
    <dgm:cxn modelId="{BF204521-E519-4A38-8F8F-238BB8DFBBFE}" type="presParOf" srcId="{5BB8E1DA-1861-48E3-B9AF-1AF2EAAE9A34}" destId="{BC6F1DD4-981B-4B19-B78F-CDEF0F85CD78}" srcOrd="0" destOrd="0" presId="urn:microsoft.com/office/officeart/2005/8/layout/radial1"/>
    <dgm:cxn modelId="{1494819A-2F51-48E4-98E7-F6FC596047C3}" type="presParOf" srcId="{2BD5F0AC-6DDD-4DA0-9FAE-68DE3A882112}" destId="{C8F61029-70F6-4B6F-BBBD-A72E5C836645}" srcOrd="10" destOrd="0" presId="urn:microsoft.com/office/officeart/2005/8/layout/radial1"/>
    <dgm:cxn modelId="{B5DE51C0-C6CE-46E8-AE33-B5C70218307F}" type="presParOf" srcId="{2BD5F0AC-6DDD-4DA0-9FAE-68DE3A882112}" destId="{3CF1D045-A8CF-44B9-A032-17896402A805}" srcOrd="11" destOrd="0" presId="urn:microsoft.com/office/officeart/2005/8/layout/radial1"/>
    <dgm:cxn modelId="{43355688-852F-438B-9D2B-02B647334F58}" type="presParOf" srcId="{3CF1D045-A8CF-44B9-A032-17896402A805}" destId="{9DD26E49-9D95-43B0-9190-080CE5F4A3DD}" srcOrd="0" destOrd="0" presId="urn:microsoft.com/office/officeart/2005/8/layout/radial1"/>
    <dgm:cxn modelId="{32032B50-D1D3-43C7-A793-274C84A1C785}" type="presParOf" srcId="{2BD5F0AC-6DDD-4DA0-9FAE-68DE3A882112}" destId="{A18CA676-A8DE-4516-9817-536FAD943A7E}" srcOrd="12" destOrd="0" presId="urn:microsoft.com/office/officeart/2005/8/layout/radial1"/>
    <dgm:cxn modelId="{420B1708-A3CB-4250-A0AB-B2F508EDE1C2}" type="presParOf" srcId="{2BD5F0AC-6DDD-4DA0-9FAE-68DE3A882112}" destId="{B8F7591F-A1B6-44FD-86CC-047E824F088C}" srcOrd="13" destOrd="0" presId="urn:microsoft.com/office/officeart/2005/8/layout/radial1"/>
    <dgm:cxn modelId="{6F28612D-373A-4826-93F2-01E9E299CCCC}" type="presParOf" srcId="{B8F7591F-A1B6-44FD-86CC-047E824F088C}" destId="{5B368A82-9826-48B1-B9F6-D2D40BC24F35}" srcOrd="0" destOrd="0" presId="urn:microsoft.com/office/officeart/2005/8/layout/radial1"/>
    <dgm:cxn modelId="{35B41ADB-6ACC-42A6-B575-B807E1E4F728}" type="presParOf" srcId="{2BD5F0AC-6DDD-4DA0-9FAE-68DE3A882112}" destId="{216E5FA1-3C53-4E87-B67B-25643372477D}" srcOrd="14" destOrd="0" presId="urn:microsoft.com/office/officeart/2005/8/layout/radial1"/>
    <dgm:cxn modelId="{06764514-29FF-42B0-BC6F-2A43E1B0DACE}" type="presParOf" srcId="{2BD5F0AC-6DDD-4DA0-9FAE-68DE3A882112}" destId="{F73142E1-8637-4BB3-BDBB-CEA0D627EA00}" srcOrd="15" destOrd="0" presId="urn:microsoft.com/office/officeart/2005/8/layout/radial1"/>
    <dgm:cxn modelId="{154B5EE4-3BEC-47E9-839D-B60FF94BC0D6}" type="presParOf" srcId="{F73142E1-8637-4BB3-BDBB-CEA0D627EA00}" destId="{BF151E8B-95B9-4B56-B6FB-3518024DAE8F}" srcOrd="0" destOrd="0" presId="urn:microsoft.com/office/officeart/2005/8/layout/radial1"/>
    <dgm:cxn modelId="{49AC7F90-DEF1-48E8-B8F8-8152E96FD9B5}" type="presParOf" srcId="{2BD5F0AC-6DDD-4DA0-9FAE-68DE3A882112}" destId="{CD636B24-EEC1-4A17-93C1-8EB859295173}" srcOrd="16" destOrd="0" presId="urn:microsoft.com/office/officeart/2005/8/layout/radial1"/>
    <dgm:cxn modelId="{EB4C882F-C8FF-4985-97ED-ACC6586BCC12}" type="presParOf" srcId="{2BD5F0AC-6DDD-4DA0-9FAE-68DE3A882112}" destId="{EE64B22A-45EA-4955-A152-2313852C0BEE}" srcOrd="17" destOrd="0" presId="urn:microsoft.com/office/officeart/2005/8/layout/radial1"/>
    <dgm:cxn modelId="{2F428088-4C2C-4B9B-9147-B731DE6856A9}" type="presParOf" srcId="{EE64B22A-45EA-4955-A152-2313852C0BEE}" destId="{F9FD56F3-EBA4-4832-A761-BC8A736E2512}" srcOrd="0" destOrd="0" presId="urn:microsoft.com/office/officeart/2005/8/layout/radial1"/>
    <dgm:cxn modelId="{33A94C59-078B-4076-BF64-3998FFE93B41}" type="presParOf" srcId="{2BD5F0AC-6DDD-4DA0-9FAE-68DE3A882112}" destId="{02C38C4A-06D1-4DCA-B520-A624C7C0B91B}" srcOrd="18" destOrd="0" presId="urn:microsoft.com/office/officeart/2005/8/layout/radial1"/>
    <dgm:cxn modelId="{FA148D17-D401-4BC1-849C-1807B5388358}" type="presParOf" srcId="{2BD5F0AC-6DDD-4DA0-9FAE-68DE3A882112}" destId="{7450F53C-D35F-4F92-95FA-9B4CCE8A476C}" srcOrd="19" destOrd="0" presId="urn:microsoft.com/office/officeart/2005/8/layout/radial1"/>
    <dgm:cxn modelId="{D2E5D4AF-1B42-4C88-A132-E6996557099C}" type="presParOf" srcId="{7450F53C-D35F-4F92-95FA-9B4CCE8A476C}" destId="{0C40C765-337D-43E7-BC53-9670B8359BDA}" srcOrd="0" destOrd="0" presId="urn:microsoft.com/office/officeart/2005/8/layout/radial1"/>
    <dgm:cxn modelId="{0DD5A5F6-1B97-4E0E-AEF1-BA30CF130C4F}" type="presParOf" srcId="{2BD5F0AC-6DDD-4DA0-9FAE-68DE3A882112}" destId="{407CEACA-203F-4993-9AF7-5282A154859D}" srcOrd="20" destOrd="0" presId="urn:microsoft.com/office/officeart/2005/8/layout/radial1"/>
    <dgm:cxn modelId="{22E63345-3535-43B2-908C-0266ADF791AE}" type="presParOf" srcId="{2BD5F0AC-6DDD-4DA0-9FAE-68DE3A882112}" destId="{82D9A362-7AD9-456A-AE5A-EF99C85B5E99}" srcOrd="21" destOrd="0" presId="urn:microsoft.com/office/officeart/2005/8/layout/radial1"/>
    <dgm:cxn modelId="{A1BBF60C-0AF8-4D53-A6B3-464BEC653CD4}" type="presParOf" srcId="{82D9A362-7AD9-456A-AE5A-EF99C85B5E99}" destId="{96B25F2D-2593-45F9-85CA-A87ADEAB1D17}" srcOrd="0" destOrd="0" presId="urn:microsoft.com/office/officeart/2005/8/layout/radial1"/>
    <dgm:cxn modelId="{1FEDB944-01BA-4C5A-9299-D02BAF2F254B}" type="presParOf" srcId="{2BD5F0AC-6DDD-4DA0-9FAE-68DE3A882112}" destId="{553865A7-3C97-45F1-A576-37C90A1D8B61}" srcOrd="22" destOrd="0" presId="urn:microsoft.com/office/officeart/2005/8/layout/radial1"/>
    <dgm:cxn modelId="{DD22DD04-F548-4C61-B987-77940ACDBDDA}" type="presParOf" srcId="{2BD5F0AC-6DDD-4DA0-9FAE-68DE3A882112}" destId="{82C4B1A7-6F2B-4C4F-8981-FDA0871CC13F}" srcOrd="23" destOrd="0" presId="urn:microsoft.com/office/officeart/2005/8/layout/radial1"/>
    <dgm:cxn modelId="{64D6E0D9-81D5-4F52-A76D-4A347042DB95}" type="presParOf" srcId="{82C4B1A7-6F2B-4C4F-8981-FDA0871CC13F}" destId="{97FE8CB6-C407-4F77-BA89-FF682E4D51E8}" srcOrd="0" destOrd="0" presId="urn:microsoft.com/office/officeart/2005/8/layout/radial1"/>
    <dgm:cxn modelId="{DF51AB95-1C87-4DE9-8AA3-DD42ABF7F4CC}" type="presParOf" srcId="{2BD5F0AC-6DDD-4DA0-9FAE-68DE3A882112}" destId="{5C3A1ED4-329A-4411-8CEB-151DD5352868}" srcOrd="24" destOrd="0" presId="urn:microsoft.com/office/officeart/2005/8/layout/radial1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E1B753-5F79-4019-A8F6-820788DE50E9}">
      <dsp:nvSpPr>
        <dsp:cNvPr id="0" name=""/>
        <dsp:cNvSpPr/>
      </dsp:nvSpPr>
      <dsp:spPr>
        <a:xfrm>
          <a:off x="1754912" y="902444"/>
          <a:ext cx="1604987" cy="1604987"/>
        </a:xfrm>
        <a:prstGeom prst="ellipse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zh-TW" altLang="en-US" sz="1400" b="1" kern="120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我們的城鎮是</a:t>
          </a:r>
          <a:r>
            <a:rPr kumimoji="1" lang="en-US" altLang="ja-JP" sz="1400" b="1" kern="120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/>
          </a:r>
          <a:br>
            <a:rPr kumimoji="1" lang="en-US" altLang="ja-JP" sz="1400" b="1" kern="120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kumimoji="1" lang="zh-TW" altLang="en-US" sz="1400" b="1" kern="120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黃豆的產地</a:t>
          </a:r>
          <a:endParaRPr kumimoji="1" lang="ja-JP" altLang="en-US" sz="1400" b="1" kern="1200" dirty="0">
            <a:solidFill>
              <a:schemeClr val="bg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989957" y="1137489"/>
        <a:ext cx="1134897" cy="1134897"/>
      </dsp:txXfrm>
    </dsp:sp>
    <dsp:sp modelId="{605A318D-BD87-4B74-BD07-8A77D4998433}">
      <dsp:nvSpPr>
        <dsp:cNvPr id="0" name=""/>
        <dsp:cNvSpPr/>
      </dsp:nvSpPr>
      <dsp:spPr>
        <a:xfrm rot="16200000">
          <a:off x="2393362" y="728524"/>
          <a:ext cx="328087" cy="19751"/>
        </a:xfrm>
        <a:custGeom>
          <a:avLst/>
          <a:gdLst/>
          <a:ahLst/>
          <a:cxnLst/>
          <a:rect l="0" t="0" r="0" b="0"/>
          <a:pathLst>
            <a:path>
              <a:moveTo>
                <a:pt x="0" y="9875"/>
              </a:moveTo>
              <a:lnTo>
                <a:pt x="328087" y="9875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500" kern="1200">
            <a:solidFill>
              <a:schemeClr val="tx1"/>
            </a:solidFill>
          </a:endParaRPr>
        </a:p>
      </dsp:txBody>
      <dsp:txXfrm>
        <a:off x="2549204" y="730198"/>
        <a:ext cx="16404" cy="16404"/>
      </dsp:txXfrm>
    </dsp:sp>
    <dsp:sp modelId="{472548B9-850C-4B3D-91A2-8D7FBAE40AB2}">
      <dsp:nvSpPr>
        <dsp:cNvPr id="0" name=""/>
        <dsp:cNvSpPr/>
      </dsp:nvSpPr>
      <dsp:spPr>
        <a:xfrm>
          <a:off x="2276778" y="13099"/>
          <a:ext cx="561256" cy="561256"/>
        </a:xfrm>
        <a:prstGeom prst="ellipse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900" b="0" i="0" u="none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毛豆</a:t>
          </a:r>
          <a:endParaRPr kumimoji="1" lang="ja-JP" altLang="en-US" sz="900" kern="1200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358972" y="95293"/>
        <a:ext cx="396868" cy="396868"/>
      </dsp:txXfrm>
    </dsp:sp>
    <dsp:sp modelId="{89ECC39F-A5D6-453B-B397-D7BE8A313093}">
      <dsp:nvSpPr>
        <dsp:cNvPr id="0" name=""/>
        <dsp:cNvSpPr/>
      </dsp:nvSpPr>
      <dsp:spPr>
        <a:xfrm rot="18000000">
          <a:off x="2876631" y="858016"/>
          <a:ext cx="328087" cy="19751"/>
        </a:xfrm>
        <a:custGeom>
          <a:avLst/>
          <a:gdLst/>
          <a:ahLst/>
          <a:cxnLst/>
          <a:rect l="0" t="0" r="0" b="0"/>
          <a:pathLst>
            <a:path>
              <a:moveTo>
                <a:pt x="0" y="9875"/>
              </a:moveTo>
              <a:lnTo>
                <a:pt x="328087" y="9875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500" kern="1200">
            <a:solidFill>
              <a:schemeClr val="tx1"/>
            </a:solidFill>
          </a:endParaRPr>
        </a:p>
      </dsp:txBody>
      <dsp:txXfrm>
        <a:off x="3032473" y="859689"/>
        <a:ext cx="16404" cy="16404"/>
      </dsp:txXfrm>
    </dsp:sp>
    <dsp:sp modelId="{44E53253-B92D-4D02-B63C-1CD2A34F6274}">
      <dsp:nvSpPr>
        <dsp:cNvPr id="0" name=""/>
        <dsp:cNvSpPr/>
      </dsp:nvSpPr>
      <dsp:spPr>
        <a:xfrm>
          <a:off x="2982382" y="202165"/>
          <a:ext cx="561256" cy="561256"/>
        </a:xfrm>
        <a:prstGeom prst="ellipse">
          <a:avLst/>
        </a:prstGeom>
        <a:solidFill>
          <a:schemeClr val="accent6">
            <a:shade val="80000"/>
            <a:hueOff val="29207"/>
            <a:satOff val="-1174"/>
            <a:lumOff val="25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900" b="0" i="0" u="none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豆芽</a:t>
          </a:r>
          <a:endParaRPr lang="ja-JP" altLang="en-US" sz="9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064576" y="284359"/>
        <a:ext cx="396868" cy="396868"/>
      </dsp:txXfrm>
    </dsp:sp>
    <dsp:sp modelId="{746DE829-F951-4F39-B59B-21F53E5ED532}">
      <dsp:nvSpPr>
        <dsp:cNvPr id="0" name=""/>
        <dsp:cNvSpPr/>
      </dsp:nvSpPr>
      <dsp:spPr>
        <a:xfrm rot="19800000">
          <a:off x="3230408" y="1211793"/>
          <a:ext cx="328087" cy="19751"/>
        </a:xfrm>
        <a:custGeom>
          <a:avLst/>
          <a:gdLst/>
          <a:ahLst/>
          <a:cxnLst/>
          <a:rect l="0" t="0" r="0" b="0"/>
          <a:pathLst>
            <a:path>
              <a:moveTo>
                <a:pt x="0" y="9875"/>
              </a:moveTo>
              <a:lnTo>
                <a:pt x="328087" y="9875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500" kern="1200">
            <a:solidFill>
              <a:schemeClr val="tx1"/>
            </a:solidFill>
          </a:endParaRPr>
        </a:p>
      </dsp:txBody>
      <dsp:txXfrm>
        <a:off x="3386250" y="1213467"/>
        <a:ext cx="16404" cy="16404"/>
      </dsp:txXfrm>
    </dsp:sp>
    <dsp:sp modelId="{CC5FA285-595C-4487-BBC4-152D4ABE9338}">
      <dsp:nvSpPr>
        <dsp:cNvPr id="0" name=""/>
        <dsp:cNvSpPr/>
      </dsp:nvSpPr>
      <dsp:spPr>
        <a:xfrm>
          <a:off x="3498921" y="718704"/>
          <a:ext cx="561256" cy="561256"/>
        </a:xfrm>
        <a:prstGeom prst="ellipse">
          <a:avLst/>
        </a:prstGeom>
        <a:solidFill>
          <a:schemeClr val="accent6">
            <a:shade val="80000"/>
            <a:hueOff val="58415"/>
            <a:satOff val="-2347"/>
            <a:lumOff val="50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900" b="0" i="0" u="none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黃豆粉</a:t>
          </a:r>
          <a:endParaRPr lang="ja-JP" altLang="en-US" sz="9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581115" y="800898"/>
        <a:ext cx="396868" cy="396868"/>
      </dsp:txXfrm>
    </dsp:sp>
    <dsp:sp modelId="{3AB36641-A468-4AEC-A6B3-2211BECFF224}">
      <dsp:nvSpPr>
        <dsp:cNvPr id="0" name=""/>
        <dsp:cNvSpPr/>
      </dsp:nvSpPr>
      <dsp:spPr>
        <a:xfrm>
          <a:off x="3359900" y="1695062"/>
          <a:ext cx="328087" cy="19751"/>
        </a:xfrm>
        <a:custGeom>
          <a:avLst/>
          <a:gdLst/>
          <a:ahLst/>
          <a:cxnLst/>
          <a:rect l="0" t="0" r="0" b="0"/>
          <a:pathLst>
            <a:path>
              <a:moveTo>
                <a:pt x="0" y="9875"/>
              </a:moveTo>
              <a:lnTo>
                <a:pt x="328087" y="9875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500" kern="1200">
            <a:solidFill>
              <a:schemeClr val="tx1"/>
            </a:solidFill>
          </a:endParaRPr>
        </a:p>
      </dsp:txBody>
      <dsp:txXfrm>
        <a:off x="3515741" y="1696735"/>
        <a:ext cx="16404" cy="16404"/>
      </dsp:txXfrm>
    </dsp:sp>
    <dsp:sp modelId="{E6D4C735-C6A5-44B9-82DF-8F14EE9E2A9F}">
      <dsp:nvSpPr>
        <dsp:cNvPr id="0" name=""/>
        <dsp:cNvSpPr/>
      </dsp:nvSpPr>
      <dsp:spPr>
        <a:xfrm>
          <a:off x="3687987" y="1424309"/>
          <a:ext cx="561256" cy="561256"/>
        </a:xfrm>
        <a:prstGeom prst="ellipse">
          <a:avLst/>
        </a:prstGeom>
        <a:solidFill>
          <a:schemeClr val="accent6">
            <a:shade val="80000"/>
            <a:hueOff val="87622"/>
            <a:satOff val="-3521"/>
            <a:lumOff val="75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900" b="0" i="0" u="none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納豆</a:t>
          </a:r>
          <a:endParaRPr lang="ja-JP" altLang="en-US" sz="9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770181" y="1506503"/>
        <a:ext cx="396868" cy="396868"/>
      </dsp:txXfrm>
    </dsp:sp>
    <dsp:sp modelId="{5BB8E1DA-1861-48E3-B9AF-1AF2EAAE9A34}">
      <dsp:nvSpPr>
        <dsp:cNvPr id="0" name=""/>
        <dsp:cNvSpPr/>
      </dsp:nvSpPr>
      <dsp:spPr>
        <a:xfrm rot="1800000">
          <a:off x="3230408" y="2178330"/>
          <a:ext cx="328087" cy="19751"/>
        </a:xfrm>
        <a:custGeom>
          <a:avLst/>
          <a:gdLst/>
          <a:ahLst/>
          <a:cxnLst/>
          <a:rect l="0" t="0" r="0" b="0"/>
          <a:pathLst>
            <a:path>
              <a:moveTo>
                <a:pt x="0" y="9875"/>
              </a:moveTo>
              <a:lnTo>
                <a:pt x="328087" y="9875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500" kern="1200">
            <a:solidFill>
              <a:schemeClr val="tx1"/>
            </a:solidFill>
          </a:endParaRPr>
        </a:p>
      </dsp:txBody>
      <dsp:txXfrm>
        <a:off x="3386250" y="2180004"/>
        <a:ext cx="16404" cy="16404"/>
      </dsp:txXfrm>
    </dsp:sp>
    <dsp:sp modelId="{C8F61029-70F6-4B6F-BBBD-A72E5C836645}">
      <dsp:nvSpPr>
        <dsp:cNvPr id="0" name=""/>
        <dsp:cNvSpPr/>
      </dsp:nvSpPr>
      <dsp:spPr>
        <a:xfrm>
          <a:off x="3498921" y="2129914"/>
          <a:ext cx="561256" cy="561256"/>
        </a:xfrm>
        <a:prstGeom prst="ellipse">
          <a:avLst/>
        </a:prstGeom>
        <a:solidFill>
          <a:schemeClr val="accent6">
            <a:shade val="80000"/>
            <a:hueOff val="116829"/>
            <a:satOff val="-4694"/>
            <a:lumOff val="100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900" b="0" i="0" u="none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味噌</a:t>
          </a:r>
          <a:endParaRPr lang="ja-JP" altLang="en-US" sz="9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581115" y="2212108"/>
        <a:ext cx="396868" cy="396868"/>
      </dsp:txXfrm>
    </dsp:sp>
    <dsp:sp modelId="{3CF1D045-A8CF-44B9-A032-17896402A805}">
      <dsp:nvSpPr>
        <dsp:cNvPr id="0" name=""/>
        <dsp:cNvSpPr/>
      </dsp:nvSpPr>
      <dsp:spPr>
        <a:xfrm rot="3600000">
          <a:off x="2876631" y="2532108"/>
          <a:ext cx="328087" cy="19751"/>
        </a:xfrm>
        <a:custGeom>
          <a:avLst/>
          <a:gdLst/>
          <a:ahLst/>
          <a:cxnLst/>
          <a:rect l="0" t="0" r="0" b="0"/>
          <a:pathLst>
            <a:path>
              <a:moveTo>
                <a:pt x="0" y="9875"/>
              </a:moveTo>
              <a:lnTo>
                <a:pt x="328087" y="9875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500" kern="1200">
            <a:solidFill>
              <a:schemeClr val="tx1"/>
            </a:solidFill>
          </a:endParaRPr>
        </a:p>
      </dsp:txBody>
      <dsp:txXfrm>
        <a:off x="3032473" y="2533781"/>
        <a:ext cx="16404" cy="16404"/>
      </dsp:txXfrm>
    </dsp:sp>
    <dsp:sp modelId="{A18CA676-A8DE-4516-9817-536FAD943A7E}">
      <dsp:nvSpPr>
        <dsp:cNvPr id="0" name=""/>
        <dsp:cNvSpPr/>
      </dsp:nvSpPr>
      <dsp:spPr>
        <a:xfrm>
          <a:off x="2982382" y="2646453"/>
          <a:ext cx="561256" cy="561256"/>
        </a:xfrm>
        <a:prstGeom prst="ellipse">
          <a:avLst/>
        </a:prstGeom>
        <a:solidFill>
          <a:schemeClr val="accent6">
            <a:shade val="80000"/>
            <a:hueOff val="146036"/>
            <a:satOff val="-5868"/>
            <a:lumOff val="125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900" b="0" i="0" u="none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醬油</a:t>
          </a:r>
          <a:endParaRPr lang="ja-JP" altLang="en-US" sz="9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064576" y="2728647"/>
        <a:ext cx="396868" cy="396868"/>
      </dsp:txXfrm>
    </dsp:sp>
    <dsp:sp modelId="{B8F7591F-A1B6-44FD-86CC-047E824F088C}">
      <dsp:nvSpPr>
        <dsp:cNvPr id="0" name=""/>
        <dsp:cNvSpPr/>
      </dsp:nvSpPr>
      <dsp:spPr>
        <a:xfrm rot="5400000">
          <a:off x="2393362" y="2661599"/>
          <a:ext cx="328087" cy="19751"/>
        </a:xfrm>
        <a:custGeom>
          <a:avLst/>
          <a:gdLst/>
          <a:ahLst/>
          <a:cxnLst/>
          <a:rect l="0" t="0" r="0" b="0"/>
          <a:pathLst>
            <a:path>
              <a:moveTo>
                <a:pt x="0" y="9875"/>
              </a:moveTo>
              <a:lnTo>
                <a:pt x="328087" y="9875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500" kern="1200">
            <a:solidFill>
              <a:schemeClr val="tx1"/>
            </a:solidFill>
          </a:endParaRPr>
        </a:p>
      </dsp:txBody>
      <dsp:txXfrm>
        <a:off x="2549204" y="2663273"/>
        <a:ext cx="16404" cy="16404"/>
      </dsp:txXfrm>
    </dsp:sp>
    <dsp:sp modelId="{216E5FA1-3C53-4E87-B67B-25643372477D}">
      <dsp:nvSpPr>
        <dsp:cNvPr id="0" name=""/>
        <dsp:cNvSpPr/>
      </dsp:nvSpPr>
      <dsp:spPr>
        <a:xfrm>
          <a:off x="2276778" y="2835519"/>
          <a:ext cx="561256" cy="561256"/>
        </a:xfrm>
        <a:prstGeom prst="ellipse">
          <a:avLst/>
        </a:prstGeom>
        <a:solidFill>
          <a:schemeClr val="accent6">
            <a:shade val="80000"/>
            <a:hueOff val="175244"/>
            <a:satOff val="-7041"/>
            <a:lumOff val="150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900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豆漿</a:t>
          </a:r>
          <a:endParaRPr lang="ja-JP" altLang="en-US" sz="9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358972" y="2917713"/>
        <a:ext cx="396868" cy="396868"/>
      </dsp:txXfrm>
    </dsp:sp>
    <dsp:sp modelId="{F73142E1-8637-4BB3-BDBB-CEA0D627EA00}">
      <dsp:nvSpPr>
        <dsp:cNvPr id="0" name=""/>
        <dsp:cNvSpPr/>
      </dsp:nvSpPr>
      <dsp:spPr>
        <a:xfrm rot="7200000">
          <a:off x="1910093" y="2532108"/>
          <a:ext cx="328087" cy="19751"/>
        </a:xfrm>
        <a:custGeom>
          <a:avLst/>
          <a:gdLst/>
          <a:ahLst/>
          <a:cxnLst/>
          <a:rect l="0" t="0" r="0" b="0"/>
          <a:pathLst>
            <a:path>
              <a:moveTo>
                <a:pt x="0" y="9875"/>
              </a:moveTo>
              <a:lnTo>
                <a:pt x="328087" y="9875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500" kern="1200">
            <a:solidFill>
              <a:schemeClr val="tx1"/>
            </a:solidFill>
          </a:endParaRPr>
        </a:p>
      </dsp:txBody>
      <dsp:txXfrm rot="10800000">
        <a:off x="2065935" y="2533781"/>
        <a:ext cx="16404" cy="16404"/>
      </dsp:txXfrm>
    </dsp:sp>
    <dsp:sp modelId="{CD636B24-EEC1-4A17-93C1-8EB859295173}">
      <dsp:nvSpPr>
        <dsp:cNvPr id="0" name=""/>
        <dsp:cNvSpPr/>
      </dsp:nvSpPr>
      <dsp:spPr>
        <a:xfrm>
          <a:off x="1571173" y="2646453"/>
          <a:ext cx="561256" cy="561256"/>
        </a:xfrm>
        <a:prstGeom prst="ellipse">
          <a:avLst/>
        </a:prstGeom>
        <a:solidFill>
          <a:schemeClr val="accent6">
            <a:shade val="80000"/>
            <a:hueOff val="204451"/>
            <a:satOff val="-8215"/>
            <a:lumOff val="175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900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豆皮</a:t>
          </a:r>
          <a:endParaRPr lang="ja-JP" altLang="en-US" sz="9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653367" y="2728647"/>
        <a:ext cx="396868" cy="396868"/>
      </dsp:txXfrm>
    </dsp:sp>
    <dsp:sp modelId="{EE64B22A-45EA-4955-A152-2313852C0BEE}">
      <dsp:nvSpPr>
        <dsp:cNvPr id="0" name=""/>
        <dsp:cNvSpPr/>
      </dsp:nvSpPr>
      <dsp:spPr>
        <a:xfrm rot="9000000">
          <a:off x="1556316" y="2178330"/>
          <a:ext cx="328087" cy="19751"/>
        </a:xfrm>
        <a:custGeom>
          <a:avLst/>
          <a:gdLst/>
          <a:ahLst/>
          <a:cxnLst/>
          <a:rect l="0" t="0" r="0" b="0"/>
          <a:pathLst>
            <a:path>
              <a:moveTo>
                <a:pt x="0" y="9875"/>
              </a:moveTo>
              <a:lnTo>
                <a:pt x="328087" y="9875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500" kern="1200">
            <a:solidFill>
              <a:schemeClr val="tx1"/>
            </a:solidFill>
          </a:endParaRPr>
        </a:p>
      </dsp:txBody>
      <dsp:txXfrm rot="10800000">
        <a:off x="1712158" y="2180004"/>
        <a:ext cx="16404" cy="16404"/>
      </dsp:txXfrm>
    </dsp:sp>
    <dsp:sp modelId="{02C38C4A-06D1-4DCA-B520-A624C7C0B91B}">
      <dsp:nvSpPr>
        <dsp:cNvPr id="0" name=""/>
        <dsp:cNvSpPr/>
      </dsp:nvSpPr>
      <dsp:spPr>
        <a:xfrm>
          <a:off x="1054634" y="2129914"/>
          <a:ext cx="561256" cy="561256"/>
        </a:xfrm>
        <a:prstGeom prst="ellipse">
          <a:avLst/>
        </a:prstGeom>
        <a:solidFill>
          <a:schemeClr val="accent6">
            <a:shade val="80000"/>
            <a:hueOff val="233658"/>
            <a:satOff val="-9388"/>
            <a:lumOff val="2009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900" b="0" i="0" u="none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豆渣</a:t>
          </a:r>
          <a:endParaRPr lang="ja-JP" altLang="en-US" sz="9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136828" y="2212108"/>
        <a:ext cx="396868" cy="396868"/>
      </dsp:txXfrm>
    </dsp:sp>
    <dsp:sp modelId="{7450F53C-D35F-4F92-95FA-9B4CCE8A476C}">
      <dsp:nvSpPr>
        <dsp:cNvPr id="0" name=""/>
        <dsp:cNvSpPr/>
      </dsp:nvSpPr>
      <dsp:spPr>
        <a:xfrm rot="10800000">
          <a:off x="1426825" y="1695062"/>
          <a:ext cx="328087" cy="19751"/>
        </a:xfrm>
        <a:custGeom>
          <a:avLst/>
          <a:gdLst/>
          <a:ahLst/>
          <a:cxnLst/>
          <a:rect l="0" t="0" r="0" b="0"/>
          <a:pathLst>
            <a:path>
              <a:moveTo>
                <a:pt x="0" y="9875"/>
              </a:moveTo>
              <a:lnTo>
                <a:pt x="328087" y="9875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500" kern="1200">
            <a:solidFill>
              <a:schemeClr val="tx1"/>
            </a:solidFill>
          </a:endParaRPr>
        </a:p>
      </dsp:txBody>
      <dsp:txXfrm rot="10800000">
        <a:off x="1582666" y="1696735"/>
        <a:ext cx="16404" cy="16404"/>
      </dsp:txXfrm>
    </dsp:sp>
    <dsp:sp modelId="{407CEACA-203F-4993-9AF7-5282A154859D}">
      <dsp:nvSpPr>
        <dsp:cNvPr id="0" name=""/>
        <dsp:cNvSpPr/>
      </dsp:nvSpPr>
      <dsp:spPr>
        <a:xfrm>
          <a:off x="865568" y="1424309"/>
          <a:ext cx="561256" cy="561256"/>
        </a:xfrm>
        <a:prstGeom prst="ellipse">
          <a:avLst/>
        </a:prstGeom>
        <a:solidFill>
          <a:schemeClr val="accent6">
            <a:shade val="80000"/>
            <a:hueOff val="262865"/>
            <a:satOff val="-10562"/>
            <a:lumOff val="226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900" b="0" i="0" u="none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豆腐</a:t>
          </a:r>
          <a:endParaRPr lang="ja-JP" altLang="en-US" sz="9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947762" y="1506503"/>
        <a:ext cx="396868" cy="396868"/>
      </dsp:txXfrm>
    </dsp:sp>
    <dsp:sp modelId="{82D9A362-7AD9-456A-AE5A-EF99C85B5E99}">
      <dsp:nvSpPr>
        <dsp:cNvPr id="0" name=""/>
        <dsp:cNvSpPr/>
      </dsp:nvSpPr>
      <dsp:spPr>
        <a:xfrm rot="12600000">
          <a:off x="1556316" y="1211793"/>
          <a:ext cx="328087" cy="19751"/>
        </a:xfrm>
        <a:custGeom>
          <a:avLst/>
          <a:gdLst/>
          <a:ahLst/>
          <a:cxnLst/>
          <a:rect l="0" t="0" r="0" b="0"/>
          <a:pathLst>
            <a:path>
              <a:moveTo>
                <a:pt x="0" y="9875"/>
              </a:moveTo>
              <a:lnTo>
                <a:pt x="328087" y="9875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500" kern="1200">
            <a:solidFill>
              <a:schemeClr val="tx1"/>
            </a:solidFill>
          </a:endParaRPr>
        </a:p>
      </dsp:txBody>
      <dsp:txXfrm rot="10800000">
        <a:off x="1712158" y="1213467"/>
        <a:ext cx="16404" cy="16404"/>
      </dsp:txXfrm>
    </dsp:sp>
    <dsp:sp modelId="{553865A7-3C97-45F1-A576-37C90A1D8B61}">
      <dsp:nvSpPr>
        <dsp:cNvPr id="0" name=""/>
        <dsp:cNvSpPr/>
      </dsp:nvSpPr>
      <dsp:spPr>
        <a:xfrm>
          <a:off x="1054634" y="718704"/>
          <a:ext cx="561256" cy="561256"/>
        </a:xfrm>
        <a:prstGeom prst="ellipse">
          <a:avLst/>
        </a:prstGeom>
        <a:solidFill>
          <a:schemeClr val="accent6">
            <a:shade val="80000"/>
            <a:hueOff val="292073"/>
            <a:satOff val="-11735"/>
            <a:lumOff val="251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900" b="0" i="0" u="none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日式豆皮</a:t>
          </a:r>
          <a:endParaRPr lang="ja-JP" altLang="en-US" sz="9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136828" y="800898"/>
        <a:ext cx="396868" cy="396868"/>
      </dsp:txXfrm>
    </dsp:sp>
    <dsp:sp modelId="{82C4B1A7-6F2B-4C4F-8981-FDA0871CC13F}">
      <dsp:nvSpPr>
        <dsp:cNvPr id="0" name=""/>
        <dsp:cNvSpPr/>
      </dsp:nvSpPr>
      <dsp:spPr>
        <a:xfrm rot="14400000">
          <a:off x="1910093" y="858016"/>
          <a:ext cx="328087" cy="19751"/>
        </a:xfrm>
        <a:custGeom>
          <a:avLst/>
          <a:gdLst/>
          <a:ahLst/>
          <a:cxnLst/>
          <a:rect l="0" t="0" r="0" b="0"/>
          <a:pathLst>
            <a:path>
              <a:moveTo>
                <a:pt x="0" y="9875"/>
              </a:moveTo>
              <a:lnTo>
                <a:pt x="328087" y="9875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500" kern="1200">
            <a:solidFill>
              <a:schemeClr val="tx1"/>
            </a:solidFill>
          </a:endParaRPr>
        </a:p>
      </dsp:txBody>
      <dsp:txXfrm rot="10800000">
        <a:off x="2065935" y="859689"/>
        <a:ext cx="16404" cy="16404"/>
      </dsp:txXfrm>
    </dsp:sp>
    <dsp:sp modelId="{5C3A1ED4-329A-4411-8CEB-151DD5352868}">
      <dsp:nvSpPr>
        <dsp:cNvPr id="0" name=""/>
        <dsp:cNvSpPr/>
      </dsp:nvSpPr>
      <dsp:spPr>
        <a:xfrm>
          <a:off x="1571173" y="202165"/>
          <a:ext cx="561256" cy="561256"/>
        </a:xfrm>
        <a:prstGeom prst="ellipse">
          <a:avLst/>
        </a:prstGeom>
        <a:solidFill>
          <a:schemeClr val="accent6">
            <a:shade val="80000"/>
            <a:hueOff val="321280"/>
            <a:satOff val="-12909"/>
            <a:lumOff val="27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900" b="0" i="0" u="none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油豆腐</a:t>
          </a:r>
          <a:endParaRPr lang="ja-JP" altLang="en-US" sz="900" kern="1200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653367" y="284359"/>
        <a:ext cx="396868" cy="3968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E1B753-5F79-4019-A8F6-820788DE50E9}">
      <dsp:nvSpPr>
        <dsp:cNvPr id="0" name=""/>
        <dsp:cNvSpPr/>
      </dsp:nvSpPr>
      <dsp:spPr>
        <a:xfrm>
          <a:off x="1754912" y="902444"/>
          <a:ext cx="1604987" cy="1604987"/>
        </a:xfrm>
        <a:prstGeom prst="ellipse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1" lang="zh-TW" altLang="en-US" sz="1400" b="1" kern="120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我們的城鎮是</a:t>
          </a:r>
          <a:r>
            <a:rPr kumimoji="1" lang="en-US" altLang="ja-JP" sz="1400" b="1" kern="120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/>
          </a:r>
          <a:br>
            <a:rPr kumimoji="1" lang="en-US" altLang="ja-JP" sz="1400" b="1" kern="120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kumimoji="1" lang="zh-TW" altLang="en-US" sz="1400" b="1" kern="120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黃豆的產地</a:t>
          </a:r>
          <a:endParaRPr kumimoji="1" lang="ja-JP" altLang="en-US" sz="1400" b="1" kern="1200" dirty="0">
            <a:solidFill>
              <a:schemeClr val="bg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989957" y="1137489"/>
        <a:ext cx="1134897" cy="1134897"/>
      </dsp:txXfrm>
    </dsp:sp>
    <dsp:sp modelId="{605A318D-BD87-4B74-BD07-8A77D4998433}">
      <dsp:nvSpPr>
        <dsp:cNvPr id="0" name=""/>
        <dsp:cNvSpPr/>
      </dsp:nvSpPr>
      <dsp:spPr>
        <a:xfrm rot="16200000">
          <a:off x="2393362" y="728524"/>
          <a:ext cx="328087" cy="19751"/>
        </a:xfrm>
        <a:custGeom>
          <a:avLst/>
          <a:gdLst/>
          <a:ahLst/>
          <a:cxnLst/>
          <a:rect l="0" t="0" r="0" b="0"/>
          <a:pathLst>
            <a:path>
              <a:moveTo>
                <a:pt x="0" y="9875"/>
              </a:moveTo>
              <a:lnTo>
                <a:pt x="328087" y="9875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500" kern="1200">
            <a:solidFill>
              <a:schemeClr val="tx1"/>
            </a:solidFill>
          </a:endParaRPr>
        </a:p>
      </dsp:txBody>
      <dsp:txXfrm>
        <a:off x="2549204" y="730198"/>
        <a:ext cx="16404" cy="16404"/>
      </dsp:txXfrm>
    </dsp:sp>
    <dsp:sp modelId="{472548B9-850C-4B3D-91A2-8D7FBAE40AB2}">
      <dsp:nvSpPr>
        <dsp:cNvPr id="0" name=""/>
        <dsp:cNvSpPr/>
      </dsp:nvSpPr>
      <dsp:spPr>
        <a:xfrm>
          <a:off x="2276778" y="13099"/>
          <a:ext cx="561256" cy="561256"/>
        </a:xfrm>
        <a:prstGeom prst="ellipse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900" b="0" i="0" u="none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毛豆</a:t>
          </a:r>
          <a:endParaRPr kumimoji="1" lang="ja-JP" altLang="en-US" sz="900" kern="1200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358972" y="95293"/>
        <a:ext cx="396868" cy="396868"/>
      </dsp:txXfrm>
    </dsp:sp>
    <dsp:sp modelId="{89ECC39F-A5D6-453B-B397-D7BE8A313093}">
      <dsp:nvSpPr>
        <dsp:cNvPr id="0" name=""/>
        <dsp:cNvSpPr/>
      </dsp:nvSpPr>
      <dsp:spPr>
        <a:xfrm rot="18000000">
          <a:off x="2876631" y="858016"/>
          <a:ext cx="328087" cy="19751"/>
        </a:xfrm>
        <a:custGeom>
          <a:avLst/>
          <a:gdLst/>
          <a:ahLst/>
          <a:cxnLst/>
          <a:rect l="0" t="0" r="0" b="0"/>
          <a:pathLst>
            <a:path>
              <a:moveTo>
                <a:pt x="0" y="9875"/>
              </a:moveTo>
              <a:lnTo>
                <a:pt x="328087" y="9875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500" kern="1200">
            <a:solidFill>
              <a:schemeClr val="tx1"/>
            </a:solidFill>
          </a:endParaRPr>
        </a:p>
      </dsp:txBody>
      <dsp:txXfrm>
        <a:off x="3032473" y="859689"/>
        <a:ext cx="16404" cy="16404"/>
      </dsp:txXfrm>
    </dsp:sp>
    <dsp:sp modelId="{44E53253-B92D-4D02-B63C-1CD2A34F6274}">
      <dsp:nvSpPr>
        <dsp:cNvPr id="0" name=""/>
        <dsp:cNvSpPr/>
      </dsp:nvSpPr>
      <dsp:spPr>
        <a:xfrm>
          <a:off x="2982382" y="202165"/>
          <a:ext cx="561256" cy="561256"/>
        </a:xfrm>
        <a:prstGeom prst="ellipse">
          <a:avLst/>
        </a:prstGeom>
        <a:solidFill>
          <a:schemeClr val="accent6">
            <a:shade val="80000"/>
            <a:hueOff val="29207"/>
            <a:satOff val="-1174"/>
            <a:lumOff val="25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900" b="0" i="0" u="none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豆芽</a:t>
          </a:r>
          <a:endParaRPr lang="ja-JP" altLang="en-US" sz="9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064576" y="284359"/>
        <a:ext cx="396868" cy="396868"/>
      </dsp:txXfrm>
    </dsp:sp>
    <dsp:sp modelId="{746DE829-F951-4F39-B59B-21F53E5ED532}">
      <dsp:nvSpPr>
        <dsp:cNvPr id="0" name=""/>
        <dsp:cNvSpPr/>
      </dsp:nvSpPr>
      <dsp:spPr>
        <a:xfrm rot="19800000">
          <a:off x="3230408" y="1211793"/>
          <a:ext cx="328087" cy="19751"/>
        </a:xfrm>
        <a:custGeom>
          <a:avLst/>
          <a:gdLst/>
          <a:ahLst/>
          <a:cxnLst/>
          <a:rect l="0" t="0" r="0" b="0"/>
          <a:pathLst>
            <a:path>
              <a:moveTo>
                <a:pt x="0" y="9875"/>
              </a:moveTo>
              <a:lnTo>
                <a:pt x="328087" y="9875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500" kern="1200">
            <a:solidFill>
              <a:schemeClr val="tx1"/>
            </a:solidFill>
          </a:endParaRPr>
        </a:p>
      </dsp:txBody>
      <dsp:txXfrm>
        <a:off x="3386250" y="1213467"/>
        <a:ext cx="16404" cy="16404"/>
      </dsp:txXfrm>
    </dsp:sp>
    <dsp:sp modelId="{CC5FA285-595C-4487-BBC4-152D4ABE9338}">
      <dsp:nvSpPr>
        <dsp:cNvPr id="0" name=""/>
        <dsp:cNvSpPr/>
      </dsp:nvSpPr>
      <dsp:spPr>
        <a:xfrm>
          <a:off x="3498921" y="718704"/>
          <a:ext cx="561256" cy="561256"/>
        </a:xfrm>
        <a:prstGeom prst="ellipse">
          <a:avLst/>
        </a:prstGeom>
        <a:solidFill>
          <a:schemeClr val="accent6">
            <a:shade val="80000"/>
            <a:hueOff val="58415"/>
            <a:satOff val="-2347"/>
            <a:lumOff val="50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900" b="0" i="0" u="none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黃豆粉</a:t>
          </a:r>
          <a:endParaRPr lang="ja-JP" altLang="en-US" sz="9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581115" y="800898"/>
        <a:ext cx="396868" cy="396868"/>
      </dsp:txXfrm>
    </dsp:sp>
    <dsp:sp modelId="{3AB36641-A468-4AEC-A6B3-2211BECFF224}">
      <dsp:nvSpPr>
        <dsp:cNvPr id="0" name=""/>
        <dsp:cNvSpPr/>
      </dsp:nvSpPr>
      <dsp:spPr>
        <a:xfrm>
          <a:off x="3359900" y="1695062"/>
          <a:ext cx="328087" cy="19751"/>
        </a:xfrm>
        <a:custGeom>
          <a:avLst/>
          <a:gdLst/>
          <a:ahLst/>
          <a:cxnLst/>
          <a:rect l="0" t="0" r="0" b="0"/>
          <a:pathLst>
            <a:path>
              <a:moveTo>
                <a:pt x="0" y="9875"/>
              </a:moveTo>
              <a:lnTo>
                <a:pt x="328087" y="9875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500" kern="1200">
            <a:solidFill>
              <a:schemeClr val="tx1"/>
            </a:solidFill>
          </a:endParaRPr>
        </a:p>
      </dsp:txBody>
      <dsp:txXfrm>
        <a:off x="3515741" y="1696735"/>
        <a:ext cx="16404" cy="16404"/>
      </dsp:txXfrm>
    </dsp:sp>
    <dsp:sp modelId="{E6D4C735-C6A5-44B9-82DF-8F14EE9E2A9F}">
      <dsp:nvSpPr>
        <dsp:cNvPr id="0" name=""/>
        <dsp:cNvSpPr/>
      </dsp:nvSpPr>
      <dsp:spPr>
        <a:xfrm>
          <a:off x="3687987" y="1424309"/>
          <a:ext cx="561256" cy="561256"/>
        </a:xfrm>
        <a:prstGeom prst="ellipse">
          <a:avLst/>
        </a:prstGeom>
        <a:solidFill>
          <a:schemeClr val="accent6">
            <a:shade val="80000"/>
            <a:hueOff val="87622"/>
            <a:satOff val="-3521"/>
            <a:lumOff val="75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900" b="0" i="0" u="none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納豆</a:t>
          </a:r>
          <a:endParaRPr lang="ja-JP" altLang="en-US" sz="9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770181" y="1506503"/>
        <a:ext cx="396868" cy="396868"/>
      </dsp:txXfrm>
    </dsp:sp>
    <dsp:sp modelId="{5BB8E1DA-1861-48E3-B9AF-1AF2EAAE9A34}">
      <dsp:nvSpPr>
        <dsp:cNvPr id="0" name=""/>
        <dsp:cNvSpPr/>
      </dsp:nvSpPr>
      <dsp:spPr>
        <a:xfrm rot="1800000">
          <a:off x="3230408" y="2178330"/>
          <a:ext cx="328087" cy="19751"/>
        </a:xfrm>
        <a:custGeom>
          <a:avLst/>
          <a:gdLst/>
          <a:ahLst/>
          <a:cxnLst/>
          <a:rect l="0" t="0" r="0" b="0"/>
          <a:pathLst>
            <a:path>
              <a:moveTo>
                <a:pt x="0" y="9875"/>
              </a:moveTo>
              <a:lnTo>
                <a:pt x="328087" y="9875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500" kern="1200">
            <a:solidFill>
              <a:schemeClr val="tx1"/>
            </a:solidFill>
          </a:endParaRPr>
        </a:p>
      </dsp:txBody>
      <dsp:txXfrm>
        <a:off x="3386250" y="2180004"/>
        <a:ext cx="16404" cy="16404"/>
      </dsp:txXfrm>
    </dsp:sp>
    <dsp:sp modelId="{C8F61029-70F6-4B6F-BBBD-A72E5C836645}">
      <dsp:nvSpPr>
        <dsp:cNvPr id="0" name=""/>
        <dsp:cNvSpPr/>
      </dsp:nvSpPr>
      <dsp:spPr>
        <a:xfrm>
          <a:off x="3498921" y="2129914"/>
          <a:ext cx="561256" cy="561256"/>
        </a:xfrm>
        <a:prstGeom prst="ellipse">
          <a:avLst/>
        </a:prstGeom>
        <a:solidFill>
          <a:schemeClr val="accent6">
            <a:shade val="80000"/>
            <a:hueOff val="116829"/>
            <a:satOff val="-4694"/>
            <a:lumOff val="100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900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味噌</a:t>
          </a:r>
          <a:endParaRPr lang="ja-JP" altLang="en-US" sz="9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581115" y="2212108"/>
        <a:ext cx="396868" cy="396868"/>
      </dsp:txXfrm>
    </dsp:sp>
    <dsp:sp modelId="{3CF1D045-A8CF-44B9-A032-17896402A805}">
      <dsp:nvSpPr>
        <dsp:cNvPr id="0" name=""/>
        <dsp:cNvSpPr/>
      </dsp:nvSpPr>
      <dsp:spPr>
        <a:xfrm rot="3600000">
          <a:off x="2876631" y="2532108"/>
          <a:ext cx="328087" cy="19751"/>
        </a:xfrm>
        <a:custGeom>
          <a:avLst/>
          <a:gdLst/>
          <a:ahLst/>
          <a:cxnLst/>
          <a:rect l="0" t="0" r="0" b="0"/>
          <a:pathLst>
            <a:path>
              <a:moveTo>
                <a:pt x="0" y="9875"/>
              </a:moveTo>
              <a:lnTo>
                <a:pt x="328087" y="9875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500" kern="1200">
            <a:solidFill>
              <a:schemeClr val="tx1"/>
            </a:solidFill>
          </a:endParaRPr>
        </a:p>
      </dsp:txBody>
      <dsp:txXfrm>
        <a:off x="3032473" y="2533781"/>
        <a:ext cx="16404" cy="16404"/>
      </dsp:txXfrm>
    </dsp:sp>
    <dsp:sp modelId="{A18CA676-A8DE-4516-9817-536FAD943A7E}">
      <dsp:nvSpPr>
        <dsp:cNvPr id="0" name=""/>
        <dsp:cNvSpPr/>
      </dsp:nvSpPr>
      <dsp:spPr>
        <a:xfrm>
          <a:off x="2982382" y="2646453"/>
          <a:ext cx="561256" cy="561256"/>
        </a:xfrm>
        <a:prstGeom prst="ellipse">
          <a:avLst/>
        </a:prstGeom>
        <a:solidFill>
          <a:schemeClr val="accent6">
            <a:shade val="80000"/>
            <a:hueOff val="146036"/>
            <a:satOff val="-5868"/>
            <a:lumOff val="125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900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醬油</a:t>
          </a:r>
          <a:endParaRPr lang="ja-JP" altLang="en-US" sz="9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064576" y="2728647"/>
        <a:ext cx="396868" cy="396868"/>
      </dsp:txXfrm>
    </dsp:sp>
    <dsp:sp modelId="{B8F7591F-A1B6-44FD-86CC-047E824F088C}">
      <dsp:nvSpPr>
        <dsp:cNvPr id="0" name=""/>
        <dsp:cNvSpPr/>
      </dsp:nvSpPr>
      <dsp:spPr>
        <a:xfrm rot="5400000">
          <a:off x="2393362" y="2661599"/>
          <a:ext cx="328087" cy="19751"/>
        </a:xfrm>
        <a:custGeom>
          <a:avLst/>
          <a:gdLst/>
          <a:ahLst/>
          <a:cxnLst/>
          <a:rect l="0" t="0" r="0" b="0"/>
          <a:pathLst>
            <a:path>
              <a:moveTo>
                <a:pt x="0" y="9875"/>
              </a:moveTo>
              <a:lnTo>
                <a:pt x="328087" y="9875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500" kern="1200">
            <a:solidFill>
              <a:schemeClr val="tx1"/>
            </a:solidFill>
          </a:endParaRPr>
        </a:p>
      </dsp:txBody>
      <dsp:txXfrm>
        <a:off x="2549204" y="2663273"/>
        <a:ext cx="16404" cy="16404"/>
      </dsp:txXfrm>
    </dsp:sp>
    <dsp:sp modelId="{216E5FA1-3C53-4E87-B67B-25643372477D}">
      <dsp:nvSpPr>
        <dsp:cNvPr id="0" name=""/>
        <dsp:cNvSpPr/>
      </dsp:nvSpPr>
      <dsp:spPr>
        <a:xfrm>
          <a:off x="2276778" y="2835519"/>
          <a:ext cx="561256" cy="561256"/>
        </a:xfrm>
        <a:prstGeom prst="ellipse">
          <a:avLst/>
        </a:prstGeom>
        <a:solidFill>
          <a:schemeClr val="accent6">
            <a:shade val="80000"/>
            <a:hueOff val="175244"/>
            <a:satOff val="-7041"/>
            <a:lumOff val="150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900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豆漿</a:t>
          </a:r>
          <a:endParaRPr lang="ja-JP" altLang="en-US" sz="9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358972" y="2917713"/>
        <a:ext cx="396868" cy="396868"/>
      </dsp:txXfrm>
    </dsp:sp>
    <dsp:sp modelId="{F73142E1-8637-4BB3-BDBB-CEA0D627EA00}">
      <dsp:nvSpPr>
        <dsp:cNvPr id="0" name=""/>
        <dsp:cNvSpPr/>
      </dsp:nvSpPr>
      <dsp:spPr>
        <a:xfrm rot="7200000">
          <a:off x="1910093" y="2532108"/>
          <a:ext cx="328087" cy="19751"/>
        </a:xfrm>
        <a:custGeom>
          <a:avLst/>
          <a:gdLst/>
          <a:ahLst/>
          <a:cxnLst/>
          <a:rect l="0" t="0" r="0" b="0"/>
          <a:pathLst>
            <a:path>
              <a:moveTo>
                <a:pt x="0" y="9875"/>
              </a:moveTo>
              <a:lnTo>
                <a:pt x="328087" y="9875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500" kern="1200">
            <a:solidFill>
              <a:schemeClr val="tx1"/>
            </a:solidFill>
          </a:endParaRPr>
        </a:p>
      </dsp:txBody>
      <dsp:txXfrm rot="10800000">
        <a:off x="2065935" y="2533781"/>
        <a:ext cx="16404" cy="16404"/>
      </dsp:txXfrm>
    </dsp:sp>
    <dsp:sp modelId="{CD636B24-EEC1-4A17-93C1-8EB859295173}">
      <dsp:nvSpPr>
        <dsp:cNvPr id="0" name=""/>
        <dsp:cNvSpPr/>
      </dsp:nvSpPr>
      <dsp:spPr>
        <a:xfrm>
          <a:off x="1571173" y="2646453"/>
          <a:ext cx="561256" cy="561256"/>
        </a:xfrm>
        <a:prstGeom prst="ellipse">
          <a:avLst/>
        </a:prstGeom>
        <a:solidFill>
          <a:schemeClr val="accent6">
            <a:shade val="80000"/>
            <a:hueOff val="204451"/>
            <a:satOff val="-8215"/>
            <a:lumOff val="175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900" b="0" i="0" u="none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豆皮</a:t>
          </a:r>
          <a:endParaRPr lang="ja-JP" altLang="en-US" sz="9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653367" y="2728647"/>
        <a:ext cx="396868" cy="396868"/>
      </dsp:txXfrm>
    </dsp:sp>
    <dsp:sp modelId="{EE64B22A-45EA-4955-A152-2313852C0BEE}">
      <dsp:nvSpPr>
        <dsp:cNvPr id="0" name=""/>
        <dsp:cNvSpPr/>
      </dsp:nvSpPr>
      <dsp:spPr>
        <a:xfrm rot="9000000">
          <a:off x="1556316" y="2178330"/>
          <a:ext cx="328087" cy="19751"/>
        </a:xfrm>
        <a:custGeom>
          <a:avLst/>
          <a:gdLst/>
          <a:ahLst/>
          <a:cxnLst/>
          <a:rect l="0" t="0" r="0" b="0"/>
          <a:pathLst>
            <a:path>
              <a:moveTo>
                <a:pt x="0" y="9875"/>
              </a:moveTo>
              <a:lnTo>
                <a:pt x="328087" y="9875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500" kern="1200">
            <a:solidFill>
              <a:schemeClr val="tx1"/>
            </a:solidFill>
          </a:endParaRPr>
        </a:p>
      </dsp:txBody>
      <dsp:txXfrm rot="10800000">
        <a:off x="1712158" y="2180004"/>
        <a:ext cx="16404" cy="16404"/>
      </dsp:txXfrm>
    </dsp:sp>
    <dsp:sp modelId="{02C38C4A-06D1-4DCA-B520-A624C7C0B91B}">
      <dsp:nvSpPr>
        <dsp:cNvPr id="0" name=""/>
        <dsp:cNvSpPr/>
      </dsp:nvSpPr>
      <dsp:spPr>
        <a:xfrm>
          <a:off x="1054634" y="2129914"/>
          <a:ext cx="561256" cy="561256"/>
        </a:xfrm>
        <a:prstGeom prst="ellipse">
          <a:avLst/>
        </a:prstGeom>
        <a:solidFill>
          <a:schemeClr val="accent6">
            <a:shade val="80000"/>
            <a:hueOff val="233658"/>
            <a:satOff val="-9388"/>
            <a:lumOff val="2009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900" b="0" i="0" u="none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豆渣</a:t>
          </a:r>
          <a:endParaRPr lang="ja-JP" altLang="en-US" sz="9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136828" y="2212108"/>
        <a:ext cx="396868" cy="396868"/>
      </dsp:txXfrm>
    </dsp:sp>
    <dsp:sp modelId="{7450F53C-D35F-4F92-95FA-9B4CCE8A476C}">
      <dsp:nvSpPr>
        <dsp:cNvPr id="0" name=""/>
        <dsp:cNvSpPr/>
      </dsp:nvSpPr>
      <dsp:spPr>
        <a:xfrm rot="10800000">
          <a:off x="1426825" y="1695062"/>
          <a:ext cx="328087" cy="19751"/>
        </a:xfrm>
        <a:custGeom>
          <a:avLst/>
          <a:gdLst/>
          <a:ahLst/>
          <a:cxnLst/>
          <a:rect l="0" t="0" r="0" b="0"/>
          <a:pathLst>
            <a:path>
              <a:moveTo>
                <a:pt x="0" y="9875"/>
              </a:moveTo>
              <a:lnTo>
                <a:pt x="328087" y="9875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500" kern="1200">
            <a:solidFill>
              <a:schemeClr val="tx1"/>
            </a:solidFill>
          </a:endParaRPr>
        </a:p>
      </dsp:txBody>
      <dsp:txXfrm rot="10800000">
        <a:off x="1582666" y="1696735"/>
        <a:ext cx="16404" cy="16404"/>
      </dsp:txXfrm>
    </dsp:sp>
    <dsp:sp modelId="{407CEACA-203F-4993-9AF7-5282A154859D}">
      <dsp:nvSpPr>
        <dsp:cNvPr id="0" name=""/>
        <dsp:cNvSpPr/>
      </dsp:nvSpPr>
      <dsp:spPr>
        <a:xfrm>
          <a:off x="865568" y="1424309"/>
          <a:ext cx="561256" cy="561256"/>
        </a:xfrm>
        <a:prstGeom prst="ellipse">
          <a:avLst/>
        </a:prstGeom>
        <a:solidFill>
          <a:schemeClr val="accent6">
            <a:shade val="80000"/>
            <a:hueOff val="262865"/>
            <a:satOff val="-10562"/>
            <a:lumOff val="226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900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豆腐</a:t>
          </a:r>
          <a:endParaRPr lang="ja-JP" altLang="en-US" sz="9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947762" y="1506503"/>
        <a:ext cx="396868" cy="396868"/>
      </dsp:txXfrm>
    </dsp:sp>
    <dsp:sp modelId="{82D9A362-7AD9-456A-AE5A-EF99C85B5E99}">
      <dsp:nvSpPr>
        <dsp:cNvPr id="0" name=""/>
        <dsp:cNvSpPr/>
      </dsp:nvSpPr>
      <dsp:spPr>
        <a:xfrm rot="12600000">
          <a:off x="1556316" y="1211793"/>
          <a:ext cx="328087" cy="19751"/>
        </a:xfrm>
        <a:custGeom>
          <a:avLst/>
          <a:gdLst/>
          <a:ahLst/>
          <a:cxnLst/>
          <a:rect l="0" t="0" r="0" b="0"/>
          <a:pathLst>
            <a:path>
              <a:moveTo>
                <a:pt x="0" y="9875"/>
              </a:moveTo>
              <a:lnTo>
                <a:pt x="328087" y="9875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500" kern="1200">
            <a:solidFill>
              <a:schemeClr val="tx1"/>
            </a:solidFill>
          </a:endParaRPr>
        </a:p>
      </dsp:txBody>
      <dsp:txXfrm rot="10800000">
        <a:off x="1712158" y="1213467"/>
        <a:ext cx="16404" cy="16404"/>
      </dsp:txXfrm>
    </dsp:sp>
    <dsp:sp modelId="{553865A7-3C97-45F1-A576-37C90A1D8B61}">
      <dsp:nvSpPr>
        <dsp:cNvPr id="0" name=""/>
        <dsp:cNvSpPr/>
      </dsp:nvSpPr>
      <dsp:spPr>
        <a:xfrm>
          <a:off x="1054634" y="718704"/>
          <a:ext cx="561256" cy="561256"/>
        </a:xfrm>
        <a:prstGeom prst="ellipse">
          <a:avLst/>
        </a:prstGeom>
        <a:solidFill>
          <a:schemeClr val="accent6">
            <a:shade val="80000"/>
            <a:hueOff val="292073"/>
            <a:satOff val="-11735"/>
            <a:lumOff val="251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900" b="0" i="0" u="none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日式豆皮</a:t>
          </a:r>
          <a:endParaRPr lang="ja-JP" altLang="en-US" sz="900" kern="120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136828" y="800898"/>
        <a:ext cx="396868" cy="396868"/>
      </dsp:txXfrm>
    </dsp:sp>
    <dsp:sp modelId="{82C4B1A7-6F2B-4C4F-8981-FDA0871CC13F}">
      <dsp:nvSpPr>
        <dsp:cNvPr id="0" name=""/>
        <dsp:cNvSpPr/>
      </dsp:nvSpPr>
      <dsp:spPr>
        <a:xfrm rot="14400000">
          <a:off x="1910093" y="858016"/>
          <a:ext cx="328087" cy="19751"/>
        </a:xfrm>
        <a:custGeom>
          <a:avLst/>
          <a:gdLst/>
          <a:ahLst/>
          <a:cxnLst/>
          <a:rect l="0" t="0" r="0" b="0"/>
          <a:pathLst>
            <a:path>
              <a:moveTo>
                <a:pt x="0" y="9875"/>
              </a:moveTo>
              <a:lnTo>
                <a:pt x="328087" y="9875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kumimoji="1" lang="ja-JP" altLang="en-US" sz="500" kern="1200">
            <a:solidFill>
              <a:schemeClr val="tx1"/>
            </a:solidFill>
          </a:endParaRPr>
        </a:p>
      </dsp:txBody>
      <dsp:txXfrm rot="10800000">
        <a:off x="2065935" y="859689"/>
        <a:ext cx="16404" cy="16404"/>
      </dsp:txXfrm>
    </dsp:sp>
    <dsp:sp modelId="{5C3A1ED4-329A-4411-8CEB-151DD5352868}">
      <dsp:nvSpPr>
        <dsp:cNvPr id="0" name=""/>
        <dsp:cNvSpPr/>
      </dsp:nvSpPr>
      <dsp:spPr>
        <a:xfrm>
          <a:off x="1571173" y="202165"/>
          <a:ext cx="561256" cy="561256"/>
        </a:xfrm>
        <a:prstGeom prst="ellipse">
          <a:avLst/>
        </a:prstGeom>
        <a:solidFill>
          <a:schemeClr val="accent6">
            <a:shade val="80000"/>
            <a:hueOff val="321280"/>
            <a:satOff val="-12909"/>
            <a:lumOff val="27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900" b="0" i="0" u="none" kern="120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油豆腐</a:t>
          </a:r>
          <a:endParaRPr lang="ja-JP" altLang="en-US" sz="900" kern="1200" dirty="0">
            <a:solidFill>
              <a:schemeClr val="tx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653367" y="284359"/>
        <a:ext cx="396868" cy="3968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xmlns="" id="{460600AA-28FC-4AA5-81F6-BB62D2FCBEAD}"/>
              </a:ext>
            </a:extLst>
          </p:cNvPr>
          <p:cNvGrpSpPr/>
          <p:nvPr/>
        </p:nvGrpSpPr>
        <p:grpSpPr>
          <a:xfrm>
            <a:off x="0" y="-1"/>
            <a:ext cx="9906000" cy="6632908"/>
            <a:chOff x="0" y="-1"/>
            <a:chExt cx="9906000" cy="6632908"/>
          </a:xfrm>
        </p:grpSpPr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xmlns="" id="{B8612193-1CF8-495C-880C-E7FF8544148F}"/>
                </a:ext>
              </a:extLst>
            </p:cNvPr>
            <p:cNvSpPr/>
            <p:nvPr/>
          </p:nvSpPr>
          <p:spPr>
            <a:xfrm>
              <a:off x="0" y="-1"/>
              <a:ext cx="9906000" cy="78248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xmlns="" id="{A41726E1-6E72-41F8-B837-DFD3CA288007}"/>
                </a:ext>
              </a:extLst>
            </p:cNvPr>
            <p:cNvSpPr/>
            <p:nvPr/>
          </p:nvSpPr>
          <p:spPr>
            <a:xfrm>
              <a:off x="0" y="777806"/>
              <a:ext cx="9906000" cy="8584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xmlns="" id="{1D536373-30F3-4106-997D-4CB68C6DB84F}"/>
                </a:ext>
              </a:extLst>
            </p:cNvPr>
            <p:cNvSpPr txBox="1"/>
            <p:nvPr/>
          </p:nvSpPr>
          <p:spPr>
            <a:xfrm>
              <a:off x="2674366" y="193860"/>
              <a:ext cx="45572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4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運用當地色彩的黃豆事業化</a:t>
              </a:r>
              <a:endParaRPr kumimoji="1" lang="ja-JP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xmlns="" id="{689F79F2-85D2-4180-AC36-02C2C41A81F7}"/>
                </a:ext>
              </a:extLst>
            </p:cNvPr>
            <p:cNvSpPr txBox="1"/>
            <p:nvPr/>
          </p:nvSpPr>
          <p:spPr>
            <a:xfrm>
              <a:off x="7427791" y="286193"/>
              <a:ext cx="21985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ja-JP" sz="12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Activate</a:t>
              </a:r>
              <a:r>
                <a:rPr kumimoji="1" lang="ja-JP" altLang="en-US" sz="12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12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the town</a:t>
              </a: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xmlns="" id="{7125DCCB-33C2-4547-A7D2-9809BB1E822A}"/>
                </a:ext>
              </a:extLst>
            </p:cNvPr>
            <p:cNvSpPr txBox="1"/>
            <p:nvPr/>
          </p:nvSpPr>
          <p:spPr>
            <a:xfrm>
              <a:off x="7000567" y="5640644"/>
              <a:ext cx="27165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600" b="1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商品的高附加價值化</a:t>
              </a:r>
              <a:endParaRPr kumimoji="1" lang="en-US" altLang="ja-JP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xmlns="" id="{C78B4BD8-3DBA-4855-BA39-3CED707DA6C4}"/>
                </a:ext>
              </a:extLst>
            </p:cNvPr>
            <p:cNvSpPr txBox="1"/>
            <p:nvPr/>
          </p:nvSpPr>
          <p:spPr>
            <a:xfrm>
              <a:off x="7000567" y="3986233"/>
              <a:ext cx="254693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750" indent="-285750" algn="just">
                <a:buFont typeface="Wingdings" panose="05000000000000000000" pitchFamily="2" charset="2"/>
                <a:buChar char="l"/>
                <a:defRPr kumimoji="1" sz="1600">
                  <a:latin typeface="+mn-ea"/>
                </a:defRPr>
              </a:lvl1pPr>
            </a:lstStyle>
            <a:p>
              <a:pPr algn="l"/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加工與銷售設施的完善（融資）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l"/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品牌與銷售通路的開拓（專家的建議）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749373" y="1548328"/>
              <a:ext cx="199705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Wingdings" panose="05000000000000000000" pitchFamily="2" charset="2"/>
                <a:buChar char="l"/>
              </a:pP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農業衰退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indent="-285750" algn="just">
                <a:buFont typeface="Wingdings" panose="05000000000000000000" pitchFamily="2" charset="2"/>
                <a:buChar char="l"/>
              </a:pP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人口減少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indent="-285750" algn="just">
                <a:buFont typeface="Wingdings" panose="05000000000000000000" pitchFamily="2" charset="2"/>
                <a:buChar char="l"/>
              </a:pP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市場縮減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xmlns="" id="{6EB73454-ACA2-4769-8424-094E6A7549A8}"/>
                </a:ext>
              </a:extLst>
            </p:cNvPr>
            <p:cNvSpPr txBox="1"/>
            <p:nvPr/>
          </p:nvSpPr>
          <p:spPr>
            <a:xfrm>
              <a:off x="749373" y="1173138"/>
              <a:ext cx="19970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現況</a:t>
              </a:r>
              <a:endPara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aphicFrame>
          <p:nvGraphicFramePr>
            <p:cNvPr id="4" name="図表 3">
              <a:extLst>
                <a:ext uri="{FF2B5EF4-FFF2-40B4-BE49-F238E27FC236}">
                  <a16:creationId xmlns:a16="http://schemas.microsoft.com/office/drawing/2014/main" xmlns="" id="{F08F3713-92EE-45A6-92BF-182B7EA3612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2659631"/>
                </p:ext>
              </p:extLst>
            </p:nvPr>
          </p:nvGraphicFramePr>
          <p:xfrm>
            <a:off x="2395594" y="3223031"/>
            <a:ext cx="5114813" cy="340987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xmlns="" id="{4D1FDB16-67D4-4FAA-B885-38C76659A6B1}"/>
                </a:ext>
              </a:extLst>
            </p:cNvPr>
            <p:cNvSpPr txBox="1"/>
            <p:nvPr/>
          </p:nvSpPr>
          <p:spPr>
            <a:xfrm>
              <a:off x="7245351" y="2445148"/>
              <a:ext cx="14191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600" b="1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六次產業化</a:t>
              </a:r>
              <a:endParaRPr kumimoji="1" lang="en-US" altLang="ja-JP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xmlns="" id="{309FF290-E5DF-49A0-90C0-581F2648FC69}"/>
                </a:ext>
              </a:extLst>
            </p:cNvPr>
            <p:cNvSpPr txBox="1"/>
            <p:nvPr/>
          </p:nvSpPr>
          <p:spPr>
            <a:xfrm>
              <a:off x="7159577" y="1548328"/>
              <a:ext cx="19970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750" indent="-285750" algn="just">
                <a:buFont typeface="Wingdings" panose="05000000000000000000" pitchFamily="2" charset="2"/>
                <a:buChar char="l"/>
                <a:defRPr kumimoji="1" sz="1600">
                  <a:latin typeface="+mn-ea"/>
                </a:defRPr>
              </a:lvl1pPr>
            </a:lstStyle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提高所得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創造就業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xmlns="" id="{2DA420E7-02A9-434E-A1EF-B835F9A55D34}"/>
                </a:ext>
              </a:extLst>
            </p:cNvPr>
            <p:cNvSpPr txBox="1"/>
            <p:nvPr/>
          </p:nvSpPr>
          <p:spPr>
            <a:xfrm>
              <a:off x="7159576" y="1173138"/>
              <a:ext cx="1997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目的</a:t>
              </a:r>
              <a:endPara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" name="二等辺三角形 16">
              <a:extLst>
                <a:ext uri="{FF2B5EF4-FFF2-40B4-BE49-F238E27FC236}">
                  <a16:creationId xmlns:a16="http://schemas.microsoft.com/office/drawing/2014/main" xmlns="" id="{C685920A-5DB8-4554-AB15-2D0C2A09F501}"/>
                </a:ext>
              </a:extLst>
            </p:cNvPr>
            <p:cNvSpPr/>
            <p:nvPr/>
          </p:nvSpPr>
          <p:spPr>
            <a:xfrm rot="10800000">
              <a:off x="7806861" y="2163527"/>
              <a:ext cx="288000" cy="218367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xmlns="" id="{BB1B367E-8B2F-4240-9E2B-D6594E313AAD}"/>
                </a:ext>
              </a:extLst>
            </p:cNvPr>
            <p:cNvSpPr/>
            <p:nvPr/>
          </p:nvSpPr>
          <p:spPr>
            <a:xfrm>
              <a:off x="284880" y="3378262"/>
              <a:ext cx="2954121" cy="69437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xmlns="" id="{D7F3D00F-12EF-4DA1-8068-9272AEB0577E}"/>
                </a:ext>
              </a:extLst>
            </p:cNvPr>
            <p:cNvSpPr txBox="1"/>
            <p:nvPr/>
          </p:nvSpPr>
          <p:spPr>
            <a:xfrm>
              <a:off x="312006" y="3449601"/>
              <a:ext cx="28998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利用農林漁業成長</a:t>
              </a:r>
              <a:endParaRPr kumimoji="1" lang="en-US" altLang="zh-TW" sz="16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ctr"/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產業化基金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（</a:t>
              </a:r>
              <a:r>
                <a:rPr kumimoji="1" lang="en-US" altLang="ja-JP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A-FIVE</a:t>
              </a: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）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xmlns="" id="{272DD16C-64E6-4CFD-9003-9D8A3ABEAB49}"/>
                </a:ext>
              </a:extLst>
            </p:cNvPr>
            <p:cNvSpPr txBox="1"/>
            <p:nvPr/>
          </p:nvSpPr>
          <p:spPr>
            <a:xfrm>
              <a:off x="441555" y="4181719"/>
              <a:ext cx="26407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750" indent="-285750" algn="just">
                <a:buFont typeface="Wingdings" panose="05000000000000000000" pitchFamily="2" charset="2"/>
                <a:buChar char="l"/>
                <a:defRPr kumimoji="1">
                  <a:latin typeface="+mn-ea"/>
                </a:defRPr>
              </a:lvl1pPr>
            </a:lstStyle>
            <a:p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資金供給（資金融資）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短距支援（通路支援）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xmlns="" id="{9E89BC17-2DA7-4BF3-8990-11C2439492D8}"/>
                </a:ext>
              </a:extLst>
            </p:cNvPr>
            <p:cNvSpPr txBox="1"/>
            <p:nvPr/>
          </p:nvSpPr>
          <p:spPr>
            <a:xfrm>
              <a:off x="358503" y="5892901"/>
              <a:ext cx="28068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六次產業化、地產地銷法、農商工等合作促進法的認定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31" name="グラフィックス 30" descr="都市">
              <a:extLst>
                <a:ext uri="{FF2B5EF4-FFF2-40B4-BE49-F238E27FC236}">
                  <a16:creationId xmlns:a16="http://schemas.microsoft.com/office/drawing/2014/main" xmlns="" id="{1CFB3FBA-62F0-4E45-81DC-B5BE970EAB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p:blipFill>
          <p:spPr>
            <a:xfrm>
              <a:off x="1131891" y="4785950"/>
              <a:ext cx="1232010" cy="1232010"/>
            </a:xfrm>
            <a:prstGeom prst="rect">
              <a:avLst/>
            </a:prstGeom>
          </p:spPr>
        </p:pic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xmlns="" id="{CBF181D4-F97A-4288-BE78-0D8744E4AB61}"/>
                </a:ext>
              </a:extLst>
            </p:cNvPr>
            <p:cNvSpPr txBox="1"/>
            <p:nvPr/>
          </p:nvSpPr>
          <p:spPr>
            <a:xfrm>
              <a:off x="3417171" y="1548328"/>
              <a:ext cx="307166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Wingdings" panose="05000000000000000000" pitchFamily="2" charset="2"/>
                <a:buChar char="l"/>
              </a:pP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加工食品的製造與販售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indent="-285750" algn="just">
                <a:buFont typeface="Wingdings" panose="05000000000000000000" pitchFamily="2" charset="2"/>
                <a:buChar char="l"/>
              </a:pP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觀光農園的開設與推廣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xmlns="" id="{6D6877DC-6C8F-4ECB-AB60-AE5830EF58A9}"/>
                </a:ext>
              </a:extLst>
            </p:cNvPr>
            <p:cNvSpPr txBox="1"/>
            <p:nvPr/>
          </p:nvSpPr>
          <p:spPr>
            <a:xfrm>
              <a:off x="3417169" y="1173138"/>
              <a:ext cx="199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方向性</a:t>
              </a:r>
              <a:endPara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xmlns="" id="{9AC5ECB9-A4B9-450D-A05B-E9534A5A06F6}"/>
                </a:ext>
              </a:extLst>
            </p:cNvPr>
            <p:cNvSpPr/>
            <p:nvPr/>
          </p:nvSpPr>
          <p:spPr>
            <a:xfrm>
              <a:off x="3872098" y="2445148"/>
              <a:ext cx="203132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/>
              <a:r>
                <a:rPr kumimoji="1" lang="zh-TW" altLang="en-US" sz="1600" b="1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運用地區資源的商業</a:t>
              </a:r>
              <a:endParaRPr kumimoji="1" lang="en-US" altLang="ja-JP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1" name="二等辺三角形 40">
              <a:extLst>
                <a:ext uri="{FF2B5EF4-FFF2-40B4-BE49-F238E27FC236}">
                  <a16:creationId xmlns:a16="http://schemas.microsoft.com/office/drawing/2014/main" xmlns="" id="{B6E6F312-852C-4E2E-B947-54E394F97B4D}"/>
                </a:ext>
              </a:extLst>
            </p:cNvPr>
            <p:cNvSpPr/>
            <p:nvPr/>
          </p:nvSpPr>
          <p:spPr>
            <a:xfrm rot="10800000">
              <a:off x="4743760" y="2163527"/>
              <a:ext cx="288000" cy="218367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二等辺三角形 29">
              <a:extLst>
                <a:ext uri="{FF2B5EF4-FFF2-40B4-BE49-F238E27FC236}">
                  <a16:creationId xmlns:a16="http://schemas.microsoft.com/office/drawing/2014/main" xmlns="" id="{53531295-50E4-447C-A955-65BAE736B5BD}"/>
                </a:ext>
              </a:extLst>
            </p:cNvPr>
            <p:cNvSpPr/>
            <p:nvPr/>
          </p:nvSpPr>
          <p:spPr>
            <a:xfrm rot="10800000">
              <a:off x="8079239" y="5365974"/>
              <a:ext cx="288000" cy="218367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7361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xmlns="" id="{A776794D-3F2D-48E1-B11C-F63997D4878C}"/>
              </a:ext>
            </a:extLst>
          </p:cNvPr>
          <p:cNvGrpSpPr/>
          <p:nvPr/>
        </p:nvGrpSpPr>
        <p:grpSpPr>
          <a:xfrm>
            <a:off x="0" y="-1"/>
            <a:ext cx="9906000" cy="6632908"/>
            <a:chOff x="0" y="-1"/>
            <a:chExt cx="9906000" cy="6632908"/>
          </a:xfrm>
        </p:grpSpPr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xmlns="" id="{B8612193-1CF8-495C-880C-E7FF8544148F}"/>
                </a:ext>
              </a:extLst>
            </p:cNvPr>
            <p:cNvSpPr/>
            <p:nvPr/>
          </p:nvSpPr>
          <p:spPr>
            <a:xfrm>
              <a:off x="0" y="-1"/>
              <a:ext cx="9906000" cy="78248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xmlns="" id="{A41726E1-6E72-41F8-B837-DFD3CA288007}"/>
                </a:ext>
              </a:extLst>
            </p:cNvPr>
            <p:cNvSpPr/>
            <p:nvPr/>
          </p:nvSpPr>
          <p:spPr>
            <a:xfrm>
              <a:off x="0" y="777806"/>
              <a:ext cx="9906000" cy="8584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xmlns="" id="{1D536373-30F3-4106-997D-4CB68C6DB84F}"/>
                </a:ext>
              </a:extLst>
            </p:cNvPr>
            <p:cNvSpPr txBox="1"/>
            <p:nvPr/>
          </p:nvSpPr>
          <p:spPr>
            <a:xfrm>
              <a:off x="2674366" y="193860"/>
              <a:ext cx="45572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4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運用當地色彩的黃豆事業</a:t>
              </a:r>
              <a:r>
                <a:rPr kumimoji="1" lang="zh-TW" altLang="en-US" sz="24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化</a:t>
              </a:r>
              <a:endParaRPr kumimoji="1" lang="ja-JP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xmlns="" id="{689F79F2-85D2-4180-AC36-02C2C41A81F7}"/>
                </a:ext>
              </a:extLst>
            </p:cNvPr>
            <p:cNvSpPr txBox="1"/>
            <p:nvPr/>
          </p:nvSpPr>
          <p:spPr>
            <a:xfrm>
              <a:off x="7427791" y="286193"/>
              <a:ext cx="21985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ja-JP" sz="12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Activate</a:t>
              </a:r>
              <a:r>
                <a:rPr kumimoji="1" lang="ja-JP" altLang="en-US" sz="12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12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the town</a:t>
              </a:r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xmlns="" id="{AB22EC1F-2C3B-4D3E-960E-96E7A92865B5}"/>
                </a:ext>
              </a:extLst>
            </p:cNvPr>
            <p:cNvSpPr/>
            <p:nvPr/>
          </p:nvSpPr>
          <p:spPr>
            <a:xfrm>
              <a:off x="6898598" y="4643206"/>
              <a:ext cx="2716513" cy="5603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吹き出し: 下矢印 43">
              <a:extLst>
                <a:ext uri="{FF2B5EF4-FFF2-40B4-BE49-F238E27FC236}">
                  <a16:creationId xmlns:a16="http://schemas.microsoft.com/office/drawing/2014/main" xmlns="" id="{F9F91653-7231-4940-90E3-4C686237386A}"/>
                </a:ext>
              </a:extLst>
            </p:cNvPr>
            <p:cNvSpPr/>
            <p:nvPr/>
          </p:nvSpPr>
          <p:spPr>
            <a:xfrm flipV="1">
              <a:off x="6898598" y="5603389"/>
              <a:ext cx="2716512" cy="756000"/>
            </a:xfrm>
            <a:prstGeom prst="downArrowCallou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吹き出し: 下矢印 5">
              <a:extLst>
                <a:ext uri="{FF2B5EF4-FFF2-40B4-BE49-F238E27FC236}">
                  <a16:creationId xmlns:a16="http://schemas.microsoft.com/office/drawing/2014/main" xmlns="" id="{5D195B1A-89A0-4DE4-A129-ACBAC8D56002}"/>
                </a:ext>
              </a:extLst>
            </p:cNvPr>
            <p:cNvSpPr/>
            <p:nvPr/>
          </p:nvSpPr>
          <p:spPr>
            <a:xfrm>
              <a:off x="6898598" y="3496549"/>
              <a:ext cx="2716512" cy="756000"/>
            </a:xfrm>
            <a:prstGeom prst="downArrowCallou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xmlns="" id="{7125DCCB-33C2-4547-A7D2-9809BB1E822A}"/>
                </a:ext>
              </a:extLst>
            </p:cNvPr>
            <p:cNvSpPr txBox="1"/>
            <p:nvPr/>
          </p:nvSpPr>
          <p:spPr>
            <a:xfrm>
              <a:off x="7068181" y="4758991"/>
              <a:ext cx="2377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6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商品的高附加價值化</a:t>
              </a:r>
              <a:endParaRPr kumimoji="1" lang="en-US" altLang="ja-JP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xmlns="" id="{C78B4BD8-3DBA-4855-BA39-3CED707DA6C4}"/>
                </a:ext>
              </a:extLst>
            </p:cNvPr>
            <p:cNvSpPr txBox="1"/>
            <p:nvPr/>
          </p:nvSpPr>
          <p:spPr>
            <a:xfrm>
              <a:off x="7068182" y="3570451"/>
              <a:ext cx="23773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加工與銷售設施的完善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xmlns="" id="{30B204A6-420F-4A8A-B898-3FE165FED051}"/>
                </a:ext>
              </a:extLst>
            </p:cNvPr>
            <p:cNvSpPr txBox="1"/>
            <p:nvPr/>
          </p:nvSpPr>
          <p:spPr>
            <a:xfrm>
              <a:off x="6774571" y="5941943"/>
              <a:ext cx="29645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品牌與銷售通路的開拓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xmlns="" id="{F05BE327-FEF2-43F5-8420-13A725D8E6C5}"/>
                </a:ext>
              </a:extLst>
            </p:cNvPr>
            <p:cNvSpPr txBox="1"/>
            <p:nvPr/>
          </p:nvSpPr>
          <p:spPr>
            <a:xfrm>
              <a:off x="7343299" y="4257188"/>
              <a:ext cx="182711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融資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xmlns="" id="{A0948E38-F256-4EBE-B79B-73162F76DE64}"/>
                </a:ext>
              </a:extLst>
            </p:cNvPr>
            <p:cNvSpPr txBox="1"/>
            <p:nvPr/>
          </p:nvSpPr>
          <p:spPr>
            <a:xfrm>
              <a:off x="7074754" y="5283400"/>
              <a:ext cx="23773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專家的建議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749373" y="1548328"/>
              <a:ext cx="199705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Wingdings" panose="05000000000000000000" pitchFamily="2" charset="2"/>
                <a:buChar char="l"/>
              </a:pP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農業衰退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indent="-285750" algn="just">
                <a:buFont typeface="Wingdings" panose="05000000000000000000" pitchFamily="2" charset="2"/>
                <a:buChar char="l"/>
              </a:pP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人口減少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indent="-285750" algn="just">
                <a:buFont typeface="Wingdings" panose="05000000000000000000" pitchFamily="2" charset="2"/>
                <a:buChar char="l"/>
              </a:pP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市場縮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減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xmlns="" id="{6EB73454-ACA2-4769-8424-094E6A7549A8}"/>
                </a:ext>
              </a:extLst>
            </p:cNvPr>
            <p:cNvSpPr txBox="1"/>
            <p:nvPr/>
          </p:nvSpPr>
          <p:spPr>
            <a:xfrm>
              <a:off x="749373" y="1173138"/>
              <a:ext cx="19970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現況</a:t>
              </a:r>
              <a:endParaRPr kumimoji="1" lang="en-US" altLang="ja-JP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aphicFrame>
          <p:nvGraphicFramePr>
            <p:cNvPr id="4" name="図表 3">
              <a:extLst>
                <a:ext uri="{FF2B5EF4-FFF2-40B4-BE49-F238E27FC236}">
                  <a16:creationId xmlns:a16="http://schemas.microsoft.com/office/drawing/2014/main" xmlns="" id="{F08F3713-92EE-45A6-92BF-182B7EA3612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777991809"/>
                </p:ext>
              </p:extLst>
            </p:nvPr>
          </p:nvGraphicFramePr>
          <p:xfrm>
            <a:off x="2395594" y="3223031"/>
            <a:ext cx="5114813" cy="340987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xmlns="" id="{4D1FDB16-67D4-4FAA-B885-38C76659A6B1}"/>
                </a:ext>
              </a:extLst>
            </p:cNvPr>
            <p:cNvSpPr txBox="1"/>
            <p:nvPr/>
          </p:nvSpPr>
          <p:spPr>
            <a:xfrm>
              <a:off x="7245351" y="2445148"/>
              <a:ext cx="14191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600" b="1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六次產業化</a:t>
              </a:r>
              <a:endParaRPr kumimoji="1" lang="en-US" altLang="ja-JP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xmlns="" id="{309FF290-E5DF-49A0-90C0-581F2648FC69}"/>
                </a:ext>
              </a:extLst>
            </p:cNvPr>
            <p:cNvSpPr txBox="1"/>
            <p:nvPr/>
          </p:nvSpPr>
          <p:spPr>
            <a:xfrm>
              <a:off x="7159577" y="1548328"/>
              <a:ext cx="19970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750" indent="-285750" algn="just">
                <a:buFont typeface="Wingdings" panose="05000000000000000000" pitchFamily="2" charset="2"/>
                <a:buChar char="l"/>
                <a:defRPr kumimoji="1" sz="1600">
                  <a:latin typeface="+mn-ea"/>
                </a:defRPr>
              </a:lvl1pPr>
            </a:lstStyle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提高所得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創造就業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xmlns="" id="{2DA420E7-02A9-434E-A1EF-B835F9A55D34}"/>
                </a:ext>
              </a:extLst>
            </p:cNvPr>
            <p:cNvSpPr txBox="1"/>
            <p:nvPr/>
          </p:nvSpPr>
          <p:spPr>
            <a:xfrm>
              <a:off x="7159576" y="1173138"/>
              <a:ext cx="1997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目的</a:t>
              </a:r>
              <a:endPara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" name="二等辺三角形 16">
              <a:extLst>
                <a:ext uri="{FF2B5EF4-FFF2-40B4-BE49-F238E27FC236}">
                  <a16:creationId xmlns:a16="http://schemas.microsoft.com/office/drawing/2014/main" xmlns="" id="{C685920A-5DB8-4554-AB15-2D0C2A09F501}"/>
                </a:ext>
              </a:extLst>
            </p:cNvPr>
            <p:cNvSpPr/>
            <p:nvPr/>
          </p:nvSpPr>
          <p:spPr>
            <a:xfrm rot="10800000">
              <a:off x="7806861" y="2163527"/>
              <a:ext cx="288000" cy="218367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xmlns="" id="{BB1B367E-8B2F-4240-9E2B-D6594E313AAD}"/>
                </a:ext>
              </a:extLst>
            </p:cNvPr>
            <p:cNvSpPr/>
            <p:nvPr/>
          </p:nvSpPr>
          <p:spPr>
            <a:xfrm>
              <a:off x="284880" y="3378262"/>
              <a:ext cx="2954121" cy="69437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xmlns="" id="{D7F3D00F-12EF-4DA1-8068-9272AEB0577E}"/>
                </a:ext>
              </a:extLst>
            </p:cNvPr>
            <p:cNvSpPr txBox="1"/>
            <p:nvPr/>
          </p:nvSpPr>
          <p:spPr>
            <a:xfrm>
              <a:off x="312006" y="3449601"/>
              <a:ext cx="28998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利用農林漁業成長</a:t>
              </a:r>
              <a:endParaRPr kumimoji="1"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ctr"/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產業化基金（</a:t>
              </a:r>
              <a:r>
                <a:rPr kumimoji="1" lang="en-US" altLang="ja-JP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A-FIVE</a:t>
              </a: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）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xmlns="" id="{272DD16C-64E6-4CFD-9003-9D8A3ABEAB49}"/>
                </a:ext>
              </a:extLst>
            </p:cNvPr>
            <p:cNvSpPr txBox="1"/>
            <p:nvPr/>
          </p:nvSpPr>
          <p:spPr>
            <a:xfrm>
              <a:off x="441555" y="4181719"/>
              <a:ext cx="264076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285750" indent="-285750" algn="just">
                <a:buFont typeface="Wingdings" panose="05000000000000000000" pitchFamily="2" charset="2"/>
                <a:buChar char="l"/>
                <a:defRPr kumimoji="1">
                  <a:latin typeface="+mn-ea"/>
                </a:defRPr>
              </a:lvl1pPr>
            </a:lstStyle>
            <a:p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資金供給（資金融資）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短距支援（通路支援） 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xmlns="" id="{9E89BC17-2DA7-4BF3-8990-11C2439492D8}"/>
                </a:ext>
              </a:extLst>
            </p:cNvPr>
            <p:cNvSpPr txBox="1"/>
            <p:nvPr/>
          </p:nvSpPr>
          <p:spPr>
            <a:xfrm>
              <a:off x="358503" y="5892901"/>
              <a:ext cx="28068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六次產業化、地產地銷法、農商工等合作促進法的</a:t>
              </a: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認定</a:t>
              </a:r>
              <a:endParaRPr kumimoji="1" lang="en-US" altLang="ja-JP" sz="16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31" name="グラフィックス 30" descr="都市">
              <a:extLst>
                <a:ext uri="{FF2B5EF4-FFF2-40B4-BE49-F238E27FC236}">
                  <a16:creationId xmlns:a16="http://schemas.microsoft.com/office/drawing/2014/main" xmlns="" id="{1CFB3FBA-62F0-4E45-81DC-B5BE970EAB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p:blipFill>
          <p:spPr>
            <a:xfrm>
              <a:off x="1131891" y="4785950"/>
              <a:ext cx="1232010" cy="1232010"/>
            </a:xfrm>
            <a:prstGeom prst="rect">
              <a:avLst/>
            </a:prstGeom>
          </p:spPr>
        </p:pic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xmlns="" id="{CBF181D4-F97A-4288-BE78-0D8744E4AB61}"/>
                </a:ext>
              </a:extLst>
            </p:cNvPr>
            <p:cNvSpPr txBox="1"/>
            <p:nvPr/>
          </p:nvSpPr>
          <p:spPr>
            <a:xfrm>
              <a:off x="3417171" y="1548328"/>
              <a:ext cx="307166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Wingdings" panose="05000000000000000000" pitchFamily="2" charset="2"/>
                <a:buChar char="l"/>
              </a:pP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加工食品的製造與販售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285750" indent="-285750" algn="just">
                <a:buFont typeface="Wingdings" panose="05000000000000000000" pitchFamily="2" charset="2"/>
                <a:buChar char="l"/>
              </a:pP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觀光農園的開設與推廣</a:t>
              </a:r>
              <a:endParaRPr kumimoji="1"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xmlns="" id="{6D6877DC-6C8F-4ECB-AB60-AE5830EF58A9}"/>
                </a:ext>
              </a:extLst>
            </p:cNvPr>
            <p:cNvSpPr txBox="1"/>
            <p:nvPr/>
          </p:nvSpPr>
          <p:spPr>
            <a:xfrm>
              <a:off x="3417169" y="1173138"/>
              <a:ext cx="199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方向性</a:t>
              </a:r>
              <a:endParaRPr kumimoji="1"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xmlns="" id="{9AC5ECB9-A4B9-450D-A05B-E9534A5A06F6}"/>
                </a:ext>
              </a:extLst>
            </p:cNvPr>
            <p:cNvSpPr/>
            <p:nvPr/>
          </p:nvSpPr>
          <p:spPr>
            <a:xfrm>
              <a:off x="3872097" y="2445148"/>
              <a:ext cx="203132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/>
              <a:r>
                <a:rPr kumimoji="1" lang="zh-TW" altLang="en-US" sz="1600" b="1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運用地區資源的</a:t>
              </a:r>
              <a:r>
                <a:rPr kumimoji="1" lang="zh-TW" altLang="en-US" sz="1600" b="1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商業</a:t>
              </a:r>
              <a:endParaRPr kumimoji="1" lang="en-US" altLang="ja-JP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1" name="二等辺三角形 40">
              <a:extLst>
                <a:ext uri="{FF2B5EF4-FFF2-40B4-BE49-F238E27FC236}">
                  <a16:creationId xmlns:a16="http://schemas.microsoft.com/office/drawing/2014/main" xmlns="" id="{B6E6F312-852C-4E2E-B947-54E394F97B4D}"/>
                </a:ext>
              </a:extLst>
            </p:cNvPr>
            <p:cNvSpPr/>
            <p:nvPr/>
          </p:nvSpPr>
          <p:spPr>
            <a:xfrm rot="10800000">
              <a:off x="4743760" y="2163527"/>
              <a:ext cx="288000" cy="218367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576</TotalTime>
  <Words>270</Words>
  <Application>Microsoft Office PowerPoint</Application>
  <PresentationFormat>A4 紙張 (210x297 公釐)</PresentationFormat>
  <Paragraphs>72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11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Times New Roman</vt:lpstr>
      <vt:lpstr>Wingdings</vt:lpstr>
      <vt:lpstr>Office テーマ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55</cp:revision>
  <dcterms:created xsi:type="dcterms:W3CDTF">2017-11-09T07:26:57Z</dcterms:created>
  <dcterms:modified xsi:type="dcterms:W3CDTF">2018-09-22T09:33:22Z</dcterms:modified>
</cp:coreProperties>
</file>