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60" r:id="rId4"/>
    <p:sldId id="259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="" xmlns:a16="http://schemas.microsoft.com/office/drawing/2014/main" id="{3E12293B-AAF0-419F-BE44-FDC72C7BADCF}"/>
              </a:ext>
            </a:extLst>
          </p:cNvPr>
          <p:cNvGrpSpPr/>
          <p:nvPr/>
        </p:nvGrpSpPr>
        <p:grpSpPr>
          <a:xfrm>
            <a:off x="0" y="549000"/>
            <a:ext cx="9906000" cy="5760000"/>
            <a:chOff x="0" y="549000"/>
            <a:chExt cx="9906000" cy="5760000"/>
          </a:xfrm>
        </p:grpSpPr>
        <p:sp>
          <p:nvSpPr>
            <p:cNvPr id="8" name="正方形/長方形 7">
              <a:extLst>
                <a:ext uri="{FF2B5EF4-FFF2-40B4-BE49-F238E27FC236}">
                  <a16:creationId xmlns="" xmlns:a16="http://schemas.microsoft.com/office/drawing/2014/main" id="{05D2A4AF-EF84-4B25-B0FD-1E5DA7F3DB44}"/>
                </a:ext>
              </a:extLst>
            </p:cNvPr>
            <p:cNvSpPr/>
            <p:nvPr/>
          </p:nvSpPr>
          <p:spPr>
            <a:xfrm>
              <a:off x="633000" y="549000"/>
              <a:ext cx="8640000" cy="57600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="" xmlns:a16="http://schemas.microsoft.com/office/drawing/2014/main" id="{77C9969B-3874-4F13-BC0D-EB5633F1C069}"/>
                </a:ext>
              </a:extLst>
            </p:cNvPr>
            <p:cNvSpPr/>
            <p:nvPr/>
          </p:nvSpPr>
          <p:spPr>
            <a:xfrm>
              <a:off x="0" y="1916795"/>
              <a:ext cx="6480000" cy="2520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</a:schemeClr>
                </a:gs>
                <a:gs pos="48000">
                  <a:schemeClr val="accent5"/>
                </a:gs>
                <a:gs pos="100000">
                  <a:schemeClr val="bg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="" xmlns:a16="http://schemas.microsoft.com/office/drawing/2014/main" id="{D7DF1D92-8008-4822-8B0C-9F756C59ACB4}"/>
                </a:ext>
              </a:extLst>
            </p:cNvPr>
            <p:cNvSpPr txBox="1"/>
            <p:nvPr/>
          </p:nvSpPr>
          <p:spPr>
            <a:xfrm>
              <a:off x="813000" y="740151"/>
              <a:ext cx="36891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新的海外旅行企劃書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="" xmlns:a16="http://schemas.microsoft.com/office/drawing/2014/main" id="{5DF56C49-53CB-40E5-B0C2-318BEF11ED61}"/>
                </a:ext>
              </a:extLst>
            </p:cNvPr>
            <p:cNvSpPr txBox="1"/>
            <p:nvPr/>
          </p:nvSpPr>
          <p:spPr>
            <a:xfrm>
              <a:off x="5403805" y="5051782"/>
              <a:ext cx="368919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2018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年</a:t>
              </a:r>
              <a:r>
                <a:rPr kumimoji="1" lang="en-US" altLang="ja-JP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月</a:t>
              </a:r>
              <a:r>
                <a:rPr kumimoji="1" lang="en-US" altLang="ja-JP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12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日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r"/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r"/>
              <a:r>
                <a:rPr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JBS Logistics Service,Inc</a:t>
              </a:r>
              <a:r>
                <a:rPr lang="en-US" altLang="zh-TW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.</a:t>
              </a:r>
              <a:br>
                <a:rPr lang="en-US" altLang="zh-TW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</a:b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商品開發部</a:t>
              </a:r>
              <a:endParaRPr kumimoji="1"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="" xmlns:a16="http://schemas.microsoft.com/office/drawing/2014/main" id="{AD5C3981-2E57-4005-ABE2-423F151E34D4}"/>
                </a:ext>
              </a:extLst>
            </p:cNvPr>
            <p:cNvSpPr/>
            <p:nvPr/>
          </p:nvSpPr>
          <p:spPr>
            <a:xfrm>
              <a:off x="3426000" y="3513958"/>
              <a:ext cx="6480000" cy="2520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</a:schemeClr>
                </a:gs>
                <a:gs pos="48000">
                  <a:schemeClr val="accent5"/>
                </a:gs>
                <a:gs pos="100000">
                  <a:schemeClr val="bg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="" xmlns:a16="http://schemas.microsoft.com/office/drawing/2014/main" id="{89FA3FAC-7586-4C9C-9A01-1280A2DB93C2}"/>
                </a:ext>
              </a:extLst>
            </p:cNvPr>
            <p:cNvSpPr txBox="1"/>
            <p:nvPr/>
          </p:nvSpPr>
          <p:spPr>
            <a:xfrm>
              <a:off x="2254405" y="2302767"/>
              <a:ext cx="5397190" cy="1077218"/>
            </a:xfrm>
            <a:prstGeom prst="rect">
              <a:avLst/>
            </a:prstGeom>
            <a:noFill/>
          </p:spPr>
          <p:txBody>
            <a:bodyPr wrap="square" rtlCol="0">
              <a:prstTxWarp prst="textPlain">
                <a:avLst/>
              </a:prstTxWarp>
              <a:spAutoFit/>
            </a:bodyPr>
            <a:lstStyle/>
            <a:p>
              <a:pPr algn="dist"/>
              <a:r>
                <a:rPr kumimoji="1" lang="zh-TW" altLang="en-US" sz="3200" b="1" smtClean="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旅行者可自由選擇的</a:t>
              </a:r>
              <a:endParaRPr kumimoji="1" lang="en-US" altLang="ja-JP" sz="3200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dist"/>
              <a:r>
                <a:rPr kumimoji="1" lang="zh-TW" altLang="en-US" sz="3200" b="1" smtClean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體驗型</a:t>
              </a:r>
              <a:r>
                <a:rPr kumimoji="1" lang="en-US" altLang="zh-TW" sz="3200" b="1" smtClean="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4</a:t>
              </a:r>
              <a:r>
                <a:rPr kumimoji="1" lang="zh-TW" altLang="en-US" sz="3200" b="1" smtClean="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天</a:t>
              </a:r>
              <a:r>
                <a:rPr kumimoji="1" lang="en-US" altLang="zh-TW" sz="3200" b="1" smtClean="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r>
                <a:rPr kumimoji="1" lang="zh-TW" altLang="en-US" sz="3200" b="1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夜</a:t>
              </a:r>
              <a:r>
                <a:rPr kumimoji="1" lang="zh-TW" altLang="en-US" sz="3200" b="1" smtClean="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旅遊</a:t>
              </a:r>
              <a:endParaRPr kumimoji="1" lang="ja-JP" altLang="en-US" sz="3200" b="1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0660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="" xmlns:a16="http://schemas.microsoft.com/office/drawing/2014/main" id="{ED05AE5C-335D-4A1F-94EE-316223EE3291}"/>
              </a:ext>
            </a:extLst>
          </p:cNvPr>
          <p:cNvGrpSpPr/>
          <p:nvPr/>
        </p:nvGrpSpPr>
        <p:grpSpPr>
          <a:xfrm>
            <a:off x="633000" y="549000"/>
            <a:ext cx="8640000" cy="5760000"/>
            <a:chOff x="633000" y="549000"/>
            <a:chExt cx="8640000" cy="5760000"/>
          </a:xfrm>
        </p:grpSpPr>
        <p:sp>
          <p:nvSpPr>
            <p:cNvPr id="8" name="正方形/長方形 7">
              <a:extLst>
                <a:ext uri="{FF2B5EF4-FFF2-40B4-BE49-F238E27FC236}">
                  <a16:creationId xmlns="" xmlns:a16="http://schemas.microsoft.com/office/drawing/2014/main" id="{05D2A4AF-EF84-4B25-B0FD-1E5DA7F3DB44}"/>
                </a:ext>
              </a:extLst>
            </p:cNvPr>
            <p:cNvSpPr/>
            <p:nvPr/>
          </p:nvSpPr>
          <p:spPr>
            <a:xfrm>
              <a:off x="633000" y="549000"/>
              <a:ext cx="8640000" cy="57600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="" xmlns:a16="http://schemas.microsoft.com/office/drawing/2014/main" id="{D7DF1D92-8008-4822-8B0C-9F756C59ACB4}"/>
                </a:ext>
              </a:extLst>
            </p:cNvPr>
            <p:cNvSpPr txBox="1"/>
            <p:nvPr/>
          </p:nvSpPr>
          <p:spPr>
            <a:xfrm>
              <a:off x="1319561" y="2381006"/>
              <a:ext cx="726687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4000" b="1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新的海外旅行企劃書</a:t>
              </a:r>
              <a:endParaRPr kumimoji="1" lang="ja-JP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="" xmlns:a16="http://schemas.microsoft.com/office/drawing/2014/main" id="{5DF56C49-53CB-40E5-B0C2-318BEF11ED61}"/>
                </a:ext>
              </a:extLst>
            </p:cNvPr>
            <p:cNvSpPr txBox="1"/>
            <p:nvPr/>
          </p:nvSpPr>
          <p:spPr>
            <a:xfrm>
              <a:off x="5403805" y="5051782"/>
              <a:ext cx="368919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2018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年</a:t>
              </a:r>
              <a:r>
                <a:rPr kumimoji="1" lang="en-US" altLang="ja-JP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月</a:t>
              </a:r>
              <a:r>
                <a:rPr kumimoji="1" lang="en-US" altLang="ja-JP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12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日</a:t>
              </a:r>
              <a:endParaRPr kumimoji="1" lang="en-US" altLang="ja-JP" sz="16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r"/>
              <a:endParaRPr kumimoji="1" lang="en-US" altLang="ja-JP" sz="16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r"/>
              <a:r>
                <a:rPr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JBS Logistics Service,Inc.</a:t>
              </a:r>
              <a:br>
                <a:rPr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</a:br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商品開發部</a:t>
              </a:r>
              <a:endParaRPr kumimoji="1"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="" xmlns:a16="http://schemas.microsoft.com/office/drawing/2014/main" id="{61E4F824-10CA-4977-931F-CB3B09CF4FAC}"/>
              </a:ext>
            </a:extLst>
          </p:cNvPr>
          <p:cNvGrpSpPr/>
          <p:nvPr/>
        </p:nvGrpSpPr>
        <p:grpSpPr>
          <a:xfrm>
            <a:off x="633000" y="549000"/>
            <a:ext cx="8640000" cy="5760000"/>
            <a:chOff x="633000" y="549000"/>
            <a:chExt cx="8640000" cy="5760000"/>
          </a:xfrm>
        </p:grpSpPr>
        <p:sp>
          <p:nvSpPr>
            <p:cNvPr id="10" name="正方形/長方形 9">
              <a:extLst>
                <a:ext uri="{FF2B5EF4-FFF2-40B4-BE49-F238E27FC236}">
                  <a16:creationId xmlns="" xmlns:a16="http://schemas.microsoft.com/office/drawing/2014/main" id="{AD5C3981-2E57-4005-ABE2-423F151E34D4}"/>
                </a:ext>
              </a:extLst>
            </p:cNvPr>
            <p:cNvSpPr/>
            <p:nvPr/>
          </p:nvSpPr>
          <p:spPr>
            <a:xfrm flipH="1">
              <a:off x="1893000" y="2096131"/>
              <a:ext cx="6120000" cy="936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="" xmlns:a16="http://schemas.microsoft.com/office/drawing/2014/main" id="{05D2A4AF-EF84-4B25-B0FD-1E5DA7F3DB44}"/>
                </a:ext>
              </a:extLst>
            </p:cNvPr>
            <p:cNvSpPr/>
            <p:nvPr/>
          </p:nvSpPr>
          <p:spPr>
            <a:xfrm>
              <a:off x="633000" y="549000"/>
              <a:ext cx="8640000" cy="57600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="" xmlns:a16="http://schemas.microsoft.com/office/drawing/2014/main" id="{D7DF1D92-8008-4822-8B0C-9F756C59ACB4}"/>
                </a:ext>
              </a:extLst>
            </p:cNvPr>
            <p:cNvSpPr txBox="1"/>
            <p:nvPr/>
          </p:nvSpPr>
          <p:spPr>
            <a:xfrm>
              <a:off x="3108403" y="1597021"/>
              <a:ext cx="36891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新的海外旅行企劃書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="" xmlns:a16="http://schemas.microsoft.com/office/drawing/2014/main" id="{5DF56C49-53CB-40E5-B0C2-318BEF11ED61}"/>
                </a:ext>
              </a:extLst>
            </p:cNvPr>
            <p:cNvSpPr txBox="1"/>
            <p:nvPr/>
          </p:nvSpPr>
          <p:spPr>
            <a:xfrm>
              <a:off x="3108403" y="5051782"/>
              <a:ext cx="368919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2018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年</a:t>
              </a:r>
              <a:r>
                <a:rPr kumimoji="1" lang="en-US" altLang="ja-JP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月</a:t>
              </a:r>
              <a:r>
                <a:rPr kumimoji="1" lang="en-US" altLang="ja-JP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12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日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ctr"/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JBS Logistics Service,Inc.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ctr"/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商品開發部</a:t>
              </a:r>
              <a:endParaRPr kumimoji="1"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="" xmlns:a16="http://schemas.microsoft.com/office/drawing/2014/main" id="{89FA3FAC-7586-4C9C-9A01-1280A2DB93C2}"/>
                </a:ext>
              </a:extLst>
            </p:cNvPr>
            <p:cNvSpPr txBox="1"/>
            <p:nvPr/>
          </p:nvSpPr>
          <p:spPr>
            <a:xfrm>
              <a:off x="2174488" y="2294131"/>
              <a:ext cx="5586512" cy="540000"/>
            </a:xfrm>
            <a:prstGeom prst="rect">
              <a:avLst/>
            </a:prstGeom>
            <a:noFill/>
          </p:spPr>
          <p:txBody>
            <a:bodyPr wrap="square" rtlCol="0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kumimoji="1" lang="zh-TW" altLang="en-US" sz="32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難忘的體驗之旅</a:t>
              </a:r>
              <a:endParaRPr kumimoji="1" lang="ja-JP" altLang="en-US" sz="3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5481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="" xmlns:a16="http://schemas.microsoft.com/office/drawing/2014/main" id="{8EB91643-E4E0-4F5B-8D52-822F20577039}"/>
              </a:ext>
            </a:extLst>
          </p:cNvPr>
          <p:cNvGrpSpPr/>
          <p:nvPr/>
        </p:nvGrpSpPr>
        <p:grpSpPr>
          <a:xfrm>
            <a:off x="633000" y="560151"/>
            <a:ext cx="8640000" cy="6099718"/>
            <a:chOff x="633000" y="560151"/>
            <a:chExt cx="8640000" cy="6099718"/>
          </a:xfrm>
        </p:grpSpPr>
        <p:sp>
          <p:nvSpPr>
            <p:cNvPr id="10" name="正方形/長方形 9">
              <a:extLst>
                <a:ext uri="{FF2B5EF4-FFF2-40B4-BE49-F238E27FC236}">
                  <a16:creationId xmlns="" xmlns:a16="http://schemas.microsoft.com/office/drawing/2014/main" id="{AD5C3981-2E57-4005-ABE2-423F151E34D4}"/>
                </a:ext>
              </a:extLst>
            </p:cNvPr>
            <p:cNvSpPr/>
            <p:nvPr/>
          </p:nvSpPr>
          <p:spPr>
            <a:xfrm flipH="1">
              <a:off x="633000" y="922860"/>
              <a:ext cx="8640000" cy="107217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="" xmlns:a16="http://schemas.microsoft.com/office/drawing/2014/main" id="{D7DF1D92-8008-4822-8B0C-9F756C59ACB4}"/>
                </a:ext>
              </a:extLst>
            </p:cNvPr>
            <p:cNvSpPr txBox="1"/>
            <p:nvPr/>
          </p:nvSpPr>
          <p:spPr>
            <a:xfrm>
              <a:off x="3108403" y="560151"/>
              <a:ext cx="36891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新的海外旅行企劃</a:t>
              </a:r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書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="" xmlns:a16="http://schemas.microsoft.com/office/drawing/2014/main" id="{89FA3FAC-7586-4C9C-9A01-1280A2DB93C2}"/>
                </a:ext>
              </a:extLst>
            </p:cNvPr>
            <p:cNvSpPr txBox="1"/>
            <p:nvPr/>
          </p:nvSpPr>
          <p:spPr>
            <a:xfrm>
              <a:off x="1845588" y="1188949"/>
              <a:ext cx="6244312" cy="540000"/>
            </a:xfrm>
            <a:prstGeom prst="rect">
              <a:avLst/>
            </a:prstGeom>
            <a:noFill/>
          </p:spPr>
          <p:txBody>
            <a:bodyPr wrap="square" rtlCol="0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kumimoji="1" lang="zh-TW" altLang="en-US" sz="32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難忘的體驗之旅</a:t>
              </a: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="" xmlns:a16="http://schemas.microsoft.com/office/drawing/2014/main" id="{5DF56C49-53CB-40E5-B0C2-318BEF11ED61}"/>
                </a:ext>
              </a:extLst>
            </p:cNvPr>
            <p:cNvSpPr txBox="1"/>
            <p:nvPr/>
          </p:nvSpPr>
          <p:spPr>
            <a:xfrm>
              <a:off x="6613602" y="5354893"/>
              <a:ext cx="2659398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2018</a:t>
              </a:r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年</a:t>
              </a:r>
              <a:r>
                <a:rPr kumimoji="1" lang="en-US" altLang="ja-JP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月</a:t>
              </a:r>
              <a:r>
                <a:rPr kumimoji="1" lang="en-US" altLang="ja-JP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12</a:t>
              </a:r>
              <a:r>
                <a:rPr kumimoji="1"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日</a:t>
              </a:r>
              <a:endPara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r"/>
              <a:endPara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r"/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JBS Logistics Service,Inc.</a:t>
              </a:r>
              <a:endPara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r"/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商品開發部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pic>
          <p:nvPicPr>
            <p:cNvPr id="3" name="図 2">
              <a:extLst>
                <a:ext uri="{FF2B5EF4-FFF2-40B4-BE49-F238E27FC236}">
                  <a16:creationId xmlns="" xmlns:a16="http://schemas.microsoft.com/office/drawing/2014/main" id="{5E6C80BD-BA27-4A73-ACF1-4D0F32B457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974" b="76642" l="20125" r="83750">
                          <a14:foregroundMark x1="24250" y1="37242" x2="24250" y2="37242"/>
                          <a14:foregroundMark x1="24000" y1="29268" x2="24000" y2="29268"/>
                          <a14:foregroundMark x1="50500" y1="34615" x2="50500" y2="34615"/>
                          <a14:foregroundMark x1="68188" y1="34615" x2="68188" y2="34615"/>
                          <a14:foregroundMark x1="39188" y1="15760" x2="39188" y2="15760"/>
                          <a14:foregroundMark x1="38625" y1="17542" x2="38625" y2="17542"/>
                          <a14:foregroundMark x1="67063" y1="55441" x2="67063" y2="55441"/>
                          <a14:foregroundMark x1="47375" y1="55253" x2="47375" y2="55253"/>
                          <a14:foregroundMark x1="75625" y1="28049" x2="75625" y2="28049"/>
                          <a14:foregroundMark x1="75063" y1="28705" x2="75063" y2="28705"/>
                          <a14:foregroundMark x1="73625" y1="29925" x2="73625" y2="29925"/>
                          <a14:foregroundMark x1="44438" y1="22702" x2="44438" y2="22702"/>
                          <a14:foregroundMark x1="52375" y1="26266" x2="52375" y2="26266"/>
                          <a14:foregroundMark x1="46438" y1="34803" x2="46438" y2="34803"/>
                          <a14:foregroundMark x1="46438" y1="34803" x2="46438" y2="34803"/>
                          <a14:foregroundMark x1="48813" y1="45497" x2="48813" y2="45497"/>
                          <a14:foregroundMark x1="46313" y1="49437" x2="46313" y2="49437"/>
                          <a14:foregroundMark x1="65938" y1="46529" x2="65938" y2="46529"/>
                          <a14:foregroundMark x1="50000" y1="43527" x2="50000" y2="43527"/>
                          <a14:foregroundMark x1="46188" y1="45310" x2="46188" y2="45310"/>
                          <a14:foregroundMark x1="46438" y1="41557" x2="46438" y2="41557"/>
                          <a14:foregroundMark x1="45875" y1="39962" x2="45875" y2="39962"/>
                          <a14:foregroundMark x1="45000" y1="33396" x2="45000" y2="33396"/>
                          <a14:foregroundMark x1="45000" y1="31051" x2="45000" y2="31051"/>
                          <a14:foregroundMark x1="44188" y1="25516" x2="44188" y2="25516"/>
                          <a14:foregroundMark x1="44188" y1="27486" x2="44188" y2="27486"/>
                          <a14:foregroundMark x1="62438" y1="48124" x2="62438" y2="48124"/>
                          <a14:foregroundMark x1="63313" y1="48311" x2="63313" y2="48311"/>
                          <a14:foregroundMark x1="68375" y1="52064" x2="68375" y2="52064"/>
                          <a14:foregroundMark x1="76250" y1="25516" x2="76250" y2="25516"/>
                          <a14:foregroundMark x1="53938" y1="38649" x2="53938" y2="38649"/>
                          <a14:foregroundMark x1="46375" y1="36773" x2="46375" y2="36773"/>
                          <a14:foregroundMark x1="44563" y1="31989" x2="44563" y2="31989"/>
                          <a14:foregroundMark x1="74313" y1="29925" x2="74313" y2="29925"/>
                          <a14:foregroundMark x1="73438" y1="31801" x2="73438" y2="31801"/>
                          <a14:foregroundMark x1="78625" y1="21951" x2="78625" y2="21951"/>
                          <a14:foregroundMark x1="78375" y1="21670" x2="78375" y2="21670"/>
                          <a14:foregroundMark x1="68875" y1="57880" x2="68875" y2="57880"/>
                          <a14:foregroundMark x1="53688" y1="37336" x2="53688" y2="37336"/>
                          <a14:foregroundMark x1="52938" y1="30863" x2="52938" y2="30863"/>
                          <a14:foregroundMark x1="53063" y1="31989" x2="53063" y2="31989"/>
                          <a14:foregroundMark x1="54500" y1="34240" x2="54500" y2="34240"/>
                          <a14:foregroundMark x1="54625" y1="35553" x2="54625" y2="35553"/>
                          <a14:foregroundMark x1="51313" y1="59193" x2="51313" y2="59193"/>
                          <a14:foregroundMark x1="20750" y1="26735" x2="20750" y2="26735"/>
                          <a14:foregroundMark x1="66438" y1="45028" x2="66438" y2="45028"/>
                          <a14:foregroundMark x1="67188" y1="45310" x2="67188" y2="45310"/>
                          <a14:foregroundMark x1="28250" y1="51220" x2="28250" y2="51220"/>
                          <a14:foregroundMark x1="28125" y1="52533" x2="28125" y2="52533"/>
                          <a14:foregroundMark x1="27625" y1="53377" x2="27625" y2="53377"/>
                          <a14:foregroundMark x1="28438" y1="47749" x2="28438" y2="47749"/>
                          <a14:foregroundMark x1="27437" y1="54315" x2="27437" y2="54315"/>
                          <a14:foregroundMark x1="27063" y1="55159" x2="27063" y2="55159"/>
                          <a14:foregroundMark x1="28250" y1="47655" x2="28250" y2="47655"/>
                          <a14:foregroundMark x1="24563" y1="25235" x2="24563" y2="25235"/>
                          <a14:foregroundMark x1="23000" y1="25891" x2="23000" y2="25891"/>
                          <a14:foregroundMark x1="22875" y1="25047" x2="22875" y2="25047"/>
                          <a14:foregroundMark x1="22125" y1="24109" x2="22125" y2="24109"/>
                          <a14:foregroundMark x1="22188" y1="25235" x2="22188" y2="25235"/>
                          <a14:foregroundMark x1="20438" y1="23077" x2="20438" y2="23077"/>
                          <a14:foregroundMark x1="65438" y1="57692" x2="65438" y2="57692"/>
                          <a14:foregroundMark x1="64625" y1="60694" x2="64625" y2="60694"/>
                          <a14:foregroundMark x1="25000" y1="26266" x2="25000" y2="26079"/>
                          <a14:foregroundMark x1="26063" y1="25047" x2="26063" y2="25047"/>
                          <a14:foregroundMark x1="25063" y1="24109" x2="25063" y2="24109"/>
                          <a14:foregroundMark x1="24063" y1="23734" x2="24063" y2="23734"/>
                          <a14:foregroundMark x1="21313" y1="22326" x2="21313" y2="22326"/>
                          <a14:foregroundMark x1="40500" y1="9568" x2="40500" y2="9568"/>
                          <a14:foregroundMark x1="47813" y1="43433" x2="47813" y2="43433"/>
                          <a14:foregroundMark x1="47313" y1="44465" x2="47313" y2="44465"/>
                          <a14:foregroundMark x1="45625" y1="42589" x2="45625" y2="42589"/>
                          <a14:foregroundMark x1="45563" y1="42871" x2="45563" y2="42871"/>
                          <a14:foregroundMark x1="46250" y1="38743" x2="46250" y2="38743"/>
                          <a14:foregroundMark x1="45563" y1="35835" x2="45563" y2="35835"/>
                          <a14:foregroundMark x1="45250" y1="33490" x2="45250" y2="33490"/>
                          <a14:foregroundMark x1="45063" y1="30582" x2="45063" y2="30582"/>
                          <a14:foregroundMark x1="45125" y1="29925" x2="45125" y2="29925"/>
                          <a14:foregroundMark x1="45375" y1="29081" x2="45375" y2="29081"/>
                          <a14:foregroundMark x1="66250" y1="56473" x2="66250" y2="56473"/>
                          <a14:foregroundMark x1="46250" y1="31144" x2="46250" y2="31144"/>
                          <a14:foregroundMark x1="45875" y1="30394" x2="45875" y2="30394"/>
                          <a14:foregroundMark x1="55937" y1="17730" x2="55937" y2="17730"/>
                          <a14:foregroundMark x1="53438" y1="19137" x2="53438" y2="19137"/>
                          <a14:foregroundMark x1="55125" y1="21201" x2="55125" y2="21201"/>
                          <a14:foregroundMark x1="55750" y1="21201" x2="55750" y2="21201"/>
                          <a14:foregroundMark x1="56125" y1="20919" x2="56125" y2="20919"/>
                          <a14:foregroundMark x1="56938" y1="18199" x2="56938" y2="18199"/>
                          <a14:foregroundMark x1="56938" y1="16698" x2="56938" y2="16698"/>
                          <a14:foregroundMark x1="55563" y1="16417" x2="55563" y2="16417"/>
                          <a14:foregroundMark x1="56625" y1="15572" x2="56625" y2="15572"/>
                          <a14:foregroundMark x1="56813" y1="14822" x2="56813" y2="14822"/>
                          <a14:foregroundMark x1="20438" y1="21670" x2="20438" y2="21670"/>
                          <a14:foregroundMark x1="65313" y1="55347" x2="65313" y2="55347"/>
                          <a14:foregroundMark x1="79250" y1="22702" x2="79250" y2="22702"/>
                          <a14:foregroundMark x1="79375" y1="22983" x2="79375" y2="22983"/>
                          <a14:foregroundMark x1="44188" y1="32739" x2="44188" y2="32739"/>
                          <a14:foregroundMark x1="79250" y1="22702" x2="79250" y2="22702"/>
                          <a14:foregroundMark x1="55125" y1="21013" x2="55125" y2="21013"/>
                          <a14:foregroundMark x1="53938" y1="21764" x2="53938" y2="21764"/>
                          <a14:foregroundMark x1="40313" y1="7974" x2="40313" y2="7974"/>
                          <a14:foregroundMark x1="45438" y1="18199" x2="45438" y2="18199"/>
                          <a14:foregroundMark x1="45375" y1="17167" x2="45375" y2="17167"/>
                          <a14:foregroundMark x1="44938" y1="19512" x2="44938" y2="19512"/>
                          <a14:foregroundMark x1="41313" y1="9475" x2="41313" y2="9475"/>
                          <a14:foregroundMark x1="51500" y1="24015" x2="51500" y2="24015"/>
                          <a14:foregroundMark x1="51375" y1="24296" x2="51375" y2="24296"/>
                          <a14:foregroundMark x1="51313" y1="24015" x2="51313" y2="24015"/>
                          <a14:foregroundMark x1="81063" y1="21295" x2="81063" y2="21295"/>
                          <a14:foregroundMark x1="83750" y1="19981" x2="83750" y2="19981"/>
                          <a14:foregroundMark x1="72938" y1="32927" x2="72938" y2="32927"/>
                          <a14:foregroundMark x1="82625" y1="18199" x2="82625" y2="18199"/>
                          <a14:foregroundMark x1="82625" y1="18199" x2="82625" y2="18199"/>
                          <a14:foregroundMark x1="82438" y1="23452" x2="82438" y2="23452"/>
                          <a14:foregroundMark x1="37188" y1="37523" x2="37188" y2="37523"/>
                          <a14:foregroundMark x1="25563" y1="27111" x2="25563" y2="27111"/>
                          <a14:foregroundMark x1="21625" y1="27205" x2="21625" y2="27205"/>
                          <a14:foregroundMark x1="20125" y1="24953" x2="20125" y2="24953"/>
                          <a14:foregroundMark x1="21000" y1="21013" x2="21000" y2="21013"/>
                          <a14:foregroundMark x1="21188" y1="20263" x2="21188" y2="20263"/>
                          <a14:foregroundMark x1="20125" y1="21013" x2="20125" y2="21013"/>
                          <a14:foregroundMark x1="20625" y1="20263" x2="20625" y2="20263"/>
                          <a14:foregroundMark x1="26563" y1="32176" x2="26563" y2="32176"/>
                          <a14:foregroundMark x1="50438" y1="66510" x2="50438" y2="66510"/>
                          <a14:foregroundMark x1="82625" y1="22139" x2="82625" y2="22139"/>
                          <a14:foregroundMark x1="55625" y1="15291" x2="53375" y2="19137"/>
                          <a14:foregroundMark x1="39938" y1="8068" x2="39938" y2="8068"/>
                          <a14:backgroundMark x1="35500" y1="29737" x2="35938" y2="29081"/>
                          <a14:backgroundMark x1="36563" y1="27298" x2="36563" y2="27298"/>
                          <a14:backgroundMark x1="36938" y1="25047" x2="36938" y2="25047"/>
                          <a14:backgroundMark x1="36063" y1="19887" x2="36063" y2="19887"/>
                          <a14:backgroundMark x1="32563" y1="56379" x2="32563" y2="5637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529" t="2429" r="13549" b="14896"/>
            <a:stretch/>
          </p:blipFill>
          <p:spPr>
            <a:xfrm>
              <a:off x="1392044" y="1827569"/>
              <a:ext cx="5958658" cy="4832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4730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472</TotalTime>
  <Words>93</Words>
  <Application>Microsoft Office PowerPoint</Application>
  <PresentationFormat>A4 紙張 (210x297 公釐)</PresentationFormat>
  <Paragraphs>22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3" baseType="lpstr">
      <vt:lpstr>メイリオ</vt:lpstr>
      <vt:lpstr>游ゴシック</vt:lpstr>
      <vt:lpstr>游ゴシック Light</vt:lpstr>
      <vt:lpstr>微軟正黑體</vt:lpstr>
      <vt:lpstr>Arial</vt:lpstr>
      <vt:lpstr>Calibri</vt:lpstr>
      <vt:lpstr>Calibri Light</vt:lpstr>
      <vt:lpstr>Times New Roman</vt:lpstr>
      <vt:lpstr>Office テーマ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47</cp:revision>
  <dcterms:created xsi:type="dcterms:W3CDTF">2017-11-09T07:26:57Z</dcterms:created>
  <dcterms:modified xsi:type="dcterms:W3CDTF">2018-09-22T09:31:19Z</dcterms:modified>
</cp:coreProperties>
</file>