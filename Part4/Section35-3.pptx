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2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696178" y="1169931"/>
            <a:ext cx="5216071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850" y="533401"/>
            <a:ext cx="6667606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850" y="3843868"/>
            <a:ext cx="5367104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31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851" y="533400"/>
            <a:ext cx="7101106" cy="376767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8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981200"/>
            <a:ext cx="6936007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1" y="4487334"/>
            <a:ext cx="6936006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61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77851" y="533401"/>
            <a:ext cx="4279131" cy="3767667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5050892" y="533400"/>
            <a:ext cx="4277258" cy="37592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35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501" y="533400"/>
            <a:ext cx="4026605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849" y="1143001"/>
            <a:ext cx="4274256" cy="3158067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59601" y="566738"/>
            <a:ext cx="407772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0893" y="1143000"/>
            <a:ext cx="4286430" cy="3149600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82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376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0223" y="533400"/>
            <a:ext cx="34671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850" y="533400"/>
            <a:ext cx="4808651" cy="54864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0223" y="2209803"/>
            <a:ext cx="34671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19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0450" y="1447800"/>
            <a:ext cx="3860196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25500" y="914400"/>
            <a:ext cx="3554389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70696" y="2743200"/>
            <a:ext cx="3861242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7850" y="6172201"/>
            <a:ext cx="6296034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71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77850" y="533400"/>
            <a:ext cx="87503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825502" y="3843867"/>
            <a:ext cx="78881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26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33400"/>
            <a:ext cx="87503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4114800"/>
            <a:ext cx="6915515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67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640" y="533400"/>
            <a:ext cx="743143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55701" y="3429000"/>
            <a:ext cx="6936006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1" y="4301070"/>
            <a:ext cx="6914224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7651" y="710624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551" y="2768601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3674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3429000"/>
            <a:ext cx="6914224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5132981"/>
            <a:ext cx="6915515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510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641" y="533400"/>
            <a:ext cx="7431435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77851" y="3886200"/>
            <a:ext cx="6914224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4953000"/>
            <a:ext cx="6914223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7651" y="710624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551" y="2768601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2795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33400"/>
            <a:ext cx="8152796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77851" y="3928534"/>
            <a:ext cx="6914224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4766736"/>
            <a:ext cx="6914223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641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7851" y="533401"/>
            <a:ext cx="7101106" cy="376767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315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3606" y="533400"/>
            <a:ext cx="221454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7850" y="533400"/>
            <a:ext cx="6337513" cy="54864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72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226565" y="3894668"/>
            <a:ext cx="2676327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7851" y="4495800"/>
            <a:ext cx="7101106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1" y="533401"/>
            <a:ext cx="7101106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9432" y="6172204"/>
            <a:ext cx="130050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7850" y="6172201"/>
            <a:ext cx="629603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2295" y="5578479"/>
            <a:ext cx="928316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5273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7787F66A-F5BB-4F08-B069-93176AEF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>
                <a:latin typeface="+mn-ea"/>
                <a:ea typeface="+mn-ea"/>
              </a:rPr>
              <a:t>零過剩庫存的</a:t>
            </a:r>
            <a:r>
              <a:rPr lang="zh-TW" altLang="en-US" sz="4400">
                <a:latin typeface="+mn-ea"/>
                <a:ea typeface="+mn-ea"/>
              </a:rPr>
              <a:t>經營</a:t>
            </a:r>
            <a:r>
              <a:rPr lang="zh-TW" altLang="en-US" sz="4400" smtClean="0">
                <a:latin typeface="+mn-ea"/>
                <a:ea typeface="+mn-ea"/>
              </a:rPr>
              <a:t>戰略</a:t>
            </a:r>
            <a:endParaRPr kumimoji="1" lang="ja-JP" altLang="en-US" sz="4400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xmlns="" id="{846375F9-0F69-41A9-9B62-A89E3F534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+mn-ea"/>
              </a:rPr>
              <a:t>低成本營運和建立機制</a:t>
            </a:r>
            <a:endParaRPr lang="ja-JP" altLang="en-US" dirty="0">
              <a:latin typeface="+mn-ea"/>
            </a:endParaRPr>
          </a:p>
          <a:p>
            <a:r>
              <a:rPr lang="zh-TW" altLang="en-US">
                <a:latin typeface="+mn-ea"/>
              </a:rPr>
              <a:t>庫存控制的不徹底</a:t>
            </a:r>
            <a:endParaRPr lang="ja-JP" altLang="en-US" dirty="0">
              <a:latin typeface="+mn-ea"/>
            </a:endParaRPr>
          </a:p>
          <a:p>
            <a:r>
              <a:rPr lang="zh-TW" altLang="en-US">
                <a:latin typeface="+mn-ea"/>
              </a:rPr>
              <a:t>廢棄未售完的商品</a:t>
            </a:r>
            <a:endParaRPr kumimoji="1" lang="ja-JP" altLang="en-US" dirty="0"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xmlns="" id="{5210327E-CE5E-47AA-88B8-3BAF22927D77}"/>
              </a:ext>
            </a:extLst>
          </p:cNvPr>
          <p:cNvSpPr txBox="1"/>
          <p:nvPr/>
        </p:nvSpPr>
        <p:spPr>
          <a:xfrm>
            <a:off x="5848569" y="527965"/>
            <a:ext cx="3660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TW" altLang="en-US" sz="1400">
                <a:latin typeface="+mn-ea"/>
              </a:rPr>
              <a:t>村山時裝中心</a:t>
            </a:r>
            <a:endParaRPr kumimoji="1" lang="ja-JP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2744496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157</TotalTime>
  <Words>25</Words>
  <Application>Microsoft Office PowerPoint</Application>
  <PresentationFormat>A4 紙張 (210x297 公釐)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メイリオ</vt:lpstr>
      <vt:lpstr>微軟正黑體</vt:lpstr>
      <vt:lpstr>Century Gothic</vt:lpstr>
      <vt:lpstr>Wingdings 3</vt:lpstr>
      <vt:lpstr>スライス</vt:lpstr>
      <vt:lpstr>零過剩庫存的經營戰略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18</cp:revision>
  <dcterms:created xsi:type="dcterms:W3CDTF">2017-11-09T07:26:57Z</dcterms:created>
  <dcterms:modified xsi:type="dcterms:W3CDTF">2018-09-23T18:29:02Z</dcterms:modified>
</cp:coreProperties>
</file>