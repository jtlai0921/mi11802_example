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BF2D5120-006C-4B55-AF98-0D294AA1F79D}"/>
              </a:ext>
            </a:extLst>
          </p:cNvPr>
          <p:cNvGrpSpPr/>
          <p:nvPr/>
        </p:nvGrpSpPr>
        <p:grpSpPr>
          <a:xfrm>
            <a:off x="364918" y="652630"/>
            <a:ext cx="9176164" cy="5745987"/>
            <a:chOff x="364918" y="652630"/>
            <a:chExt cx="9176164" cy="5745987"/>
          </a:xfrm>
        </p:grpSpPr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xmlns="" id="{1BC8D268-FFB0-4D61-95AA-944210EBD030}"/>
                </a:ext>
              </a:extLst>
            </p:cNvPr>
            <p:cNvGrpSpPr/>
            <p:nvPr/>
          </p:nvGrpSpPr>
          <p:grpSpPr>
            <a:xfrm>
              <a:off x="364918" y="1886739"/>
              <a:ext cx="9176164" cy="4511878"/>
              <a:chOff x="398372" y="1829894"/>
              <a:chExt cx="9176164" cy="4511878"/>
            </a:xfrm>
          </p:grpSpPr>
          <p:pic>
            <p:nvPicPr>
              <p:cNvPr id="17" name="図 16" descr="建物, 屋外, 道, 空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xmlns="" id="{4F482FEA-EE47-4342-9790-C14428AF1B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0" r="-1" b="-1"/>
              <a:stretch/>
            </p:blipFill>
            <p:spPr>
              <a:xfrm>
                <a:off x="7397859" y="4901772"/>
                <a:ext cx="2176675" cy="1440000"/>
              </a:xfrm>
              <a:prstGeom prst="rect">
                <a:avLst/>
              </a:prstGeom>
            </p:spPr>
          </p:pic>
          <p:pic>
            <p:nvPicPr>
              <p:cNvPr id="25" name="図 24" descr="空, 建物, 屋外, 古い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xmlns="" id="{F8E5A141-BB76-4877-BD9D-4CEC4DEE3C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0" r="-1" b="-1"/>
              <a:stretch/>
            </p:blipFill>
            <p:spPr>
              <a:xfrm>
                <a:off x="7397861" y="1829894"/>
                <a:ext cx="2176675" cy="1440000"/>
              </a:xfrm>
              <a:prstGeom prst="rect">
                <a:avLst/>
              </a:prstGeom>
            </p:spPr>
          </p:pic>
          <p:pic>
            <p:nvPicPr>
              <p:cNvPr id="15" name="図 14" descr="木, 水, 草, 屋外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xmlns="" id="{0C7AC5DF-0971-4679-822D-7EE4099F0D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79" r="-1" b="874"/>
              <a:stretch/>
            </p:blipFill>
            <p:spPr>
              <a:xfrm>
                <a:off x="398372" y="1829894"/>
                <a:ext cx="6891878" cy="4511878"/>
              </a:xfrm>
              <a:prstGeom prst="rect">
                <a:avLst/>
              </a:prstGeom>
            </p:spPr>
          </p:pic>
          <p:pic>
            <p:nvPicPr>
              <p:cNvPr id="21" name="図 20" descr="建物, 屋外, 空, 通り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xmlns="" id="{0C177204-4DD3-4774-AE25-50FDF43802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44" t="2289" r="-3" b="-1"/>
              <a:stretch/>
            </p:blipFill>
            <p:spPr>
              <a:xfrm>
                <a:off x="7397860" y="3365833"/>
                <a:ext cx="2176675" cy="1440000"/>
              </a:xfrm>
              <a:prstGeom prst="rect">
                <a:avLst/>
              </a:prstGeom>
            </p:spPr>
          </p:pic>
        </p:grp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xmlns="" id="{951166CE-9270-4490-9B4C-2D688BAF404F}"/>
                </a:ext>
              </a:extLst>
            </p:cNvPr>
            <p:cNvSpPr txBox="1"/>
            <p:nvPr/>
          </p:nvSpPr>
          <p:spPr>
            <a:xfrm>
              <a:off x="696807" y="652630"/>
              <a:ext cx="6228100" cy="836341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kumimoji="1" lang="zh-TW" altLang="en-US" sz="3600" b="1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在英國</a:t>
              </a:r>
              <a:r>
                <a:rPr kumimoji="1" lang="zh-TW" altLang="en-US" sz="3600" b="1" spc="-150" smtClean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創業</a:t>
              </a:r>
              <a:r>
                <a:rPr kumimoji="1" lang="zh-TW" altLang="en-US" sz="3600" b="1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的優點</a:t>
              </a:r>
              <a:endParaRPr kumimoji="1" lang="ja-JP" altLang="en-US" sz="3600" b="1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xmlns="" id="{7399159C-F55E-4D04-B05F-38B8DF794229}"/>
                </a:ext>
              </a:extLst>
            </p:cNvPr>
            <p:cNvSpPr txBox="1"/>
            <p:nvPr/>
          </p:nvSpPr>
          <p:spPr>
            <a:xfrm>
              <a:off x="7092974" y="701468"/>
              <a:ext cx="208903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四面環海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河川水量豐沛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日本人的好感度較高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16</Words>
  <Application>Microsoft Office PowerPoint</Application>
  <PresentationFormat>A4 紙張 (210x297 公釐)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15</cp:revision>
  <dcterms:created xsi:type="dcterms:W3CDTF">2017-11-09T07:26:57Z</dcterms:created>
  <dcterms:modified xsi:type="dcterms:W3CDTF">2018-09-23T08:23:16Z</dcterms:modified>
</cp:coreProperties>
</file>