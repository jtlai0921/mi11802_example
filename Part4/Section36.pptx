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2018/11/7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F786E5C-E8F6-4AC0-8ECC-0790066C731D}"/>
              </a:ext>
            </a:extLst>
          </p:cNvPr>
          <p:cNvGrpSpPr/>
          <p:nvPr/>
        </p:nvGrpSpPr>
        <p:grpSpPr>
          <a:xfrm>
            <a:off x="0" y="0"/>
            <a:ext cx="9906000" cy="6109569"/>
            <a:chOff x="0" y="0"/>
            <a:chExt cx="9906000" cy="6109569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23C1010-D18C-4599-B1C6-071AE151BAE6}"/>
                </a:ext>
              </a:extLst>
            </p:cNvPr>
            <p:cNvSpPr/>
            <p:nvPr/>
          </p:nvSpPr>
          <p:spPr>
            <a:xfrm>
              <a:off x="0" y="1055735"/>
              <a:ext cx="6032090" cy="82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 descr="室内, 床, 壁, 天井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6FCA5693-5D70-46BA-9527-EBA4CB433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2090" y="0"/>
              <a:ext cx="3873910" cy="2375191"/>
            </a:xfrm>
            <a:prstGeom prst="rect">
              <a:avLst/>
            </a:prstGeom>
          </p:spPr>
        </p:pic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166862" y="2939470"/>
              <a:ext cx="7572276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「一個人」可以輕鬆吃飯，也可以當成短時間「小酌」的場所享受美酒的新形態居酒屋提案。</a:t>
              </a:r>
              <a:endParaRPr kumimoji="1"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以本公司優勢，也就是店內烹調及料理法，提供堅持使用產地食材的正統東北料理。把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人份</a:t>
              </a:r>
              <a:r>
                <a:rPr kumimoji="1" lang="en-US" altLang="zh-TW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540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日圓起，就可享用的「當地鍋」，以及本店傳承的「一口餃子」當成招牌商品。</a:t>
              </a:r>
              <a:endParaRPr kumimoji="1" lang="en-US" altLang="zh-TW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just">
                <a:spcAft>
                  <a:spcPts val="1200"/>
                </a:spcAft>
              </a:pP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近年來，由於未婚、晚婚、高齡化所造成的小家庭化、工作的勤務形態與勤務時間的多樣化等因素，使得多數人一起行動的機會逐漸減少</a:t>
              </a:r>
              <a:r>
                <a:rPr kumimoji="1" lang="ja-JP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。</a:t>
              </a:r>
              <a:r>
                <a:rPr kumimoji="1"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因此，我們將提供滿足「一人」餐點或短時間「小酌」需求的新型態店鋪。</a:t>
              </a:r>
              <a:endParaRPr kumimoji="1"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166861" y="632991"/>
              <a:ext cx="2862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新形態居酒屋的提案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246FEE4-00C9-4C06-A348-2D3F7E95B21B}"/>
                </a:ext>
              </a:extLst>
            </p:cNvPr>
            <p:cNvSpPr txBox="1"/>
            <p:nvPr/>
          </p:nvSpPr>
          <p:spPr>
            <a:xfrm>
              <a:off x="1166862" y="1222066"/>
              <a:ext cx="28621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概念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977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CC568E8-9033-4782-84BD-CC7FB1FED4A0}"/>
              </a:ext>
            </a:extLst>
          </p:cNvPr>
          <p:cNvGrpSpPr/>
          <p:nvPr/>
        </p:nvGrpSpPr>
        <p:grpSpPr>
          <a:xfrm>
            <a:off x="0" y="431618"/>
            <a:ext cx="9906000" cy="6173541"/>
            <a:chOff x="0" y="431618"/>
            <a:chExt cx="9906000" cy="617354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23C1010-D18C-4599-B1C6-071AE151BAE6}"/>
                </a:ext>
              </a:extLst>
            </p:cNvPr>
            <p:cNvSpPr/>
            <p:nvPr/>
          </p:nvSpPr>
          <p:spPr>
            <a:xfrm>
              <a:off x="0" y="854362"/>
              <a:ext cx="9379974" cy="8280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166862" y="2050066"/>
              <a:ext cx="4865228" cy="4555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20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「一個人」可以輕鬆吃飯，也可以當成短時間「小酌」的場所享受美酒的新形態居酒屋提案。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以本公司優勢，也就是店內烹調及料理法，提供堅持使用產地食材的正統東北料理。把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人份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540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日圓起，就可享用的「當地鍋」，以及本店傳承的「一口餃子」當成招牌商品。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近年來，由於未婚、晚婚、高齡化所造成的小家庭化、工作的勤務形態與勤務時間的多樣化等因素，使得多數人一起行動的機會逐漸減少。因此，我們將提供滿足「一人」餐點或短時間「小酌」需求的新型態店鋪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166861" y="431618"/>
              <a:ext cx="2862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新形態居酒屋的提案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246FEE4-00C9-4C06-A348-2D3F7E95B21B}"/>
                </a:ext>
              </a:extLst>
            </p:cNvPr>
            <p:cNvSpPr txBox="1"/>
            <p:nvPr/>
          </p:nvSpPr>
          <p:spPr>
            <a:xfrm>
              <a:off x="1166862" y="1020693"/>
              <a:ext cx="28621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概念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1" name="図 10" descr="テーブル, 食べ物, 座っている, 皿 が含まれている画像&#10;&#10;非常に高い精度で生成された説明">
              <a:extLst>
                <a:ext uri="{FF2B5EF4-FFF2-40B4-BE49-F238E27FC236}">
                  <a16:creationId xmlns:a16="http://schemas.microsoft.com/office/drawing/2014/main" id="{443B192F-89CE-4A80-ABC9-0B315BB5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8400" y="3168764"/>
              <a:ext cx="3657600" cy="24208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17B8D73-39AD-4F09-9CAB-2A02DCCCB692}"/>
              </a:ext>
            </a:extLst>
          </p:cNvPr>
          <p:cNvGrpSpPr/>
          <p:nvPr/>
        </p:nvGrpSpPr>
        <p:grpSpPr>
          <a:xfrm>
            <a:off x="0" y="431618"/>
            <a:ext cx="9906000" cy="6005207"/>
            <a:chOff x="0" y="431618"/>
            <a:chExt cx="9906000" cy="6005207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ADBAEEA-38BE-4C6D-8D8F-5A95644D1B7C}"/>
                </a:ext>
              </a:extLst>
            </p:cNvPr>
            <p:cNvSpPr/>
            <p:nvPr/>
          </p:nvSpPr>
          <p:spPr>
            <a:xfrm>
              <a:off x="0" y="854362"/>
              <a:ext cx="9906000" cy="82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027E064C-F492-4B33-B027-A8544B17DD41}"/>
                </a:ext>
              </a:extLst>
            </p:cNvPr>
            <p:cNvSpPr txBox="1"/>
            <p:nvPr/>
          </p:nvSpPr>
          <p:spPr>
            <a:xfrm>
              <a:off x="1166862" y="1905100"/>
              <a:ext cx="5040000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20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「一個人」可以輕鬆吃飯，也可以當成短時間「小酌」的場所享受美酒的新形態居酒屋提案。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以本公司優勢，也就是店內烹調及料理法，提供堅持使用產地食材的正統東北料理。把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人份</a:t>
              </a:r>
              <a:r>
                <a:rPr lang="en-US" altLang="zh-TW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540</a:t>
              </a:r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日圓起，就可以享用的「當地鍋」，以及本店傳承的「一口餃子」當成招牌商品。</a:t>
              </a:r>
              <a:endParaRPr lang="en-US" altLang="ja-JP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近年來，由於未婚、晚婚、高齡化所造成的小家庭化、工作的勤務形態與勤務時間的多樣化等因素，使得多數人一起行動的機會逐漸減少。因此，我們將提供滿足「一人」餐點或短時間「小酌」需求的新型態店鋪。</a:t>
              </a:r>
              <a:endParaRPr lang="ja-JP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BD48CEC-E395-4034-8821-DDF0E96175E3}"/>
                </a:ext>
              </a:extLst>
            </p:cNvPr>
            <p:cNvSpPr txBox="1"/>
            <p:nvPr/>
          </p:nvSpPr>
          <p:spPr>
            <a:xfrm>
              <a:off x="1166861" y="431618"/>
              <a:ext cx="28621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1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新形態居酒屋的提案</a:t>
              </a:r>
              <a:endParaRPr lang="ja-JP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15BB130-846C-415D-96F9-8627B049F0D4}"/>
                </a:ext>
              </a:extLst>
            </p:cNvPr>
            <p:cNvSpPr txBox="1"/>
            <p:nvPr/>
          </p:nvSpPr>
          <p:spPr>
            <a:xfrm>
              <a:off x="1166862" y="1020693"/>
              <a:ext cx="28621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zh-TW" altLang="en-US" sz="3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概念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077D26D6-62A7-4278-9EC2-6B9F17619605}"/>
                </a:ext>
              </a:extLst>
            </p:cNvPr>
            <p:cNvGrpSpPr/>
            <p:nvPr/>
          </p:nvGrpSpPr>
          <p:grpSpPr>
            <a:xfrm>
              <a:off x="6799046" y="691022"/>
              <a:ext cx="2520000" cy="1858652"/>
              <a:chOff x="6799046" y="724475"/>
              <a:chExt cx="2520000" cy="1858652"/>
            </a:xfrm>
          </p:grpSpPr>
          <p:pic>
            <p:nvPicPr>
              <p:cNvPr id="7" name="図 6" descr="室内, 床, 壁, 天井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id="{2E5C4F11-6915-46C5-BC6B-6DFB164A9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99046" y="724475"/>
                <a:ext cx="2520000" cy="1545075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2A55F3A-85EA-444C-B5E5-9292D89215FD}"/>
                  </a:ext>
                </a:extLst>
              </p:cNvPr>
              <p:cNvSpPr txBox="1"/>
              <p:nvPr/>
            </p:nvSpPr>
            <p:spPr>
              <a:xfrm>
                <a:off x="8220052" y="2306128"/>
                <a:ext cx="1098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r"/>
                <a:r>
                  <a:rPr lang="zh-TW" altLang="en-US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澀谷</a:t>
                </a:r>
                <a:r>
                  <a:rPr lang="en-US" altLang="ja-JP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A</a:t>
                </a:r>
                <a:r>
                  <a:rPr lang="ja-JP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店</a:t>
                </a:r>
              </a:p>
            </p:txBody>
          </p:sp>
        </p:grp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6B625811-8C03-4681-834F-422BE8FD8223}"/>
                </a:ext>
              </a:extLst>
            </p:cNvPr>
            <p:cNvGrpSpPr/>
            <p:nvPr/>
          </p:nvGrpSpPr>
          <p:grpSpPr>
            <a:xfrm>
              <a:off x="6799046" y="2637173"/>
              <a:ext cx="2520000" cy="1856676"/>
              <a:chOff x="6799046" y="2723524"/>
              <a:chExt cx="2520000" cy="1856676"/>
            </a:xfrm>
          </p:grpSpPr>
          <p:pic>
            <p:nvPicPr>
              <p:cNvPr id="10" name="図 9" descr="室内, テーブル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id="{47762CBB-53C4-4846-A4BA-708E1319E1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974"/>
              <a:stretch/>
            </p:blipFill>
            <p:spPr>
              <a:xfrm>
                <a:off x="6799046" y="2723524"/>
                <a:ext cx="2520000" cy="1545075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F07A9489-D882-4174-8BD4-102C951C12DA}"/>
                  </a:ext>
                </a:extLst>
              </p:cNvPr>
              <p:cNvSpPr txBox="1"/>
              <p:nvPr/>
            </p:nvSpPr>
            <p:spPr>
              <a:xfrm>
                <a:off x="8220052" y="4303201"/>
                <a:ext cx="1098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r"/>
                <a:r>
                  <a:rPr lang="ja-JP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六本木</a:t>
                </a:r>
                <a:r>
                  <a:rPr lang="en-US" altLang="ja-JP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</a:t>
                </a:r>
                <a:r>
                  <a:rPr lang="ja-JP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店</a:t>
                </a:r>
              </a:p>
            </p:txBody>
          </p:sp>
        </p:grp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F7117CE0-290A-43A0-B300-C8EEC38D0EFD}"/>
                </a:ext>
              </a:extLst>
            </p:cNvPr>
            <p:cNvGrpSpPr/>
            <p:nvPr/>
          </p:nvGrpSpPr>
          <p:grpSpPr>
            <a:xfrm>
              <a:off x="6799046" y="4581349"/>
              <a:ext cx="2520000" cy="1855476"/>
              <a:chOff x="6799046" y="4614802"/>
              <a:chExt cx="2520000" cy="1855476"/>
            </a:xfrm>
          </p:grpSpPr>
          <p:pic>
            <p:nvPicPr>
              <p:cNvPr id="8" name="図 7" descr="テーブル, 室内, 天井, レストラン が含まれている画像&#10;&#10;非常に高い精度で生成された説明">
                <a:extLst>
                  <a:ext uri="{FF2B5EF4-FFF2-40B4-BE49-F238E27FC236}">
                    <a16:creationId xmlns:a16="http://schemas.microsoft.com/office/drawing/2014/main" id="{DE2D9363-A120-41FD-AFAD-47C9CBDF6C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0656"/>
              <a:stretch/>
            </p:blipFill>
            <p:spPr>
              <a:xfrm>
                <a:off x="6799046" y="4614802"/>
                <a:ext cx="2520000" cy="1545075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CADAADBB-EE12-4D34-AF04-5C77E2F223CC}"/>
                  </a:ext>
                </a:extLst>
              </p:cNvPr>
              <p:cNvSpPr txBox="1"/>
              <p:nvPr/>
            </p:nvSpPr>
            <p:spPr>
              <a:xfrm>
                <a:off x="8220052" y="6193279"/>
                <a:ext cx="1098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r"/>
                <a:r>
                  <a:rPr lang="ja-JP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中目黒</a:t>
                </a:r>
                <a:r>
                  <a:rPr lang="en-US" altLang="ja-JP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</a:t>
                </a:r>
                <a:r>
                  <a:rPr lang="ja-JP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店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2171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464</Words>
  <Application>Microsoft Office PowerPoint</Application>
  <PresentationFormat>A4 紙張 (210x297 公釐)</PresentationFormat>
  <Paragraphs>18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42</cp:revision>
  <dcterms:created xsi:type="dcterms:W3CDTF">2017-11-09T07:26:57Z</dcterms:created>
  <dcterms:modified xsi:type="dcterms:W3CDTF">2018-11-07T15:14:27Z</dcterms:modified>
</cp:coreProperties>
</file>