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7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9DD2"/>
    <a:srgbClr val="6DA4DB"/>
    <a:srgbClr val="94B2E5"/>
    <a:srgbClr val="356BA2"/>
    <a:srgbClr val="FFFFFF"/>
    <a:srgbClr val="FF3300"/>
    <a:srgbClr val="009900"/>
    <a:srgbClr val="008000"/>
    <a:srgbClr val="00CC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6DCD69E2-278E-4D00-84C7-1621C92DFEF4}"/>
              </a:ext>
            </a:extLst>
          </p:cNvPr>
          <p:cNvGrpSpPr/>
          <p:nvPr/>
        </p:nvGrpSpPr>
        <p:grpSpPr>
          <a:xfrm>
            <a:off x="0" y="541248"/>
            <a:ext cx="9906000" cy="6316752"/>
            <a:chOff x="0" y="541248"/>
            <a:chExt cx="9906000" cy="6316752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xmlns="" id="{A9E3D9CA-8385-4E23-8EBF-A897FC8DCF0D}"/>
                </a:ext>
              </a:extLst>
            </p:cNvPr>
            <p:cNvSpPr/>
            <p:nvPr/>
          </p:nvSpPr>
          <p:spPr>
            <a:xfrm>
              <a:off x="0" y="1175658"/>
              <a:ext cx="9906000" cy="450668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607528" y="1424154"/>
              <a:ext cx="3936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全新款式持續追加！</a:t>
              </a:r>
              <a:endParaRPr kumimoji="1" lang="ja-JP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38E46F2B-E03C-4FB2-AEA9-5D66036D5FD9}"/>
                </a:ext>
              </a:extLst>
            </p:cNvPr>
            <p:cNvSpPr txBox="1"/>
            <p:nvPr/>
          </p:nvSpPr>
          <p:spPr>
            <a:xfrm>
              <a:off x="607528" y="2049136"/>
              <a:ext cx="8690944" cy="984350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kumimoji="1" lang="ja-JP" altLang="en-US" sz="4800" b="1" spc="-3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春夏促銷</a:t>
              </a:r>
              <a:r>
                <a:rPr kumimoji="1" lang="en-US" altLang="ja-JP" sz="4800" b="1" spc="-3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&amp;</a:t>
              </a:r>
              <a:r>
                <a:rPr kumimoji="1" lang="en-US" altLang="ja-JP" sz="4800" b="1" spc="-3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OUTLET</a:t>
              </a:r>
              <a:endParaRPr kumimoji="1" lang="ja-JP" altLang="en-US" sz="4800" b="1" spc="-3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9" name="図 8" descr="衣類, 人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8E1767E3-651A-46CF-AEB9-8FDA0F01E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7505" b="98124" l="10000" r="90000">
                          <a14:foregroundMark x1="51563" y1="81332" x2="51563" y2="81332"/>
                          <a14:foregroundMark x1="49438" y1="98124" x2="49438" y2="98124"/>
                          <a14:foregroundMark x1="47063" y1="7505" x2="47063" y2="750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35" y="3608832"/>
              <a:ext cx="4876800" cy="3249168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xmlns="" id="{A788DE61-07F2-40D6-9208-B899B51AAB6F}"/>
                </a:ext>
              </a:extLst>
            </p:cNvPr>
            <p:cNvSpPr txBox="1"/>
            <p:nvPr/>
          </p:nvSpPr>
          <p:spPr>
            <a:xfrm>
              <a:off x="7310986" y="3340071"/>
              <a:ext cx="2595014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kumimoji="1" lang="en-US" altLang="ja-JP" sz="4800" b="1" spc="-15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SALE‼</a:t>
              </a:r>
              <a:r>
                <a:rPr kumimoji="1" lang="en-US" altLang="ja-JP" sz="48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/>
              </a:r>
              <a:br>
                <a:rPr kumimoji="1" lang="en-US" altLang="ja-JP" sz="48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48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SALE‼</a:t>
              </a:r>
              <a:br>
                <a:rPr kumimoji="1" lang="en-US" altLang="ja-JP" sz="48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4800" b="1" spc="-15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SALE‼</a:t>
              </a:r>
              <a:br>
                <a:rPr kumimoji="1" lang="en-US" altLang="ja-JP" sz="4800" b="1" spc="-150" dirty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ja-JP" sz="4800" b="1" spc="-15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SALE‼</a:t>
              </a:r>
              <a:endParaRPr kumimoji="1" lang="ja-JP" altLang="en-US" sz="4800" b="1" spc="-15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xmlns="" id="{EEB16BC7-B631-408E-B052-1E91A5340D92}"/>
                </a:ext>
              </a:extLst>
            </p:cNvPr>
            <p:cNvSpPr txBox="1"/>
            <p:nvPr/>
          </p:nvSpPr>
          <p:spPr>
            <a:xfrm>
              <a:off x="607528" y="541248"/>
              <a:ext cx="288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春夏特賣銷售企劃書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8487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17FCE9BC-0CCD-41A8-861D-93A9ECDF3169}"/>
              </a:ext>
            </a:extLst>
          </p:cNvPr>
          <p:cNvGrpSpPr/>
          <p:nvPr/>
        </p:nvGrpSpPr>
        <p:grpSpPr>
          <a:xfrm>
            <a:off x="1396181" y="600242"/>
            <a:ext cx="7113638" cy="5465188"/>
            <a:chOff x="1396181" y="600242"/>
            <a:chExt cx="7113638" cy="5465188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396181" y="600242"/>
              <a:ext cx="2880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Nature experience tour proposal</a:t>
              </a:r>
            </a:p>
            <a:p>
              <a:pPr algn="just"/>
              <a:r>
                <a:rPr kumimoji="1"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自然體驗旅遊企劃書</a:t>
              </a:r>
              <a:endParaRPr kumimoji="1"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8FB018F5-25A6-4A28-ADB1-EAD9B268867E}"/>
                </a:ext>
              </a:extLst>
            </p:cNvPr>
            <p:cNvSpPr txBox="1"/>
            <p:nvPr/>
          </p:nvSpPr>
          <p:spPr>
            <a:xfrm>
              <a:off x="1396181" y="3059668"/>
              <a:ext cx="7113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ja-JP" altLang="en-US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～</a:t>
              </a:r>
              <a:r>
                <a:rPr kumimoji="1" lang="zh-TW" altLang="en-US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以不仰賴於滑雪觀光的全年度假勝地為目標</a:t>
              </a:r>
              <a:r>
                <a:rPr kumimoji="1" lang="ja-JP" altLang="en-US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～</a:t>
              </a:r>
              <a:endParaRPr kumimoji="1" lang="ja-JP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38E46F2B-E03C-4FB2-AEA9-5D66036D5FD9}"/>
                </a:ext>
              </a:extLst>
            </p:cNvPr>
            <p:cNvSpPr txBox="1"/>
            <p:nvPr/>
          </p:nvSpPr>
          <p:spPr>
            <a:xfrm>
              <a:off x="1396181" y="2072527"/>
              <a:ext cx="7113638" cy="830997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pPr algn="dist"/>
              <a:r>
                <a:rPr kumimoji="1" lang="zh-TW" altLang="en-US" sz="4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觀光客倍增</a:t>
              </a:r>
              <a:r>
                <a:rPr kumimoji="1" lang="en-US" altLang="zh-TW" sz="4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kumimoji="1" lang="zh-TW" altLang="en-US" sz="48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年企劃</a:t>
              </a:r>
              <a:endParaRPr kumimoji="1" lang="ja-JP" altLang="en-US" sz="4800" b="1" spc="-15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xmlns="" id="{B2B3837A-BD57-4A3C-99C3-0557E1CE11E3}"/>
                </a:ext>
              </a:extLst>
            </p:cNvPr>
            <p:cNvCxnSpPr>
              <a:cxnSpLocks/>
            </p:cNvCxnSpPr>
            <p:nvPr/>
          </p:nvCxnSpPr>
          <p:spPr>
            <a:xfrm>
              <a:off x="1396181" y="3027536"/>
              <a:ext cx="7113638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xmlns="" id="{EF3265D4-89E9-4B65-B58A-E6BC510B7F7A}"/>
                </a:ext>
              </a:extLst>
            </p:cNvPr>
            <p:cNvSpPr txBox="1"/>
            <p:nvPr/>
          </p:nvSpPr>
          <p:spPr>
            <a:xfrm>
              <a:off x="5628967" y="5603765"/>
              <a:ext cx="2880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2018</a:t>
              </a:r>
              <a:r>
                <a:rPr kumimoji="1" lang="ja-JP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</a:t>
              </a:r>
              <a:r>
                <a:rPr kumimoji="1" lang="en-US" altLang="ja-JP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kumimoji="1" lang="ja-JP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月</a:t>
              </a:r>
              <a:r>
                <a:rPr kumimoji="1" lang="en-US" altLang="ja-JP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14</a:t>
              </a:r>
              <a:r>
                <a:rPr kumimoji="1" lang="ja-JP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</a:t>
              </a:r>
              <a:r>
                <a:rPr kumimoji="1"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（一）</a:t>
              </a:r>
              <a:endParaRPr kumimoji="1" lang="en-US" altLang="ja-JP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r"/>
              <a:r>
                <a:rPr kumimoji="1"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第一企劃社股份有限公司</a:t>
              </a:r>
              <a:endParaRPr kumimoji="1"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077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9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0DAF6711-0D91-4795-A236-53AB04063EC3}"/>
              </a:ext>
            </a:extLst>
          </p:cNvPr>
          <p:cNvGrpSpPr/>
          <p:nvPr/>
        </p:nvGrpSpPr>
        <p:grpSpPr>
          <a:xfrm>
            <a:off x="1396181" y="600242"/>
            <a:ext cx="8509819" cy="6257758"/>
            <a:chOff x="1396181" y="600242"/>
            <a:chExt cx="8509819" cy="6257758"/>
          </a:xfrm>
        </p:grpSpPr>
        <p:pic>
          <p:nvPicPr>
            <p:cNvPr id="18" name="図 17" descr="水, 屋外, 男性, スポーツ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A02FF12F-5CB8-44CB-8EA6-09597615C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200" y="3608832"/>
              <a:ext cx="4876800" cy="3249168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396181" y="600242"/>
              <a:ext cx="28808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Nature experience tour proposal</a:t>
              </a:r>
            </a:p>
            <a:p>
              <a:pPr algn="just"/>
              <a:r>
                <a:rPr kumimoji="1" lang="zh-TW" altLang="en-US" sz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自然體驗旅遊企劃書</a:t>
              </a:r>
              <a:endParaRPr kumimoji="1"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8FB018F5-25A6-4A28-ADB1-EAD9B268867E}"/>
                </a:ext>
              </a:extLst>
            </p:cNvPr>
            <p:cNvSpPr txBox="1"/>
            <p:nvPr/>
          </p:nvSpPr>
          <p:spPr>
            <a:xfrm>
              <a:off x="1396181" y="2469933"/>
              <a:ext cx="7113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ja-JP" altLang="en-US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～</a:t>
              </a:r>
              <a:r>
                <a:rPr kumimoji="1" lang="zh-TW" altLang="en-US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以不仰賴於滑雪觀光的全年度假勝地為目標</a:t>
              </a:r>
              <a:r>
                <a:rPr kumimoji="1" lang="ja-JP" altLang="en-US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～</a:t>
              </a:r>
              <a:endParaRPr kumimoji="1" lang="ja-JP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38E46F2B-E03C-4FB2-AEA9-5D66036D5FD9}"/>
                </a:ext>
              </a:extLst>
            </p:cNvPr>
            <p:cNvSpPr txBox="1"/>
            <p:nvPr/>
          </p:nvSpPr>
          <p:spPr>
            <a:xfrm>
              <a:off x="1396181" y="1482792"/>
              <a:ext cx="7113638" cy="830997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pPr algn="dist"/>
              <a:r>
                <a:rPr kumimoji="1" lang="zh-TW" altLang="en-US" sz="4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觀光客倍增</a:t>
              </a:r>
              <a:r>
                <a:rPr kumimoji="1" lang="en-US" altLang="zh-TW" sz="4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kumimoji="1" lang="zh-TW" altLang="en-US" sz="48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年企劃</a:t>
              </a:r>
              <a:endParaRPr kumimoji="1" lang="ja-JP" altLang="en-US" sz="4800" b="1" spc="-15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xmlns="" id="{B2B3837A-BD57-4A3C-99C3-0557E1CE11E3}"/>
                </a:ext>
              </a:extLst>
            </p:cNvPr>
            <p:cNvCxnSpPr>
              <a:cxnSpLocks/>
            </p:cNvCxnSpPr>
            <p:nvPr/>
          </p:nvCxnSpPr>
          <p:spPr>
            <a:xfrm>
              <a:off x="1396181" y="2437801"/>
              <a:ext cx="7113638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xmlns="" id="{EF3265D4-89E9-4B65-B58A-E6BC510B7F7A}"/>
                </a:ext>
              </a:extLst>
            </p:cNvPr>
            <p:cNvSpPr txBox="1"/>
            <p:nvPr/>
          </p:nvSpPr>
          <p:spPr>
            <a:xfrm>
              <a:off x="1396181" y="5603765"/>
              <a:ext cx="28808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2018</a:t>
              </a:r>
              <a:r>
                <a:rPr kumimoji="1" lang="ja-JP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</a:t>
              </a:r>
              <a:r>
                <a:rPr kumimoji="1" lang="en-US" altLang="ja-JP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kumimoji="1" lang="ja-JP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月</a:t>
              </a:r>
              <a:r>
                <a:rPr kumimoji="1" lang="en-US" altLang="ja-JP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14</a:t>
              </a:r>
              <a:r>
                <a:rPr kumimoji="1" lang="ja-JP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</a:t>
              </a:r>
              <a:r>
                <a:rPr kumimoji="1"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（一）</a:t>
              </a:r>
              <a:endParaRPr kumimoji="1" lang="en-US" altLang="ja-JP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endParaRPr kumimoji="1" lang="en-US" altLang="ja-JP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kumimoji="1" lang="zh-TW" altLang="en-US" sz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第一企劃</a:t>
              </a:r>
              <a:r>
                <a:rPr kumimoji="1" lang="zh-TW" altLang="en-US" sz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社</a:t>
              </a:r>
              <a:r>
                <a:rPr kumimoji="1"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股份有限公司</a:t>
              </a:r>
              <a:endParaRPr kumimoji="1" lang="ja-JP" altLang="en-US" sz="12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</TotalTime>
  <Words>92</Words>
  <Application>Microsoft Office PowerPoint</Application>
  <PresentationFormat>A4 紙張 (210x297 公釐)</PresentationFormat>
  <Paragraphs>17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22</cp:revision>
  <dcterms:created xsi:type="dcterms:W3CDTF">2017-11-09T07:26:57Z</dcterms:created>
  <dcterms:modified xsi:type="dcterms:W3CDTF">2018-09-23T17:35:01Z</dcterms:modified>
</cp:coreProperties>
</file>