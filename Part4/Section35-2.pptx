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2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2018/9/24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xmlns="" id="{C7857CB5-0EE3-4D27-8D63-DE6795371564}"/>
              </a:ext>
            </a:extLst>
          </p:cNvPr>
          <p:cNvGrpSpPr/>
          <p:nvPr/>
        </p:nvGrpSpPr>
        <p:grpSpPr>
          <a:xfrm>
            <a:off x="1040782" y="1518041"/>
            <a:ext cx="7824438" cy="4709636"/>
            <a:chOff x="1040782" y="1518041"/>
            <a:chExt cx="7824438" cy="4709636"/>
          </a:xfrm>
        </p:grpSpPr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xmlns="" id="{027E064C-F492-4B33-B027-A8544B17DD41}"/>
                </a:ext>
              </a:extLst>
            </p:cNvPr>
            <p:cNvSpPr txBox="1"/>
            <p:nvPr/>
          </p:nvSpPr>
          <p:spPr>
            <a:xfrm>
              <a:off x="1040782" y="1518041"/>
              <a:ext cx="7824438" cy="707886"/>
            </a:xfrm>
            <a:prstGeom prst="rect">
              <a:avLst/>
            </a:prstGeom>
            <a:noFill/>
          </p:spPr>
          <p:txBody>
            <a:bodyPr wrap="square" rtlCol="0">
              <a:prstTxWarp prst="textPlain">
                <a:avLst/>
              </a:prstTxWarp>
              <a:spAutoFit/>
            </a:bodyPr>
            <a:lstStyle/>
            <a:p>
              <a:pPr algn="ctr"/>
              <a:r>
                <a:rPr kumimoji="1" lang="zh-TW" altLang="en-US" sz="40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零過剩庫存的經營戰略</a:t>
              </a:r>
              <a:endParaRPr kumimoji="1" lang="ja-JP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" name="テキスト ボックス 3">
              <a:extLst>
                <a:ext uri="{FF2B5EF4-FFF2-40B4-BE49-F238E27FC236}">
                  <a16:creationId xmlns:a16="http://schemas.microsoft.com/office/drawing/2014/main" xmlns="" id="{F177F8FC-FAEA-495A-9A1E-DEC85D9D13E9}"/>
                </a:ext>
              </a:extLst>
            </p:cNvPr>
            <p:cNvSpPr txBox="1"/>
            <p:nvPr/>
          </p:nvSpPr>
          <p:spPr>
            <a:xfrm>
              <a:off x="1040782" y="5889123"/>
              <a:ext cx="782443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6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村山時裝中心</a:t>
              </a:r>
              <a:endParaRPr kumimoji="1" lang="ja-JP" altLang="en-US" sz="16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xmlns="" id="{DA62DF97-8B98-4F10-AE2C-AAE7C856971A}"/>
                </a:ext>
              </a:extLst>
            </p:cNvPr>
            <p:cNvSpPr txBox="1"/>
            <p:nvPr/>
          </p:nvSpPr>
          <p:spPr>
            <a:xfrm>
              <a:off x="1040782" y="3271209"/>
              <a:ext cx="782443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8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低成本營運和</a:t>
              </a:r>
              <a:r>
                <a:rPr kumimoji="1" lang="zh-TW" altLang="en-US" sz="280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建立</a:t>
              </a:r>
              <a:r>
                <a:rPr kumimoji="1" lang="zh-TW" altLang="en-US" sz="28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機制</a:t>
              </a:r>
              <a:endParaRPr kumimoji="1" lang="en-US" altLang="ja-JP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8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庫存控制的不徹底</a:t>
              </a:r>
              <a:endParaRPr kumimoji="1" lang="en-US" altLang="ja-JP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342900" indent="-342900" algn="just">
                <a:buFont typeface="Wingdings" panose="05000000000000000000" pitchFamily="2" charset="2"/>
                <a:buChar char="l"/>
              </a:pPr>
              <a:r>
                <a:rPr kumimoji="1" lang="zh-TW" altLang="en-US" sz="2800" smtClean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廢棄未售完的商品</a:t>
              </a:r>
              <a:endParaRPr kumimoji="1" lang="ja-JP" altLang="en-US" sz="28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3749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152</TotalTime>
  <Words>25</Words>
  <Application>Microsoft Office PowerPoint</Application>
  <PresentationFormat>A4 紙張 (210x297 公釐)</PresentationFormat>
  <Paragraphs>5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微軟正黑體</vt:lpstr>
      <vt:lpstr>Arial</vt:lpstr>
      <vt:lpstr>Calibri</vt:lpstr>
      <vt:lpstr>Calibri Light</vt:lpstr>
      <vt:lpstr>Wingdings</vt:lpstr>
      <vt:lpstr>Office テーマ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Yosie</cp:lastModifiedBy>
  <cp:revision>17</cp:revision>
  <dcterms:created xsi:type="dcterms:W3CDTF">2017-11-09T07:26:57Z</dcterms:created>
  <dcterms:modified xsi:type="dcterms:W3CDTF">2018-09-23T18:20:26Z</dcterms:modified>
</cp:coreProperties>
</file>