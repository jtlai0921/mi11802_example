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6185FAA0-118D-4654-9320-9767B504F515}"/>
              </a:ext>
            </a:extLst>
          </p:cNvPr>
          <p:cNvGrpSpPr/>
          <p:nvPr/>
        </p:nvGrpSpPr>
        <p:grpSpPr>
          <a:xfrm>
            <a:off x="1040782" y="0"/>
            <a:ext cx="8865218" cy="5906457"/>
            <a:chOff x="1040782" y="0"/>
            <a:chExt cx="8865218" cy="5906457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xmlns="" id="{E91AFBE1-93E5-4562-8986-2CACE225E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16" y="0"/>
              <a:ext cx="4109884" cy="2519873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40782" y="2136194"/>
              <a:ext cx="7177667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有四成的男性都在減</a:t>
              </a:r>
              <a:r>
                <a:rPr lang="zh-TW" altLang="en-US" sz="32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肥瘦</a:t>
              </a:r>
              <a:r>
                <a:rPr lang="zh-TW" altLang="en-US" sz="32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身</a:t>
              </a:r>
              <a:endParaRPr lang="en-US" altLang="ja-JP" sz="3200" spc="-15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「男性減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肥瘦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身的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相關調查」，平均每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名男性就有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名在減肥瘦身，若包含減肥瘦身預備軍在內，其比例佔了近四成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左右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。「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現在正在瘦身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的女性占了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31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％，相對之下，男性則占了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％。成為減肥瘦身預備軍的男性更將近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四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成。在女性當中，比例占最多的是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歲年齡層，相對之下，男性則是以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歲年齡層最高。</a:t>
              </a:r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32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男性是「為了健康」</a:t>
              </a:r>
              <a:endParaRPr lang="ja-JP" altLang="en-US" sz="3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就減肥瘦身的目的而言，女性是為了「外貌」，男性則是以「健康」為優先考量。在中高年齡層當中，開始減肥瘦身的契機以「健康檢查結果」最為顯著，和女性相比，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男性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對於改善「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中性脂肪值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、「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膽固醇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值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」的意識較為強烈。比起女性，男性「在健康檢查中被指出肥胖」的人數較多，尤其以高於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歲的男性最為顯著。</a:t>
              </a:r>
              <a:endParaRPr lang="en-US" altLang="ja-JP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32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步行情況增加</a:t>
              </a:r>
              <a:endParaRPr lang="en-US" altLang="ja-JP" sz="3200" spc="-1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就現在推行的減肥瘦身方法來說，不管是男或是女，多數人都是以「減少食量和次數」為優先。可是，男性所採取的第二種方法則是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散步和慢跑」。尤其在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歲年齡層當中，更是高達</a:t>
              </a:r>
              <a:r>
                <a:rPr lang="zh-TW" altLang="en-US" sz="11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六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成之多。另外，有近六成的男性都是採取不花錢的減肥瘦身法，其比例比女性（</a:t>
              </a:r>
              <a:r>
                <a:rPr lang="en-US" altLang="zh-TW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52</a:t>
              </a:r>
              <a:r>
                <a:rPr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％）高出許多。</a:t>
              </a:r>
              <a:endParaRPr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xmlns="" id="{69F2A0E8-8D45-44A2-9CE3-A7AC4FB2A47C}"/>
                </a:ext>
              </a:extLst>
            </p:cNvPr>
            <p:cNvSpPr txBox="1"/>
            <p:nvPr/>
          </p:nvSpPr>
          <p:spPr>
            <a:xfrm>
              <a:off x="1040782" y="628377"/>
              <a:ext cx="185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減肥瘦身調查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xmlns="" id="{7318024D-4484-4E7B-BB31-50D3C7290E84}"/>
                </a:ext>
              </a:extLst>
            </p:cNvPr>
            <p:cNvSpPr/>
            <p:nvPr/>
          </p:nvSpPr>
          <p:spPr>
            <a:xfrm>
              <a:off x="1040782" y="936154"/>
              <a:ext cx="1800000" cy="10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5401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F4F19BF3-1523-469F-B795-E8D62F57104A}"/>
              </a:ext>
            </a:extLst>
          </p:cNvPr>
          <p:cNvGrpSpPr/>
          <p:nvPr/>
        </p:nvGrpSpPr>
        <p:grpSpPr>
          <a:xfrm>
            <a:off x="1040782" y="0"/>
            <a:ext cx="8865218" cy="5891068"/>
            <a:chOff x="1040782" y="0"/>
            <a:chExt cx="8865218" cy="5891068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xmlns="" id="{E91AFBE1-93E5-4562-8986-2CACE225E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16" y="0"/>
              <a:ext cx="4109884" cy="2519873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40782" y="2136194"/>
              <a:ext cx="7177667" cy="37548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14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重視度</a:t>
              </a:r>
              <a:endParaRPr lang="en-US" altLang="ja-JP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根據「男性減肥瘦身的相關調查」，平均每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名男性就有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名在減肥瘦身，若包含減肥瘦身預備軍在內，其比例佔了近四成左右。「現在正在瘦身」的女性占了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31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％，相對之下，男性則占了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％。成為減肥瘦身預備軍的男性更將近四成。在女性當中，比例占最多的是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歲年齡層，相對之下，男性則是以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層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最高。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4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目的</a:t>
              </a:r>
              <a:endParaRPr lang="ja-JP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減肥瘦身的目的而言，女性是為了「外貌」，男性則是以「健康」為優先考量。在中高年齡層當中，開始減肥瘦身的契機以「健康檢查結果」最為顯著，和女性相比，男性對於改善「中性脂肪值」、「膽固醇值」的意識較為強烈。比起女性，男性「在健康檢查中被指出肥胖」的人數較多，尤其以高於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歲的男性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最為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顯著。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4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方法</a:t>
              </a:r>
              <a:endParaRPr lang="ja-JP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就現在推行的減肥瘦身方法來說，不管是男或是女，多數人都是以「減少食量和次數」為優先。可是，男性所採取的第二種方法則是「散步和慢跑」。尤其在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歲年齡層當中，更是高達六成之多。另外，有近六成的男性都是採取不花錢的減肥瘦身法，其比例比女性（</a:t>
              </a:r>
              <a:r>
                <a:rPr lang="en-US" altLang="zh-TW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52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％）</a:t>
              </a:r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高出</a:t>
              </a:r>
              <a:r>
                <a:rPr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許多。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xmlns="" id="{0628B4CD-F625-4D5E-8C0F-0AF13932B5AD}"/>
                </a:ext>
              </a:extLst>
            </p:cNvPr>
            <p:cNvSpPr txBox="1"/>
            <p:nvPr/>
          </p:nvSpPr>
          <p:spPr>
            <a:xfrm>
              <a:off x="1040782" y="628377"/>
              <a:ext cx="185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減肥瘦身調查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xmlns="" id="{4E8FF530-A5C2-455C-8612-7FD8E2FFB66C}"/>
                </a:ext>
              </a:extLst>
            </p:cNvPr>
            <p:cNvSpPr/>
            <p:nvPr/>
          </p:nvSpPr>
          <p:spPr>
            <a:xfrm>
              <a:off x="1040782" y="936154"/>
              <a:ext cx="1800000" cy="10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BC70A803-5D8F-4B0E-B715-79055E1BEB7A}"/>
              </a:ext>
            </a:extLst>
          </p:cNvPr>
          <p:cNvGrpSpPr/>
          <p:nvPr/>
        </p:nvGrpSpPr>
        <p:grpSpPr>
          <a:xfrm>
            <a:off x="1040782" y="0"/>
            <a:ext cx="8865218" cy="6100493"/>
            <a:chOff x="1040782" y="0"/>
            <a:chExt cx="8865218" cy="6100493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xmlns="" id="{E91AFBE1-93E5-4562-8986-2CACE225E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16" y="0"/>
              <a:ext cx="4109884" cy="2519873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40782" y="1904745"/>
              <a:ext cx="4969725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2800" spc="-15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有四成的男性都在減肥瘦身</a:t>
              </a:r>
              <a:endParaRPr lang="en-US" altLang="ja-JP" sz="2800" spc="-15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根據「男性減肥瘦身的相關調查」，平均每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名男性就有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名在減肥瘦身，若包含減肥瘦身預備軍在內，其比例佔了近四成左右。「現在正在瘦身」的女性占了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31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％，相對之下，男性則占了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％。成為減肥瘦身預備軍的男性更將近四成。在女性當中，比例占最多的是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20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歲年齡層，相對之下，男性則是以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30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層</a:t>
              </a:r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最高。</a:t>
              </a:r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2800" spc="-15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男性是「為了</a:t>
              </a:r>
              <a:r>
                <a:rPr lang="zh-TW" altLang="en-US" sz="2800" spc="-15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</a:t>
              </a:r>
              <a:r>
                <a:rPr lang="zh-TW" altLang="en-US" sz="2800" spc="-150" smtClean="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endParaRPr lang="ja-JP" altLang="en-US" sz="2800" spc="-15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減肥瘦身的目的而言，女性是為了「外貌」，男性則是以「健康」為優先考量。在中高年齡層當中，開始減肥瘦身的契機以「健康檢查結果」最為顯著，和女性相比，男性對於改善「中性脂肪值」、「膽固醇值」的意識較為強烈。比起女性，男性「在健康檢查中被指出肥胖」的人數較多，尤其以高於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歲的男性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最為</a:t>
              </a:r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顯著。</a:t>
              </a:r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2800" spc="-15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步行情況增加</a:t>
              </a:r>
              <a:endParaRPr lang="en-US" altLang="ja-JP" sz="2800" spc="-15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就現在推行的減肥瘦身方法來說，不管是男或是女，多數人都是以「減少食量和次數」為優先。可是，男性所採取的第二種方法則是「散步和慢跑」。尤其在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歲年齡層當中，更是高達六成之多。另外，有近六成的男性都是採取不花錢的減肥瘦身法，其比例比女性（</a:t>
              </a:r>
              <a:r>
                <a:rPr lang="en-US" altLang="zh-TW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52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％）</a:t>
              </a:r>
              <a:r>
                <a:rPr lang="zh-TW" altLang="en-US" sz="1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高出</a:t>
              </a:r>
              <a:r>
                <a:rPr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許多。</a:t>
              </a:r>
              <a:endParaRPr lang="ja-JP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6" name="グラフィックス 5" descr="矢印: 右回転">
              <a:extLst>
                <a:ext uri="{FF2B5EF4-FFF2-40B4-BE49-F238E27FC236}">
                  <a16:creationId xmlns:a16="http://schemas.microsoft.com/office/drawing/2014/main" xmlns="" id="{A802508D-B73E-4F53-89A1-A71BF44C6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6250920" y="2677576"/>
              <a:ext cx="914400" cy="914400"/>
            </a:xfrm>
            <a:prstGeom prst="rect">
              <a:avLst/>
            </a:prstGeom>
          </p:spPr>
        </p:pic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xmlns="" id="{AB88FA59-83E9-4833-B3EE-DA6A399ADC1B}"/>
                </a:ext>
              </a:extLst>
            </p:cNvPr>
            <p:cNvCxnSpPr>
              <a:cxnSpLocks/>
            </p:cNvCxnSpPr>
            <p:nvPr/>
          </p:nvCxnSpPr>
          <p:spPr>
            <a:xfrm>
              <a:off x="6201937" y="1868565"/>
              <a:ext cx="0" cy="4231928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xmlns="" id="{84E3394A-F26B-4BF9-B800-0B033C1D4A48}"/>
                </a:ext>
              </a:extLst>
            </p:cNvPr>
            <p:cNvGrpSpPr/>
            <p:nvPr/>
          </p:nvGrpSpPr>
          <p:grpSpPr>
            <a:xfrm>
              <a:off x="6416328" y="3525037"/>
              <a:ext cx="2843380" cy="914400"/>
              <a:chOff x="6516689" y="3591976"/>
              <a:chExt cx="2843380" cy="914400"/>
            </a:xfrm>
          </p:grpSpPr>
          <p:sp>
            <p:nvSpPr>
              <p:cNvPr id="29" name="四角形: 角を丸くする 28">
                <a:extLst>
                  <a:ext uri="{FF2B5EF4-FFF2-40B4-BE49-F238E27FC236}">
                    <a16:creationId xmlns:a16="http://schemas.microsoft.com/office/drawing/2014/main" xmlns="" id="{C2943B4D-8F67-47E5-AAF2-CD869C47859B}"/>
                  </a:ext>
                </a:extLst>
              </p:cNvPr>
              <p:cNvSpPr/>
              <p:nvPr/>
            </p:nvSpPr>
            <p:spPr>
              <a:xfrm>
                <a:off x="6516689" y="3591976"/>
                <a:ext cx="2843380" cy="914400"/>
              </a:xfrm>
              <a:prstGeom prst="roundRect">
                <a:avLst/>
              </a:prstGeom>
              <a:solidFill>
                <a:schemeClr val="accent1"/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xmlns="" id="{4DB45967-2B80-4A97-9C8A-4D112EFB25BA}"/>
                  </a:ext>
                </a:extLst>
              </p:cNvPr>
              <p:cNvSpPr txBox="1"/>
              <p:nvPr/>
            </p:nvSpPr>
            <p:spPr>
              <a:xfrm>
                <a:off x="6596522" y="3762139"/>
                <a:ext cx="26817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支援男性美體的集客企劃</a:t>
                </a:r>
                <a:endParaRPr kumimoji="1" lang="ja-JP" altLang="en-US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xmlns="" id="{C8B6E07B-77E9-45EB-B0C7-C78A7E77E8C3}"/>
                </a:ext>
              </a:extLst>
            </p:cNvPr>
            <p:cNvSpPr txBox="1"/>
            <p:nvPr/>
          </p:nvSpPr>
          <p:spPr>
            <a:xfrm>
              <a:off x="1040782" y="628377"/>
              <a:ext cx="185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減肥瘦身調查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xmlns="" id="{7BE7449D-B2CA-476C-95B8-2F99BF2BA772}"/>
                </a:ext>
              </a:extLst>
            </p:cNvPr>
            <p:cNvSpPr/>
            <p:nvPr/>
          </p:nvSpPr>
          <p:spPr>
            <a:xfrm>
              <a:off x="1040782" y="936154"/>
              <a:ext cx="1800000" cy="10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600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364</TotalTime>
  <Words>924</Words>
  <Application>Microsoft Office PowerPoint</Application>
  <PresentationFormat>A4 紙張 (210x297 公釐)</PresentationFormat>
  <Paragraphs>34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メイリオ</vt:lpstr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27</cp:revision>
  <dcterms:created xsi:type="dcterms:W3CDTF">2017-11-09T07:26:57Z</dcterms:created>
  <dcterms:modified xsi:type="dcterms:W3CDTF">2018-09-22T16:05:43Z</dcterms:modified>
</cp:coreProperties>
</file>