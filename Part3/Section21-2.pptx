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81FBCB-3DFA-4F5D-893C-42A387CF8B9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52DF102-1B82-48A8-ABB5-312083DF3C88}">
      <dgm:prSet phldrT="[テキスト]"/>
      <dgm:spPr/>
      <dgm:t>
        <a:bodyPr/>
        <a:lstStyle/>
        <a:p>
          <a:r>
            <a:rPr kumimoji="1" lang="zh-TW" altLang="en-US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成本領先戰略</a:t>
          </a:r>
          <a:endParaRPr kumimoji="1" lang="ja-JP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F9FD49E-14CF-4D5D-A9B1-16E1CB98DDA9}" type="parTrans" cxnId="{B7E024FE-AF96-4B1E-BAC0-59ACD2BE505D}">
      <dgm:prSet/>
      <dgm:spPr/>
      <dgm:t>
        <a:bodyPr/>
        <a:lstStyle/>
        <a:p>
          <a:endParaRPr kumimoji="1" lang="ja-JP" altLang="en-US"/>
        </a:p>
      </dgm:t>
    </dgm:pt>
    <dgm:pt modelId="{3269F740-F606-4DFF-A305-19A5797111A6}" type="sibTrans" cxnId="{B7E024FE-AF96-4B1E-BAC0-59ACD2BE505D}">
      <dgm:prSet/>
      <dgm:spPr/>
      <dgm:t>
        <a:bodyPr/>
        <a:lstStyle/>
        <a:p>
          <a:endParaRPr kumimoji="1" lang="ja-JP" altLang="en-US"/>
        </a:p>
      </dgm:t>
    </dgm:pt>
    <dgm:pt modelId="{4B91B710-3887-43C1-A3FA-1752499917DE}">
      <dgm:prSet/>
      <dgm:spPr/>
      <dgm:t>
        <a:bodyPr/>
        <a:lstStyle/>
        <a:p>
          <a:r>
            <a:rPr kumimoji="1" lang="zh-TW" altLang="en-US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差別化戰略</a:t>
          </a:r>
          <a:endParaRPr kumimoji="1" lang="ja-JP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D3D85B8-6784-47A4-AFBA-4F3B2936F6A7}" type="parTrans" cxnId="{AF2D071F-3BAE-49FC-8A20-A0137576ED18}">
      <dgm:prSet/>
      <dgm:spPr/>
      <dgm:t>
        <a:bodyPr/>
        <a:lstStyle/>
        <a:p>
          <a:endParaRPr kumimoji="1" lang="ja-JP" altLang="en-US"/>
        </a:p>
      </dgm:t>
    </dgm:pt>
    <dgm:pt modelId="{EF3951D1-61E9-40B0-A35A-006BF1879C01}" type="sibTrans" cxnId="{AF2D071F-3BAE-49FC-8A20-A0137576ED18}">
      <dgm:prSet/>
      <dgm:spPr/>
      <dgm:t>
        <a:bodyPr/>
        <a:lstStyle/>
        <a:p>
          <a:endParaRPr kumimoji="1" lang="ja-JP" altLang="en-US"/>
        </a:p>
      </dgm:t>
    </dgm:pt>
    <dgm:pt modelId="{0D4120ED-A783-4814-A819-948E16726A25}">
      <dgm:prSet/>
      <dgm:spPr/>
      <dgm:t>
        <a:bodyPr/>
        <a:lstStyle/>
        <a:p>
          <a:r>
            <a:rPr kumimoji="1" lang="zh-TW" altLang="en-US" smtClean="0">
              <a:latin typeface="微軟正黑體" panose="020B0604030504040204" pitchFamily="34" charset="-120"/>
              <a:ea typeface="微軟正黑體" panose="020B0604030504040204" pitchFamily="34" charset="-120"/>
            </a:rPr>
            <a:t>集中戰略</a:t>
          </a:r>
          <a:endParaRPr kumimoji="1" lang="ja-JP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9F45EB1-564F-4439-AD29-03745099D3C5}" type="parTrans" cxnId="{9F92AE2B-A6C2-4618-9708-6730088543DA}">
      <dgm:prSet/>
      <dgm:spPr/>
      <dgm:t>
        <a:bodyPr/>
        <a:lstStyle/>
        <a:p>
          <a:endParaRPr kumimoji="1" lang="ja-JP" altLang="en-US"/>
        </a:p>
      </dgm:t>
    </dgm:pt>
    <dgm:pt modelId="{6C386722-8810-414A-9A3A-B54FF706EEEE}" type="sibTrans" cxnId="{9F92AE2B-A6C2-4618-9708-6730088543DA}">
      <dgm:prSet/>
      <dgm:spPr/>
      <dgm:t>
        <a:bodyPr/>
        <a:lstStyle/>
        <a:p>
          <a:endParaRPr kumimoji="1" lang="ja-JP" altLang="en-US"/>
        </a:p>
      </dgm:t>
    </dgm:pt>
    <dgm:pt modelId="{1F06624D-EC46-496F-B6F2-6B13A1D82471}" type="pres">
      <dgm:prSet presAssocID="{E981FBCB-3DFA-4F5D-893C-42A387CF8B95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TW" altLang="en-US"/>
        </a:p>
      </dgm:t>
    </dgm:pt>
    <dgm:pt modelId="{52F1E8ED-797B-4B84-BAEE-2313AED6C90C}" type="pres">
      <dgm:prSet presAssocID="{E981FBCB-3DFA-4F5D-893C-42A387CF8B95}" presName="Name1" presStyleCnt="0"/>
      <dgm:spPr/>
    </dgm:pt>
    <dgm:pt modelId="{261C621C-84AC-4390-AE71-F3BF31634773}" type="pres">
      <dgm:prSet presAssocID="{E981FBCB-3DFA-4F5D-893C-42A387CF8B95}" presName="cycle" presStyleCnt="0"/>
      <dgm:spPr/>
    </dgm:pt>
    <dgm:pt modelId="{667221DF-14E6-4AE3-B065-43CF9BBE3647}" type="pres">
      <dgm:prSet presAssocID="{E981FBCB-3DFA-4F5D-893C-42A387CF8B95}" presName="srcNode" presStyleLbl="node1" presStyleIdx="0" presStyleCnt="3"/>
      <dgm:spPr/>
    </dgm:pt>
    <dgm:pt modelId="{86A50380-948D-4600-8624-F99B874B44DC}" type="pres">
      <dgm:prSet presAssocID="{E981FBCB-3DFA-4F5D-893C-42A387CF8B95}" presName="conn" presStyleLbl="parChTrans1D2" presStyleIdx="0" presStyleCnt="1"/>
      <dgm:spPr/>
      <dgm:t>
        <a:bodyPr/>
        <a:lstStyle/>
        <a:p>
          <a:endParaRPr lang="zh-TW" altLang="en-US"/>
        </a:p>
      </dgm:t>
    </dgm:pt>
    <dgm:pt modelId="{D67AAE7D-32BA-4FC8-9455-D447E1FBEE9B}" type="pres">
      <dgm:prSet presAssocID="{E981FBCB-3DFA-4F5D-893C-42A387CF8B95}" presName="extraNode" presStyleLbl="node1" presStyleIdx="0" presStyleCnt="3"/>
      <dgm:spPr/>
    </dgm:pt>
    <dgm:pt modelId="{354B3917-BE01-4443-AB45-C74FB6EBF6D2}" type="pres">
      <dgm:prSet presAssocID="{E981FBCB-3DFA-4F5D-893C-42A387CF8B95}" presName="dstNode" presStyleLbl="node1" presStyleIdx="0" presStyleCnt="3"/>
      <dgm:spPr/>
    </dgm:pt>
    <dgm:pt modelId="{C40A5100-2462-4EC6-90CB-0B2077F04899}" type="pres">
      <dgm:prSet presAssocID="{652DF102-1B82-48A8-ABB5-312083DF3C88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9CCE106-E0B1-41E8-BB0B-FE9F4B293C34}" type="pres">
      <dgm:prSet presAssocID="{652DF102-1B82-48A8-ABB5-312083DF3C88}" presName="accent_1" presStyleCnt="0"/>
      <dgm:spPr/>
    </dgm:pt>
    <dgm:pt modelId="{B4DFCAE5-C0FD-452C-8482-4DF4B945BC02}" type="pres">
      <dgm:prSet presAssocID="{652DF102-1B82-48A8-ABB5-312083DF3C88}" presName="accentRepeatNode" presStyleLbl="solidFgAcc1" presStyleIdx="0" presStyleCnt="3"/>
      <dgm:spPr/>
    </dgm:pt>
    <dgm:pt modelId="{AF8EE8C7-ED13-4FA8-9DD1-CEE4569D185E}" type="pres">
      <dgm:prSet presAssocID="{4B91B710-3887-43C1-A3FA-1752499917DE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28CD83E-6837-4544-83C2-BE269ECEB36D}" type="pres">
      <dgm:prSet presAssocID="{4B91B710-3887-43C1-A3FA-1752499917DE}" presName="accent_2" presStyleCnt="0"/>
      <dgm:spPr/>
    </dgm:pt>
    <dgm:pt modelId="{382C6438-0930-44CC-B0CE-073A919C01DC}" type="pres">
      <dgm:prSet presAssocID="{4B91B710-3887-43C1-A3FA-1752499917DE}" presName="accentRepeatNode" presStyleLbl="solidFgAcc1" presStyleIdx="1" presStyleCnt="3"/>
      <dgm:spPr/>
    </dgm:pt>
    <dgm:pt modelId="{D671F3BF-1B2C-45D1-AF2D-25A7660418B1}" type="pres">
      <dgm:prSet presAssocID="{0D4120ED-A783-4814-A819-948E16726A25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EB74789-04C3-4202-91FE-5855A88DFF00}" type="pres">
      <dgm:prSet presAssocID="{0D4120ED-A783-4814-A819-948E16726A25}" presName="accent_3" presStyleCnt="0"/>
      <dgm:spPr/>
    </dgm:pt>
    <dgm:pt modelId="{2599EB43-771F-431B-BA92-602360AAF0A0}" type="pres">
      <dgm:prSet presAssocID="{0D4120ED-A783-4814-A819-948E16726A25}" presName="accentRepeatNode" presStyleLbl="solidFgAcc1" presStyleIdx="2" presStyleCnt="3"/>
      <dgm:spPr/>
    </dgm:pt>
  </dgm:ptLst>
  <dgm:cxnLst>
    <dgm:cxn modelId="{AF2D071F-3BAE-49FC-8A20-A0137576ED18}" srcId="{E981FBCB-3DFA-4F5D-893C-42A387CF8B95}" destId="{4B91B710-3887-43C1-A3FA-1752499917DE}" srcOrd="1" destOrd="0" parTransId="{BD3D85B8-6784-47A4-AFBA-4F3B2936F6A7}" sibTransId="{EF3951D1-61E9-40B0-A35A-006BF1879C01}"/>
    <dgm:cxn modelId="{B7E024FE-AF96-4B1E-BAC0-59ACD2BE505D}" srcId="{E981FBCB-3DFA-4F5D-893C-42A387CF8B95}" destId="{652DF102-1B82-48A8-ABB5-312083DF3C88}" srcOrd="0" destOrd="0" parTransId="{DF9FD49E-14CF-4D5D-A9B1-16E1CB98DDA9}" sibTransId="{3269F740-F606-4DFF-A305-19A5797111A6}"/>
    <dgm:cxn modelId="{C07CDE43-AFF9-42C1-9DF6-A554B72A16DC}" type="presOf" srcId="{4B91B710-3887-43C1-A3FA-1752499917DE}" destId="{AF8EE8C7-ED13-4FA8-9DD1-CEE4569D185E}" srcOrd="0" destOrd="0" presId="urn:microsoft.com/office/officeart/2008/layout/VerticalCurvedList"/>
    <dgm:cxn modelId="{76593796-493E-4A0E-A99F-42476BF8C0E7}" type="presOf" srcId="{3269F740-F606-4DFF-A305-19A5797111A6}" destId="{86A50380-948D-4600-8624-F99B874B44DC}" srcOrd="0" destOrd="0" presId="urn:microsoft.com/office/officeart/2008/layout/VerticalCurvedList"/>
    <dgm:cxn modelId="{1036EA95-6369-4F10-B5AE-F82FFEF8BB00}" type="presOf" srcId="{652DF102-1B82-48A8-ABB5-312083DF3C88}" destId="{C40A5100-2462-4EC6-90CB-0B2077F04899}" srcOrd="0" destOrd="0" presId="urn:microsoft.com/office/officeart/2008/layout/VerticalCurvedList"/>
    <dgm:cxn modelId="{8750DEC8-8BBF-4051-9E45-A4D801EBC232}" type="presOf" srcId="{0D4120ED-A783-4814-A819-948E16726A25}" destId="{D671F3BF-1B2C-45D1-AF2D-25A7660418B1}" srcOrd="0" destOrd="0" presId="urn:microsoft.com/office/officeart/2008/layout/VerticalCurvedList"/>
    <dgm:cxn modelId="{660394BD-CF8B-4342-A03F-D91C43CF148E}" type="presOf" srcId="{E981FBCB-3DFA-4F5D-893C-42A387CF8B95}" destId="{1F06624D-EC46-496F-B6F2-6B13A1D82471}" srcOrd="0" destOrd="0" presId="urn:microsoft.com/office/officeart/2008/layout/VerticalCurvedList"/>
    <dgm:cxn modelId="{9F92AE2B-A6C2-4618-9708-6730088543DA}" srcId="{E981FBCB-3DFA-4F5D-893C-42A387CF8B95}" destId="{0D4120ED-A783-4814-A819-948E16726A25}" srcOrd="2" destOrd="0" parTransId="{59F45EB1-564F-4439-AD29-03745099D3C5}" sibTransId="{6C386722-8810-414A-9A3A-B54FF706EEEE}"/>
    <dgm:cxn modelId="{03BB5EAB-4419-465C-9175-247D0797FCE6}" type="presParOf" srcId="{1F06624D-EC46-496F-B6F2-6B13A1D82471}" destId="{52F1E8ED-797B-4B84-BAEE-2313AED6C90C}" srcOrd="0" destOrd="0" presId="urn:microsoft.com/office/officeart/2008/layout/VerticalCurvedList"/>
    <dgm:cxn modelId="{0FB1877B-8E32-4075-8032-06048B977AE4}" type="presParOf" srcId="{52F1E8ED-797B-4B84-BAEE-2313AED6C90C}" destId="{261C621C-84AC-4390-AE71-F3BF31634773}" srcOrd="0" destOrd="0" presId="urn:microsoft.com/office/officeart/2008/layout/VerticalCurvedList"/>
    <dgm:cxn modelId="{F1EA5C7F-D1E6-4B8C-B7DE-C209A18ED35F}" type="presParOf" srcId="{261C621C-84AC-4390-AE71-F3BF31634773}" destId="{667221DF-14E6-4AE3-B065-43CF9BBE3647}" srcOrd="0" destOrd="0" presId="urn:microsoft.com/office/officeart/2008/layout/VerticalCurvedList"/>
    <dgm:cxn modelId="{90B851B5-FEB9-426F-AD7A-773945F0C1BB}" type="presParOf" srcId="{261C621C-84AC-4390-AE71-F3BF31634773}" destId="{86A50380-948D-4600-8624-F99B874B44DC}" srcOrd="1" destOrd="0" presId="urn:microsoft.com/office/officeart/2008/layout/VerticalCurvedList"/>
    <dgm:cxn modelId="{7DB14151-B1E2-4575-882A-6DDE48F3164F}" type="presParOf" srcId="{261C621C-84AC-4390-AE71-F3BF31634773}" destId="{D67AAE7D-32BA-4FC8-9455-D447E1FBEE9B}" srcOrd="2" destOrd="0" presId="urn:microsoft.com/office/officeart/2008/layout/VerticalCurvedList"/>
    <dgm:cxn modelId="{5C08914F-41CF-4C55-8D9E-19A928465C48}" type="presParOf" srcId="{261C621C-84AC-4390-AE71-F3BF31634773}" destId="{354B3917-BE01-4443-AB45-C74FB6EBF6D2}" srcOrd="3" destOrd="0" presId="urn:microsoft.com/office/officeart/2008/layout/VerticalCurvedList"/>
    <dgm:cxn modelId="{DDF8CFD8-4C84-40D3-BE92-1CF23B908D05}" type="presParOf" srcId="{52F1E8ED-797B-4B84-BAEE-2313AED6C90C}" destId="{C40A5100-2462-4EC6-90CB-0B2077F04899}" srcOrd="1" destOrd="0" presId="urn:microsoft.com/office/officeart/2008/layout/VerticalCurvedList"/>
    <dgm:cxn modelId="{2D938946-9034-441B-B866-9ECD99D9340A}" type="presParOf" srcId="{52F1E8ED-797B-4B84-BAEE-2313AED6C90C}" destId="{69CCE106-E0B1-41E8-BB0B-FE9F4B293C34}" srcOrd="2" destOrd="0" presId="urn:microsoft.com/office/officeart/2008/layout/VerticalCurvedList"/>
    <dgm:cxn modelId="{731FE11D-768D-4F10-8472-8C292D61EB29}" type="presParOf" srcId="{69CCE106-E0B1-41E8-BB0B-FE9F4B293C34}" destId="{B4DFCAE5-C0FD-452C-8482-4DF4B945BC02}" srcOrd="0" destOrd="0" presId="urn:microsoft.com/office/officeart/2008/layout/VerticalCurvedList"/>
    <dgm:cxn modelId="{128B4D60-F3D6-4E6E-8FEC-4461447C5B17}" type="presParOf" srcId="{52F1E8ED-797B-4B84-BAEE-2313AED6C90C}" destId="{AF8EE8C7-ED13-4FA8-9DD1-CEE4569D185E}" srcOrd="3" destOrd="0" presId="urn:microsoft.com/office/officeart/2008/layout/VerticalCurvedList"/>
    <dgm:cxn modelId="{8AECF86D-6CC9-4D6F-BB71-3DA756B41124}" type="presParOf" srcId="{52F1E8ED-797B-4B84-BAEE-2313AED6C90C}" destId="{528CD83E-6837-4544-83C2-BE269ECEB36D}" srcOrd="4" destOrd="0" presId="urn:microsoft.com/office/officeart/2008/layout/VerticalCurvedList"/>
    <dgm:cxn modelId="{1087B078-7333-4E0D-BF94-35033DC56514}" type="presParOf" srcId="{528CD83E-6837-4544-83C2-BE269ECEB36D}" destId="{382C6438-0930-44CC-B0CE-073A919C01DC}" srcOrd="0" destOrd="0" presId="urn:microsoft.com/office/officeart/2008/layout/VerticalCurvedList"/>
    <dgm:cxn modelId="{E986F38F-BAA3-4B84-A7C1-D92EEE6FD875}" type="presParOf" srcId="{52F1E8ED-797B-4B84-BAEE-2313AED6C90C}" destId="{D671F3BF-1B2C-45D1-AF2D-25A7660418B1}" srcOrd="5" destOrd="0" presId="urn:microsoft.com/office/officeart/2008/layout/VerticalCurvedList"/>
    <dgm:cxn modelId="{66B6F121-E8A3-4FAA-A38B-B0F65FED3165}" type="presParOf" srcId="{52F1E8ED-797B-4B84-BAEE-2313AED6C90C}" destId="{4EB74789-04C3-4202-91FE-5855A88DFF00}" srcOrd="6" destOrd="0" presId="urn:microsoft.com/office/officeart/2008/layout/VerticalCurvedList"/>
    <dgm:cxn modelId="{5D7F4C6F-C806-4C1E-AE56-C168A148E2EC}" type="presParOf" srcId="{4EB74789-04C3-4202-91FE-5855A88DFF00}" destId="{2599EB43-771F-431B-BA92-602360AAF0A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A50380-948D-4600-8624-F99B874B44DC}">
      <dsp:nvSpPr>
        <dsp:cNvPr id="0" name=""/>
        <dsp:cNvSpPr/>
      </dsp:nvSpPr>
      <dsp:spPr>
        <a:xfrm>
          <a:off x="-4977497" y="-762658"/>
          <a:ext cx="5927984" cy="5927984"/>
        </a:xfrm>
        <a:prstGeom prst="blockArc">
          <a:avLst>
            <a:gd name="adj1" fmla="val 18900000"/>
            <a:gd name="adj2" fmla="val 2700000"/>
            <a:gd name="adj3" fmla="val 36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0A5100-2462-4EC6-90CB-0B2077F04899}">
      <dsp:nvSpPr>
        <dsp:cNvPr id="0" name=""/>
        <dsp:cNvSpPr/>
      </dsp:nvSpPr>
      <dsp:spPr>
        <a:xfrm>
          <a:off x="611311" y="440266"/>
          <a:ext cx="5932153" cy="8805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923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400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成本領先戰略</a:t>
          </a:r>
          <a:endParaRPr kumimoji="1" lang="ja-JP" altLang="en-US" sz="34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611311" y="440266"/>
        <a:ext cx="5932153" cy="880533"/>
      </dsp:txXfrm>
    </dsp:sp>
    <dsp:sp modelId="{B4DFCAE5-C0FD-452C-8482-4DF4B945BC02}">
      <dsp:nvSpPr>
        <dsp:cNvPr id="0" name=""/>
        <dsp:cNvSpPr/>
      </dsp:nvSpPr>
      <dsp:spPr>
        <a:xfrm>
          <a:off x="60978" y="3302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EE8C7-ED13-4FA8-9DD1-CEE4569D185E}">
      <dsp:nvSpPr>
        <dsp:cNvPr id="0" name=""/>
        <dsp:cNvSpPr/>
      </dsp:nvSpPr>
      <dsp:spPr>
        <a:xfrm>
          <a:off x="931385" y="1761066"/>
          <a:ext cx="5612079" cy="8805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923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400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差別化戰略</a:t>
          </a:r>
          <a:endParaRPr kumimoji="1" lang="ja-JP" altLang="en-US" sz="34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931385" y="1761066"/>
        <a:ext cx="5612079" cy="880533"/>
      </dsp:txXfrm>
    </dsp:sp>
    <dsp:sp modelId="{382C6438-0930-44CC-B0CE-073A919C01DC}">
      <dsp:nvSpPr>
        <dsp:cNvPr id="0" name=""/>
        <dsp:cNvSpPr/>
      </dsp:nvSpPr>
      <dsp:spPr>
        <a:xfrm>
          <a:off x="381052" y="16510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1F3BF-1B2C-45D1-AF2D-25A7660418B1}">
      <dsp:nvSpPr>
        <dsp:cNvPr id="0" name=""/>
        <dsp:cNvSpPr/>
      </dsp:nvSpPr>
      <dsp:spPr>
        <a:xfrm>
          <a:off x="611311" y="3081866"/>
          <a:ext cx="5932153" cy="8805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923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400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集中戰略</a:t>
          </a:r>
          <a:endParaRPr kumimoji="1" lang="ja-JP" altLang="en-US" sz="34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611311" y="3081866"/>
        <a:ext cx="5932153" cy="880533"/>
      </dsp:txXfrm>
    </dsp:sp>
    <dsp:sp modelId="{2599EB43-771F-431B-BA92-602360AAF0A0}">
      <dsp:nvSpPr>
        <dsp:cNvPr id="0" name=""/>
        <dsp:cNvSpPr/>
      </dsp:nvSpPr>
      <dsp:spPr>
        <a:xfrm>
          <a:off x="60978" y="2971800"/>
          <a:ext cx="1100666" cy="1100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2CFAE094-5688-4EAE-BEDA-812F349D49AF}"/>
              </a:ext>
            </a:extLst>
          </p:cNvPr>
          <p:cNvGrpSpPr/>
          <p:nvPr/>
        </p:nvGrpSpPr>
        <p:grpSpPr>
          <a:xfrm>
            <a:off x="437535" y="867006"/>
            <a:ext cx="9030930" cy="5185543"/>
            <a:chOff x="437535" y="867006"/>
            <a:chExt cx="9030930" cy="5185543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437535" y="5467774"/>
              <a:ext cx="29425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確實的學</a:t>
              </a:r>
              <a:r>
                <a:rPr kumimoji="1"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力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F698C8F7-123C-4556-82CD-8842EFA209F9}"/>
                </a:ext>
              </a:extLst>
            </p:cNvPr>
            <p:cNvSpPr/>
            <p:nvPr/>
          </p:nvSpPr>
          <p:spPr>
            <a:xfrm>
              <a:off x="1545011" y="867006"/>
              <a:ext cx="681597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3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希望讓孩子學習的</a:t>
              </a:r>
              <a:endParaRPr lang="en-US" altLang="zh-TW" sz="36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3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3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大要素</a:t>
              </a:r>
              <a:endParaRPr lang="ja-JP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E6E4EC90-B4C1-4470-B86B-0C53E6C7AE9A}"/>
                </a:ext>
              </a:extLst>
            </p:cNvPr>
            <p:cNvSpPr txBox="1"/>
            <p:nvPr/>
          </p:nvSpPr>
          <p:spPr>
            <a:xfrm>
              <a:off x="3481731" y="5467774"/>
              <a:ext cx="29425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豐富的人間性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514E08DA-E3C8-41AD-905C-AD3D1ABF669A}"/>
                </a:ext>
              </a:extLst>
            </p:cNvPr>
            <p:cNvSpPr txBox="1"/>
            <p:nvPr/>
          </p:nvSpPr>
          <p:spPr>
            <a:xfrm>
              <a:off x="6525927" y="5467774"/>
              <a:ext cx="29425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健康與體力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5" name="グラフィックス 14" descr="男性">
              <a:extLst>
                <a:ext uri="{FF2B5EF4-FFF2-40B4-BE49-F238E27FC236}">
                  <a16:creationId xmlns:a16="http://schemas.microsoft.com/office/drawing/2014/main" xmlns="" id="{377AB808-B990-4C52-848C-EE39D9AD7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788106" y="3102426"/>
              <a:ext cx="2241396" cy="2241396"/>
            </a:xfrm>
            <a:prstGeom prst="rect">
              <a:avLst/>
            </a:prstGeom>
          </p:spPr>
        </p:pic>
        <p:pic>
          <p:nvPicPr>
            <p:cNvPr id="17" name="グラフィックス 16" descr="女性">
              <a:extLst>
                <a:ext uri="{FF2B5EF4-FFF2-40B4-BE49-F238E27FC236}">
                  <a16:creationId xmlns:a16="http://schemas.microsoft.com/office/drawing/2014/main" xmlns="" id="{6E7217B5-23AA-4C17-B9AF-DE8C9CBD4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832302" y="3102426"/>
              <a:ext cx="2241396" cy="2241396"/>
            </a:xfrm>
            <a:prstGeom prst="rect">
              <a:avLst/>
            </a:prstGeom>
          </p:spPr>
        </p:pic>
        <p:pic>
          <p:nvPicPr>
            <p:cNvPr id="18" name="グラフィックス 17" descr="男性">
              <a:extLst>
                <a:ext uri="{FF2B5EF4-FFF2-40B4-BE49-F238E27FC236}">
                  <a16:creationId xmlns:a16="http://schemas.microsoft.com/office/drawing/2014/main" xmlns="" id="{ABAE5D62-4104-4465-94C5-58AB3ABF2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6876498" y="3102426"/>
              <a:ext cx="2241396" cy="22413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7D1AB04B-4EB4-486F-92BF-3B6DF49F8BD5}"/>
              </a:ext>
            </a:extLst>
          </p:cNvPr>
          <p:cNvGrpSpPr/>
          <p:nvPr/>
        </p:nvGrpSpPr>
        <p:grpSpPr>
          <a:xfrm>
            <a:off x="1469925" y="616283"/>
            <a:ext cx="6966152" cy="5853719"/>
            <a:chOff x="1469925" y="616283"/>
            <a:chExt cx="6966152" cy="5853719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F698C8F7-123C-4556-82CD-8842EFA209F9}"/>
                </a:ext>
              </a:extLst>
            </p:cNvPr>
            <p:cNvSpPr/>
            <p:nvPr/>
          </p:nvSpPr>
          <p:spPr>
            <a:xfrm>
              <a:off x="1469925" y="616283"/>
              <a:ext cx="6966152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建構競爭優勢性的</a:t>
              </a:r>
              <a:r>
                <a:rPr lang="en-US" altLang="ja-JP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en-US" altLang="ja-JP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大基本戰略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4" name="図表 3">
              <a:extLst>
                <a:ext uri="{FF2B5EF4-FFF2-40B4-BE49-F238E27FC236}">
                  <a16:creationId xmlns:a16="http://schemas.microsoft.com/office/drawing/2014/main" xmlns="" id="{8A768058-E77D-4CF9-916B-6A834ABD404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46645663"/>
                </p:ext>
              </p:extLst>
            </p:nvPr>
          </p:nvGraphicFramePr>
          <p:xfrm>
            <a:off x="1651000" y="2067335"/>
            <a:ext cx="6604000" cy="4402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592B4384-748A-4191-9ABF-D5127A3B8E38}"/>
                </a:ext>
              </a:extLst>
            </p:cNvPr>
            <p:cNvSpPr/>
            <p:nvPr/>
          </p:nvSpPr>
          <p:spPr>
            <a:xfrm>
              <a:off x="1882879" y="2554788"/>
              <a:ext cx="771830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4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１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xmlns="" id="{7D827425-79AC-49D6-B1B8-F64BD568029F}"/>
                </a:ext>
              </a:extLst>
            </p:cNvPr>
            <p:cNvSpPr/>
            <p:nvPr/>
          </p:nvSpPr>
          <p:spPr>
            <a:xfrm>
              <a:off x="2209799" y="3897640"/>
              <a:ext cx="771830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4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２</a:t>
              </a: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xmlns="" id="{9D15C86E-F515-4E2D-B3A3-A5AA4A583EE0}"/>
                </a:ext>
              </a:extLst>
            </p:cNvPr>
            <p:cNvSpPr/>
            <p:nvPr/>
          </p:nvSpPr>
          <p:spPr>
            <a:xfrm>
              <a:off x="1882879" y="5240492"/>
              <a:ext cx="771830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4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435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2D62A43A-2B03-49E4-AA9B-5C6CC643F25E}"/>
              </a:ext>
            </a:extLst>
          </p:cNvPr>
          <p:cNvGrpSpPr/>
          <p:nvPr/>
        </p:nvGrpSpPr>
        <p:grpSpPr>
          <a:xfrm>
            <a:off x="554895" y="272894"/>
            <a:ext cx="8796210" cy="6142294"/>
            <a:chOff x="554895" y="272894"/>
            <a:chExt cx="8796210" cy="614229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xmlns="" id="{FE396660-4D77-48E6-8E6B-C8B98C900E40}"/>
                </a:ext>
              </a:extLst>
            </p:cNvPr>
            <p:cNvSpPr/>
            <p:nvPr/>
          </p:nvSpPr>
          <p:spPr>
            <a:xfrm>
              <a:off x="5283105" y="3715188"/>
              <a:ext cx="4068000" cy="2700000"/>
            </a:xfrm>
            <a:prstGeom prst="rect">
              <a:avLst/>
            </a:prstGeom>
            <a:noFill/>
            <a:ln w="57150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xmlns="" id="{3BB6D661-2AD5-4A1E-BBB3-7B978905A9C8}"/>
                </a:ext>
              </a:extLst>
            </p:cNvPr>
            <p:cNvSpPr/>
            <p:nvPr/>
          </p:nvSpPr>
          <p:spPr>
            <a:xfrm>
              <a:off x="554895" y="3715188"/>
              <a:ext cx="4068000" cy="2700000"/>
            </a:xfrm>
            <a:prstGeom prst="rect">
              <a:avLst/>
            </a:prstGeom>
            <a:noFill/>
            <a:ln w="571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BD0031AD-1F06-4DDB-92A5-65745D89409B}"/>
                </a:ext>
              </a:extLst>
            </p:cNvPr>
            <p:cNvSpPr/>
            <p:nvPr/>
          </p:nvSpPr>
          <p:spPr>
            <a:xfrm>
              <a:off x="5283105" y="442812"/>
              <a:ext cx="4068000" cy="270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554895" y="1452333"/>
              <a:ext cx="4068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4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三色食品群</a:t>
              </a:r>
              <a:endParaRPr kumimoji="1" lang="ja-JP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A1A67D91-2344-4B30-8AB9-C3619166BC66}"/>
                </a:ext>
              </a:extLst>
            </p:cNvPr>
            <p:cNvSpPr/>
            <p:nvPr/>
          </p:nvSpPr>
          <p:spPr>
            <a:xfrm>
              <a:off x="6625836" y="272894"/>
              <a:ext cx="138253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紅色群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xmlns="" id="{7319ECE8-ADA5-4DAB-940A-68F344DE6A66}"/>
                </a:ext>
              </a:extLst>
            </p:cNvPr>
            <p:cNvSpPr/>
            <p:nvPr/>
          </p:nvSpPr>
          <p:spPr>
            <a:xfrm>
              <a:off x="1897626" y="3560018"/>
              <a:ext cx="138253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綠色群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xmlns="" id="{A4805FBB-13E0-45A3-90F3-D1C070BDC55D}"/>
                </a:ext>
              </a:extLst>
            </p:cNvPr>
            <p:cNvSpPr/>
            <p:nvPr/>
          </p:nvSpPr>
          <p:spPr>
            <a:xfrm>
              <a:off x="5844171" y="743748"/>
              <a:ext cx="294586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 smtClean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製造血液和肌肉</a:t>
              </a:r>
              <a:endParaRPr lang="ja-JP" altLang="en-US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xmlns="" id="{C88DF21A-726D-4626-AF9B-0AC6BD10B447}"/>
                </a:ext>
              </a:extLst>
            </p:cNvPr>
            <p:cNvSpPr/>
            <p:nvPr/>
          </p:nvSpPr>
          <p:spPr>
            <a:xfrm>
              <a:off x="5519707" y="1560376"/>
              <a:ext cx="359479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魚、肉、黃豆等的</a:t>
              </a:r>
              <a:endParaRPr lang="en-US" altLang="zh-TW" sz="28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蛋白質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xmlns="" id="{6E6E4B50-29A0-4EC7-A870-15560F1E6702}"/>
                </a:ext>
              </a:extLst>
            </p:cNvPr>
            <p:cNvSpPr/>
            <p:nvPr/>
          </p:nvSpPr>
          <p:spPr>
            <a:xfrm>
              <a:off x="6625836" y="3560018"/>
              <a:ext cx="138253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黃色群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xmlns="" id="{E5C4F3B3-B602-4892-8665-E98CC544FF63}"/>
                </a:ext>
              </a:extLst>
            </p:cNvPr>
            <p:cNvSpPr/>
            <p:nvPr/>
          </p:nvSpPr>
          <p:spPr>
            <a:xfrm>
              <a:off x="5844171" y="4016399"/>
              <a:ext cx="294586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 smtClean="0">
                  <a:solidFill>
                    <a:schemeClr val="accent4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能量和體溫的來源</a:t>
              </a:r>
              <a:endParaRPr lang="ja-JP" altLang="en-US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xmlns="" id="{4AA20F1A-903E-44EC-ADC8-1ADCA37D459A}"/>
                </a:ext>
              </a:extLst>
            </p:cNvPr>
            <p:cNvSpPr/>
            <p:nvPr/>
          </p:nvSpPr>
          <p:spPr>
            <a:xfrm>
              <a:off x="5519707" y="4792829"/>
              <a:ext cx="3594796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穀類、砂糖、</a:t>
              </a:r>
              <a:r>
                <a:rPr lang="en-US" altLang="ja-JP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奶油等的</a:t>
              </a:r>
              <a:r>
                <a:rPr lang="en-US" altLang="ja-JP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糖質與脂質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xmlns="" id="{431A9BB5-05D7-4D7F-B342-8A7A7417070E}"/>
                </a:ext>
              </a:extLst>
            </p:cNvPr>
            <p:cNvSpPr/>
            <p:nvPr/>
          </p:nvSpPr>
          <p:spPr>
            <a:xfrm>
              <a:off x="1115961" y="4016399"/>
              <a:ext cx="294586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 smtClean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調整身體的狀態</a:t>
              </a:r>
              <a:endParaRPr lang="ja-JP" altLang="en-US" sz="20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xmlns="" id="{61B6AA50-4AFF-4A70-B066-5C232107C59C}"/>
                </a:ext>
              </a:extLst>
            </p:cNvPr>
            <p:cNvSpPr/>
            <p:nvPr/>
          </p:nvSpPr>
          <p:spPr>
            <a:xfrm>
              <a:off x="791497" y="4792829"/>
              <a:ext cx="359479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波菜、洋蔥、香菇等</a:t>
              </a:r>
              <a:r>
                <a:rPr lang="en-US" altLang="ja-JP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無機質、維他命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3367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77</Words>
  <Application>Microsoft Office PowerPoint</Application>
  <PresentationFormat>A4 紙張 (210x297 公釐)</PresentationFormat>
  <Paragraphs>23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メイリオ</vt:lpstr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16</cp:revision>
  <dcterms:created xsi:type="dcterms:W3CDTF">2017-11-09T07:26:57Z</dcterms:created>
  <dcterms:modified xsi:type="dcterms:W3CDTF">2018-09-22T10:19:03Z</dcterms:modified>
</cp:coreProperties>
</file>