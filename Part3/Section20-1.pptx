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9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="" xmlns:a16="http://schemas.microsoft.com/office/drawing/2014/main" id="{49E9C96C-5D19-4119-AE3A-E0173C4C3997}"/>
              </a:ext>
            </a:extLst>
          </p:cNvPr>
          <p:cNvGrpSpPr/>
          <p:nvPr/>
        </p:nvGrpSpPr>
        <p:grpSpPr>
          <a:xfrm>
            <a:off x="0" y="0"/>
            <a:ext cx="9906000" cy="6468118"/>
            <a:chOff x="0" y="0"/>
            <a:chExt cx="9906000" cy="6468118"/>
          </a:xfrm>
        </p:grpSpPr>
        <p:sp>
          <p:nvSpPr>
            <p:cNvPr id="2" name="正方形/長方形 1">
              <a:extLst>
                <a:ext uri="{FF2B5EF4-FFF2-40B4-BE49-F238E27FC236}">
                  <a16:creationId xmlns="" xmlns:a16="http://schemas.microsoft.com/office/drawing/2014/main" id="{0EF306DC-E81A-4B8C-8C8D-4FFA4DB586F2}"/>
                </a:ext>
              </a:extLst>
            </p:cNvPr>
            <p:cNvSpPr/>
            <p:nvPr/>
          </p:nvSpPr>
          <p:spPr>
            <a:xfrm>
              <a:off x="1020416" y="1174361"/>
              <a:ext cx="8344809" cy="52937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</a:pP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報價單或採購單、訂單或確認書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等</a:t>
              </a:r>
              <a: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文件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的輸入和儲存，間接對業務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造成極大負擔。</a:t>
              </a:r>
              <a: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過去的文件檢索都採用手動作業，</a:t>
              </a:r>
              <a: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定期儲存的作業往往都要在事後進行處理。</a:t>
              </a:r>
              <a: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於是，就會集中在月底或期末統一處理，</a:t>
              </a:r>
              <a: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因此，就會導致在時間外增加勞動的結果。</a:t>
              </a:r>
              <a: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為了改善紙張使用的非效率業務，</a:t>
              </a:r>
              <a: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提案推行非列印的</a:t>
              </a:r>
              <a:r>
                <a:rPr lang="zh-TW" altLang="en-US" sz="2800" b="1" smtClean="0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無紙化運動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。</a:t>
              </a:r>
              <a:endParaRPr lang="en-US" altLang="ja-JP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514350" indent="-514350">
                <a:spcAft>
                  <a:spcPts val="1200"/>
                </a:spcAft>
                <a:buFont typeface="+mj-lt"/>
                <a:buAutoNum type="arabicPeriod"/>
              </a:pP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無一例外的文件</a:t>
              </a:r>
              <a:r>
                <a:rPr lang="en-US" altLang="zh-TW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PDF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化</a:t>
              </a:r>
              <a:endParaRPr lang="en-US" altLang="ja-JP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514350" indent="-514350">
                <a:spcAft>
                  <a:spcPts val="1200"/>
                </a:spcAft>
                <a:buFont typeface="+mj-lt"/>
                <a:buAutoNum type="arabicPeriod"/>
              </a:pP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導入文件掃描器</a:t>
              </a:r>
              <a:endParaRPr lang="ja-JP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514350" indent="-514350">
                <a:spcAft>
                  <a:spcPts val="1200"/>
                </a:spcAft>
                <a:buFont typeface="+mj-lt"/>
                <a:buAutoNum type="arabicPeriod"/>
              </a:pP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徹底使用列表機的傳真功能</a:t>
              </a:r>
              <a:endParaRPr lang="en-US" altLang="ja-JP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="" xmlns:a16="http://schemas.microsoft.com/office/drawing/2014/main" id="{68BEAA0E-BA35-48E8-9375-1A4AAA3ED6D5}"/>
                </a:ext>
              </a:extLst>
            </p:cNvPr>
            <p:cNvSpPr/>
            <p:nvPr/>
          </p:nvSpPr>
          <p:spPr>
            <a:xfrm>
              <a:off x="0" y="0"/>
              <a:ext cx="9906000" cy="936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="" xmlns:a16="http://schemas.microsoft.com/office/drawing/2014/main" id="{0BFAF4D1-B586-45C4-BA13-BC468ED0442C}"/>
                </a:ext>
              </a:extLst>
            </p:cNvPr>
            <p:cNvSpPr/>
            <p:nvPr/>
          </p:nvSpPr>
          <p:spPr>
            <a:xfrm>
              <a:off x="1020416" y="294793"/>
              <a:ext cx="382988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3200" b="1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文件整理的改善案</a:t>
              </a:r>
              <a:endParaRPr lang="ja-JP" altLang="en-US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4582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="" xmlns:a16="http://schemas.microsoft.com/office/drawing/2014/main" id="{CBA70921-9B4A-4487-AAEC-EFF2538C4850}"/>
              </a:ext>
            </a:extLst>
          </p:cNvPr>
          <p:cNvGrpSpPr/>
          <p:nvPr/>
        </p:nvGrpSpPr>
        <p:grpSpPr>
          <a:xfrm>
            <a:off x="0" y="0"/>
            <a:ext cx="9906000" cy="6006453"/>
            <a:chOff x="0" y="0"/>
            <a:chExt cx="9906000" cy="6006453"/>
          </a:xfrm>
        </p:grpSpPr>
        <p:sp>
          <p:nvSpPr>
            <p:cNvPr id="2" name="正方形/長方形 1">
              <a:extLst>
                <a:ext uri="{FF2B5EF4-FFF2-40B4-BE49-F238E27FC236}">
                  <a16:creationId xmlns="" xmlns:a16="http://schemas.microsoft.com/office/drawing/2014/main" id="{0EF306DC-E81A-4B8C-8C8D-4FFA4DB586F2}"/>
                </a:ext>
              </a:extLst>
            </p:cNvPr>
            <p:cNvSpPr/>
            <p:nvPr/>
          </p:nvSpPr>
          <p:spPr>
            <a:xfrm>
              <a:off x="1020417" y="1174361"/>
              <a:ext cx="8064590" cy="48320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報價單或採購單、訂單或確認書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等文件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的輸入和儲存，間接對業務造成極大負擔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。過去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的文件檢索都採用手動作業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，定期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儲存的作業往往都要在事後進行處理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。於是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，就會集中在月底或期末統一處理，</a:t>
              </a:r>
              <a:r>
                <a:rPr lang="en-US" altLang="zh-TW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/>
              </a:r>
              <a:br>
                <a:rPr lang="en-US" altLang="zh-TW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</a:b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因此，就會導致在時間外增加勞動的結果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。為了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改善紙張使用的非效率業務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，提案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推行非列印的</a:t>
              </a:r>
              <a:r>
                <a:rPr lang="zh-TW" altLang="en-US" sz="2800" b="1">
                  <a:solidFill>
                    <a:srgbClr val="C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無紙化運動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。</a:t>
              </a:r>
              <a:endParaRPr lang="en-US" altLang="ja-JP" sz="28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endParaRPr lang="en-US" altLang="ja-JP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無一例外的文件</a:t>
              </a:r>
              <a:r>
                <a:rPr lang="en-US" altLang="zh-TW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PDF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化</a:t>
              </a:r>
              <a:endParaRPr lang="en-US" altLang="ja-JP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導入文件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掃描器</a:t>
              </a:r>
              <a:endParaRPr lang="ja-JP" altLang="en-US" sz="28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徹底使用列表機的傳真</a:t>
              </a:r>
              <a:r>
                <a:rPr lang="zh-TW" altLang="en-US" sz="28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功</a:t>
              </a:r>
              <a:r>
                <a:rPr lang="zh-TW" altLang="en-US" sz="28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能</a:t>
              </a:r>
              <a:endParaRPr lang="en-US" altLang="zh-TW" sz="28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3" name="正方形/長方形 2">
              <a:extLst>
                <a:ext uri="{FF2B5EF4-FFF2-40B4-BE49-F238E27FC236}">
                  <a16:creationId xmlns="" xmlns:a16="http://schemas.microsoft.com/office/drawing/2014/main" id="{68BEAA0E-BA35-48E8-9375-1A4AAA3ED6D5}"/>
                </a:ext>
              </a:extLst>
            </p:cNvPr>
            <p:cNvSpPr/>
            <p:nvPr/>
          </p:nvSpPr>
          <p:spPr>
            <a:xfrm>
              <a:off x="0" y="0"/>
              <a:ext cx="9906000" cy="936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="" xmlns:a16="http://schemas.microsoft.com/office/drawing/2014/main" id="{0BFAF4D1-B586-45C4-BA13-BC468ED0442C}"/>
                </a:ext>
              </a:extLst>
            </p:cNvPr>
            <p:cNvSpPr/>
            <p:nvPr/>
          </p:nvSpPr>
          <p:spPr>
            <a:xfrm>
              <a:off x="1020416" y="294793"/>
              <a:ext cx="3829880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TW" altLang="en-US" sz="3200" b="1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文件整理的改善案</a:t>
              </a:r>
              <a:endParaRPr lang="ja-JP" altLang="en-US" sz="3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5635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77</Words>
  <Application>Microsoft Office PowerPoint</Application>
  <PresentationFormat>A4 紙張 (210x297 公釐)</PresentationFormat>
  <Paragraphs>11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Office テーマ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14</cp:revision>
  <dcterms:created xsi:type="dcterms:W3CDTF">2017-11-09T07:26:57Z</dcterms:created>
  <dcterms:modified xsi:type="dcterms:W3CDTF">2018-09-22T10:11:15Z</dcterms:modified>
</cp:coreProperties>
</file>