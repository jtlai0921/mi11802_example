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82E9B78A-1B16-43CC-AC0D-89EE79CB50CE}"/>
              </a:ext>
            </a:extLst>
          </p:cNvPr>
          <p:cNvGrpSpPr/>
          <p:nvPr/>
        </p:nvGrpSpPr>
        <p:grpSpPr>
          <a:xfrm>
            <a:off x="0" y="-2"/>
            <a:ext cx="9906000" cy="6467268"/>
            <a:chOff x="0" y="-2"/>
            <a:chExt cx="9906000" cy="6467268"/>
          </a:xfrm>
        </p:grpSpPr>
        <p:sp>
          <p:nvSpPr>
            <p:cNvPr id="7" name="正方形/長方形 6">
              <a:extLst>
                <a:ext uri="{FF2B5EF4-FFF2-40B4-BE49-F238E27FC236}">
                  <a16:creationId xmlns="" xmlns:a16="http://schemas.microsoft.com/office/drawing/2014/main" id="{EB81E5F4-D7FC-44EF-90E6-4E486A11FE74}"/>
                </a:ext>
              </a:extLst>
            </p:cNvPr>
            <p:cNvSpPr/>
            <p:nvPr/>
          </p:nvSpPr>
          <p:spPr>
            <a:xfrm>
              <a:off x="0" y="-2"/>
              <a:ext cx="9906000" cy="11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B4F3DBC5-49A7-41B6-8EFA-A5088874285A}"/>
                </a:ext>
              </a:extLst>
            </p:cNvPr>
            <p:cNvSpPr/>
            <p:nvPr/>
          </p:nvSpPr>
          <p:spPr>
            <a:xfrm>
              <a:off x="1662881" y="1573619"/>
              <a:ext cx="6239796" cy="489364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●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問卷回收的收益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興趣調查資訊（製造商）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意識調查資訊（電視台、報社等）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</a:pP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●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製造商電子報的收益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產品廣告（製造商）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活動資訊（製造商）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</a:pPr>
              <a:r>
                <a:rPr lang="ja-JP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●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登錄者</a:t>
              </a:r>
              <a:r>
                <a:rPr lang="en-US" altLang="zh-TW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PULL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型收益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影像列印服務（消費者）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電腦用資料轉換服務（消費者）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電子郵件日記製作服務（消費者）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indent="-98425">
                <a:spcBef>
                  <a:spcPct val="20000"/>
                </a:spcBef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新聞發佈服務（消費者）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="" xmlns:a16="http://schemas.microsoft.com/office/drawing/2014/main" id="{78727581-08B0-4942-B088-8344D57690CC}"/>
                </a:ext>
              </a:extLst>
            </p:cNvPr>
            <p:cNvSpPr txBox="1"/>
            <p:nvPr/>
          </p:nvSpPr>
          <p:spPr>
            <a:xfrm>
              <a:off x="1662881" y="434978"/>
              <a:ext cx="65802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行動電話問卷事業收益計劃</a:t>
              </a:r>
              <a:endParaRPr kumimoji="1" lang="ja-JP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8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CADB9C3C-0637-4265-AE5A-E39E8E1FBEB9}"/>
              </a:ext>
            </a:extLst>
          </p:cNvPr>
          <p:cNvGrpSpPr/>
          <p:nvPr/>
        </p:nvGrpSpPr>
        <p:grpSpPr>
          <a:xfrm>
            <a:off x="0" y="-2"/>
            <a:ext cx="9906000" cy="6467268"/>
            <a:chOff x="0" y="-2"/>
            <a:chExt cx="9906000" cy="6467268"/>
          </a:xfrm>
        </p:grpSpPr>
        <p:sp>
          <p:nvSpPr>
            <p:cNvPr id="7" name="正方形/長方形 6">
              <a:extLst>
                <a:ext uri="{FF2B5EF4-FFF2-40B4-BE49-F238E27FC236}">
                  <a16:creationId xmlns="" xmlns:a16="http://schemas.microsoft.com/office/drawing/2014/main" id="{EB81E5F4-D7FC-44EF-90E6-4E486A11FE74}"/>
                </a:ext>
              </a:extLst>
            </p:cNvPr>
            <p:cNvSpPr/>
            <p:nvPr/>
          </p:nvSpPr>
          <p:spPr>
            <a:xfrm>
              <a:off x="0" y="-2"/>
              <a:ext cx="9906000" cy="11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B4F3DBC5-49A7-41B6-8EFA-A5088874285A}"/>
                </a:ext>
              </a:extLst>
            </p:cNvPr>
            <p:cNvSpPr/>
            <p:nvPr/>
          </p:nvSpPr>
          <p:spPr>
            <a:xfrm>
              <a:off x="1662881" y="1573619"/>
              <a:ext cx="6239796" cy="489364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spcBef>
                  <a:spcPct val="20000"/>
                </a:spcBef>
                <a:buClr>
                  <a:srgbClr val="C00000"/>
                </a:buClr>
                <a:buFont typeface="Wingdings" panose="05000000000000000000" pitchFamily="2" charset="2"/>
                <a:buChar char="l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問卷回收的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收益</a:t>
              </a:r>
              <a:endParaRPr lang="ja-JP" altLang="en-US" sz="2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興趣調查資訊（製造商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）</a:t>
              </a:r>
              <a:endParaRPr lang="en-US" altLang="ja-JP" sz="2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意識調查資訊（電視台、報社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等）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spcBef>
                  <a:spcPct val="20000"/>
                </a:spcBef>
                <a:buClr>
                  <a:srgbClr val="C00000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製造商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電子報的收益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產品廣告（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製造商）</a:t>
              </a:r>
              <a:endParaRPr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活動資訊（製造商） </a:t>
              </a:r>
              <a:endParaRPr lang="ja-JP" altLang="en-US" sz="2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342900" indent="-342900">
                <a:spcBef>
                  <a:spcPct val="20000"/>
                </a:spcBef>
                <a:buClr>
                  <a:srgbClr val="C00000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登錄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者</a:t>
              </a:r>
              <a:r>
                <a:rPr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PULL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型收益</a:t>
              </a:r>
              <a:endParaRPr lang="ja-JP" altLang="en-US" sz="24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影像</a:t>
              </a: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列印服務（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電腦用資料轉換服務（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電子郵件日記製作服務（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701675" lvl="1" indent="-342900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新聞發佈服務（</a:t>
              </a:r>
              <a:r>
                <a:rPr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消費者）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="" xmlns:a16="http://schemas.microsoft.com/office/drawing/2014/main" id="{78727581-08B0-4942-B088-8344D57690CC}"/>
                </a:ext>
              </a:extLst>
            </p:cNvPr>
            <p:cNvSpPr txBox="1"/>
            <p:nvPr/>
          </p:nvSpPr>
          <p:spPr>
            <a:xfrm>
              <a:off x="1662881" y="434978"/>
              <a:ext cx="65802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行動電話問卷事業收益</a:t>
              </a:r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計劃</a:t>
              </a:r>
              <a:endParaRPr kumimoji="1" lang="ja-JP" altLang="en-US"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863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</TotalTime>
  <Words>143</Words>
  <Application>Microsoft Office PowerPoint</Application>
  <PresentationFormat>A4 紙張 (210x297 公釐)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20</cp:revision>
  <dcterms:created xsi:type="dcterms:W3CDTF">2017-11-09T07:26:57Z</dcterms:created>
  <dcterms:modified xsi:type="dcterms:W3CDTF">2018-09-22T10:10:28Z</dcterms:modified>
</cp:coreProperties>
</file>