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2018/9/25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="" xmlns:a16="http://schemas.microsoft.com/office/drawing/2014/main" id="{4EA702FB-14C7-4EDE-85DC-556C471FDFF9}"/>
              </a:ext>
            </a:extLst>
          </p:cNvPr>
          <p:cNvSpPr/>
          <p:nvPr/>
        </p:nvSpPr>
        <p:spPr>
          <a:xfrm>
            <a:off x="758497" y="1659285"/>
            <a:ext cx="838900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可以把現實的風景和數位影像或圖像</a:t>
            </a:r>
            <a:r>
              <a:rPr lang="zh-TW" altLang="en-US" sz="320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重疊組</a:t>
            </a:r>
            <a:endParaRPr lang="en-US" altLang="zh-TW" sz="3200" smtClean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en-US" sz="320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合</a:t>
            </a:r>
            <a:r>
              <a:rPr lang="zh-TW" altLang="en-US" sz="32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的透視型產品正在</a:t>
            </a:r>
            <a:r>
              <a:rPr lang="zh-TW" altLang="en-US" sz="320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開</a:t>
            </a:r>
            <a:endParaRPr lang="en-US" altLang="zh-TW" sz="3200" smtClean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en-US" sz="320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發</a:t>
            </a:r>
            <a:r>
              <a:rPr lang="zh-TW" altLang="en-US" sz="32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中。</a:t>
            </a:r>
            <a:r>
              <a:rPr lang="en-US" altLang="ja-JP" sz="32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/>
            </a:r>
            <a:br>
              <a:rPr lang="en-US" altLang="ja-JP" sz="32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2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以實現</a:t>
            </a:r>
            <a:r>
              <a:rPr lang="ja-JP" altLang="en-US" sz="32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AR</a:t>
            </a:r>
            <a:r>
              <a:rPr lang="zh-TW" altLang="en-US" sz="32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的機器而深受矚目</a:t>
            </a:r>
            <a:r>
              <a:rPr lang="zh-TW" altLang="en-US" sz="320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</a:t>
            </a:r>
            <a:endParaRPr lang="en-US" altLang="zh-TW" sz="3200" smtClean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en-US" sz="320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不僅</a:t>
            </a:r>
            <a:r>
              <a:rPr lang="zh-TW" altLang="en-US" sz="32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可應用在個人使用上</a:t>
            </a:r>
            <a:r>
              <a:rPr lang="zh-TW" altLang="en-US" sz="320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</a:t>
            </a:r>
            <a:endParaRPr lang="en-US" altLang="zh-TW" sz="3200" smtClean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en-US" sz="320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也</a:t>
            </a:r>
            <a:r>
              <a:rPr lang="zh-TW" altLang="en-US" sz="32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可以在服務領域、製造領域、醫療領域等各方面加以利用</a:t>
            </a:r>
            <a:r>
              <a:rPr lang="zh-TW" altLang="en-US" sz="320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en-US" altLang="zh-TW" sz="320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="" xmlns:a16="http://schemas.microsoft.com/office/drawing/2014/main" id="{4EA702FB-14C7-4EDE-85DC-556C471FDFF9}"/>
              </a:ext>
            </a:extLst>
          </p:cNvPr>
          <p:cNvSpPr/>
          <p:nvPr/>
        </p:nvSpPr>
        <p:spPr>
          <a:xfrm>
            <a:off x="758497" y="1659285"/>
            <a:ext cx="838900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可以把現實的</a:t>
            </a:r>
            <a:r>
              <a:rPr lang="zh-TW" altLang="en-US" sz="320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風景</a:t>
            </a:r>
            <a:endParaRPr lang="en-US" altLang="zh-TW" sz="3200" smtClean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en-US" sz="320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和</a:t>
            </a:r>
            <a:r>
              <a:rPr lang="zh-TW" altLang="en-US" sz="32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數位影像或圖像重疊組合</a:t>
            </a:r>
            <a:r>
              <a:rPr lang="zh-TW" altLang="en-US" sz="320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</a:t>
            </a:r>
            <a:endParaRPr lang="en-US" altLang="zh-TW" sz="3200" smtClean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en-US" sz="320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透視</a:t>
            </a:r>
            <a:r>
              <a:rPr lang="zh-TW" altLang="en-US" sz="32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型產品正在開發中。</a:t>
            </a:r>
            <a:r>
              <a:rPr lang="en-US" altLang="ja-JP" sz="32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/>
            </a:r>
            <a:br>
              <a:rPr lang="en-US" altLang="ja-JP" sz="32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2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以實現</a:t>
            </a:r>
            <a:r>
              <a:rPr lang="ja-JP" altLang="en-US" sz="32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AR</a:t>
            </a:r>
            <a:r>
              <a:rPr lang="zh-TW" altLang="en-US" sz="32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的機器而深受矚目，</a:t>
            </a:r>
            <a:endParaRPr lang="en-US" altLang="zh-TW" sz="320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en-US" sz="32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不僅可應用在個人使用上，</a:t>
            </a:r>
            <a:endParaRPr lang="en-US" altLang="zh-TW" sz="320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en-US" sz="32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也可以在服務領域、製造領域、醫療領域</a:t>
            </a:r>
            <a:r>
              <a:rPr lang="zh-TW" altLang="en-US" sz="320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等</a:t>
            </a:r>
            <a:endParaRPr lang="en-US" altLang="zh-TW" sz="3200" smtClean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en-US" sz="320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各</a:t>
            </a:r>
            <a:r>
              <a:rPr lang="zh-TW" altLang="en-US" sz="32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方面加以利用。</a:t>
            </a:r>
            <a:endParaRPr lang="en-US" altLang="zh-TW" sz="320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0497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</TotalTime>
  <Words>42</Words>
  <Application>Microsoft Office PowerPoint</Application>
  <PresentationFormat>A4 紙張 (210x297 公釐)</PresentationFormat>
  <Paragraphs>11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10" baseType="lpstr">
      <vt:lpstr>游ゴシック</vt:lpstr>
      <vt:lpstr>游ゴシック Light</vt:lpstr>
      <vt:lpstr>微軟正黑體</vt:lpstr>
      <vt:lpstr>Arial</vt:lpstr>
      <vt:lpstr>Calibri</vt:lpstr>
      <vt:lpstr>Calibri Light</vt:lpstr>
      <vt:lpstr>Times New Roman</vt:lpstr>
      <vt:lpstr>Office テーマ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Windows 使用者</cp:lastModifiedBy>
  <cp:revision>9</cp:revision>
  <dcterms:created xsi:type="dcterms:W3CDTF">2017-11-09T07:26:57Z</dcterms:created>
  <dcterms:modified xsi:type="dcterms:W3CDTF">2018-09-25T04:03:57Z</dcterms:modified>
</cp:coreProperties>
</file>