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  <p:sldId id="258" r:id="rId4"/>
    <p:sldId id="257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900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通勤期間做的事情</a:t>
            </a:r>
            <a:endParaRPr lang="ja-JP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通勤期間做的事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A36-40FF-B0E1-BC68E0C64063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A36-40FF-B0E1-BC68E0C64063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A36-40FF-B0E1-BC68E0C64063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A36-40FF-B0E1-BC68E0C64063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80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讀書</c:v>
                </c:pt>
                <c:pt idx="1">
                  <c:v>看新聞</c:v>
                </c:pt>
                <c:pt idx="2">
                  <c:v>睡覺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0.34</c:v>
                </c:pt>
                <c:pt idx="1">
                  <c:v>0.30599999999999999</c:v>
                </c:pt>
                <c:pt idx="2">
                  <c:v>0.27</c:v>
                </c:pt>
                <c:pt idx="3">
                  <c:v>8.4000000000000005E-2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21C-4DF7-9FBC-796C45873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53788BD8-722B-4921-8ED3-4C4A0BD14324}"/>
              </a:ext>
            </a:extLst>
          </p:cNvPr>
          <p:cNvGrpSpPr/>
          <p:nvPr/>
        </p:nvGrpSpPr>
        <p:grpSpPr>
          <a:xfrm>
            <a:off x="1074235" y="489754"/>
            <a:ext cx="4936272" cy="5852502"/>
            <a:chOff x="1074235" y="489754"/>
            <a:chExt cx="4936272" cy="5852502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CFB76DEB-4D09-493A-8CB8-00506A26841B}"/>
                </a:ext>
              </a:extLst>
            </p:cNvPr>
            <p:cNvSpPr/>
            <p:nvPr/>
          </p:nvSpPr>
          <p:spPr>
            <a:xfrm>
              <a:off x="1163444" y="2374309"/>
              <a:ext cx="936000" cy="276999"/>
            </a:xfrm>
            <a:prstGeom prst="rect">
              <a:avLst/>
            </a:prstGeom>
            <a:solidFill>
              <a:srgbClr val="C0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74235" y="2802826"/>
              <a:ext cx="4936272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200"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在每天上班中變得健康。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針對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在東京都內工作的上班族的「通勤」進行相關調查，結果，從自家到公司的最佳單程通勤時間是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35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分鐘，事實上，平均的通勤時間為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58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分鐘，而有超過一半的人數則需花費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小時以上的時間。</a:t>
              </a:r>
              <a:endParaRPr lang="en-US" altLang="zh-TW" sz="14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關於搭乘電車所做的事，第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名是「讀書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」、第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名是「觀看新聞網站」、第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名則是「睡覺」，同時，通勤時間如果超過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80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分鐘，「睡覺」的人的比例就會增加更多。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早上的通勤時間應該是一天當中應該積極運用的熱身時間。為了配合自己的方法，好好度過這段寶貴的時間，我們以「上班</a:t>
              </a:r>
              <a:r>
                <a:rPr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×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健康」的概念，展開商品促銷。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在電車內閱讀的書籍和音樂、上班方法之一的自行車，以及時尚。我們將從這</a:t>
              </a:r>
              <a:r>
                <a:rPr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種業種選出合作的企業，以相同概念進行商品的促銷。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xmlns="" id="{FF6881A2-7E5C-49D9-824A-3B23AD3CD06A}"/>
                </a:ext>
              </a:extLst>
            </p:cNvPr>
            <p:cNvSpPr/>
            <p:nvPr/>
          </p:nvSpPr>
          <p:spPr>
            <a:xfrm>
              <a:off x="1231336" y="2386214"/>
              <a:ext cx="8002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企劃背景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4D44E20B-EED8-4B1C-A9BC-6DF7D4C546DC}"/>
                </a:ext>
              </a:extLst>
            </p:cNvPr>
            <p:cNvSpPr/>
            <p:nvPr/>
          </p:nvSpPr>
          <p:spPr>
            <a:xfrm>
              <a:off x="1166286" y="489754"/>
              <a:ext cx="3202885" cy="681124"/>
            </a:xfrm>
            <a:prstGeom prst="rect">
              <a:avLst/>
            </a:prstGeom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r>
                <a:rPr lang="zh-TW" altLang="en-US" sz="12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上班</a:t>
              </a:r>
              <a:r>
                <a:rPr lang="en-US" altLang="ja-JP" sz="1200" b="1" smtClean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×</a:t>
              </a:r>
              <a:r>
                <a:rPr lang="zh-TW" altLang="en-US" sz="12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健康</a:t>
              </a:r>
              <a:endParaRPr lang="ja-JP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79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B28C35DE-372A-4F1B-AA9A-88F07D8F115C}"/>
              </a:ext>
            </a:extLst>
          </p:cNvPr>
          <p:cNvGrpSpPr/>
          <p:nvPr/>
        </p:nvGrpSpPr>
        <p:grpSpPr>
          <a:xfrm>
            <a:off x="1074235" y="489754"/>
            <a:ext cx="7835590" cy="6067946"/>
            <a:chOff x="1074235" y="489754"/>
            <a:chExt cx="7835590" cy="6067946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CFB76DEB-4D09-493A-8CB8-00506A26841B}"/>
                </a:ext>
              </a:extLst>
            </p:cNvPr>
            <p:cNvSpPr/>
            <p:nvPr/>
          </p:nvSpPr>
          <p:spPr>
            <a:xfrm>
              <a:off x="1163444" y="2374309"/>
              <a:ext cx="936000" cy="276999"/>
            </a:xfrm>
            <a:prstGeom prst="rect">
              <a:avLst/>
            </a:prstGeom>
            <a:solidFill>
              <a:srgbClr val="C0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xmlns="" id="{FF6881A2-7E5C-49D9-824A-3B23AD3CD06A}"/>
                </a:ext>
              </a:extLst>
            </p:cNvPr>
            <p:cNvSpPr/>
            <p:nvPr/>
          </p:nvSpPr>
          <p:spPr>
            <a:xfrm>
              <a:off x="1231336" y="2386214"/>
              <a:ext cx="8002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企劃背景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4D44E20B-EED8-4B1C-A9BC-6DF7D4C546DC}"/>
                </a:ext>
              </a:extLst>
            </p:cNvPr>
            <p:cNvSpPr/>
            <p:nvPr/>
          </p:nvSpPr>
          <p:spPr>
            <a:xfrm>
              <a:off x="1166286" y="489754"/>
              <a:ext cx="3202885" cy="681124"/>
            </a:xfrm>
            <a:prstGeom prst="rect">
              <a:avLst/>
            </a:prstGeom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r>
                <a:rPr lang="zh-TW" altLang="en-US" sz="12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上班</a:t>
              </a:r>
              <a:r>
                <a:rPr lang="en-US" altLang="ja-JP" sz="1200" b="1" smtClean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×</a:t>
              </a:r>
              <a:r>
                <a:rPr lang="zh-TW" altLang="en-US" sz="12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健康</a:t>
              </a:r>
              <a:endParaRPr lang="ja-JP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aphicFrame>
          <p:nvGraphicFramePr>
            <p:cNvPr id="5" name="グラフ 4">
              <a:extLst>
                <a:ext uri="{FF2B5EF4-FFF2-40B4-BE49-F238E27FC236}">
                  <a16:creationId xmlns:a16="http://schemas.microsoft.com/office/drawing/2014/main" xmlns="" id="{8C5B699A-9A6A-4A89-8E0C-11BD679EA6B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37504621"/>
                </p:ext>
              </p:extLst>
            </p:nvPr>
          </p:nvGraphicFramePr>
          <p:xfrm>
            <a:off x="5754029" y="4453836"/>
            <a:ext cx="3155796" cy="210386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47CF8888-DE2A-49E4-9A11-A74875A722CD}"/>
                </a:ext>
              </a:extLst>
            </p:cNvPr>
            <p:cNvSpPr txBox="1"/>
            <p:nvPr/>
          </p:nvSpPr>
          <p:spPr>
            <a:xfrm>
              <a:off x="1074235" y="2802826"/>
              <a:ext cx="4936272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200"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在每天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上班中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變得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健康。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針對在東京都內工作的上班族的「通勤」進行相關調查，結果，從自家到公司的最佳單程通勤時間是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35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分鐘，事實上，平均的通勤時間為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58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分鐘，而有超過一半的人數則需花費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小時以上的時間。</a:t>
              </a:r>
              <a:endPara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關於搭乘電車所做的事，第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名是「讀書」、第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名是「觀看新聞網站」、第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名則是「睡覺」，同時，通勤時間如果超過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分鐘，「睡覺」的人的比例就會增加更多。</a:t>
              </a:r>
              <a:endParaRPr lang="en-US" altLang="ja-JP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en-US" altLang="ja-JP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早上的通勤時間應該是一天當中應該積極運用的熱身時間。為了配合自己的方法，好好度過這段寶貴的時間，我們以「上班</a:t>
              </a:r>
              <a: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×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健康」的概念，展開商品促銷。</a:t>
              </a:r>
              <a:endParaRPr lang="en-US" altLang="ja-JP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在電車內閱讀的書籍和音樂、上班方法之一的自行車，以及時尚。我們將從這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種業種選出合作的企業，以相同概念進行商品的促銷。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63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97EF85B0-4272-4743-BD98-5FAA851846B3}"/>
              </a:ext>
            </a:extLst>
          </p:cNvPr>
          <p:cNvGrpSpPr/>
          <p:nvPr/>
        </p:nvGrpSpPr>
        <p:grpSpPr>
          <a:xfrm>
            <a:off x="684032" y="489754"/>
            <a:ext cx="5886826" cy="6368246"/>
            <a:chOff x="684032" y="489754"/>
            <a:chExt cx="5886826" cy="6368246"/>
          </a:xfrm>
        </p:grpSpPr>
        <p:pic>
          <p:nvPicPr>
            <p:cNvPr id="11" name="図 10" descr="屋外, 空, 道路, 人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A3C0739F-C965-406B-886A-510053623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3781" y="3111910"/>
              <a:ext cx="2498434" cy="374609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3335143" y="1307664"/>
              <a:ext cx="3235715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200"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針對在東京都內工作的上班族的「通勤」進行相關調查，結果，從自家到公司的最佳單程通勤時間是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35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分鐘，事實上，平均的通勤時間為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58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分鐘，而有超過一半的人數則需花費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小時以上的時間。</a:t>
              </a:r>
            </a:p>
            <a:p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關於搭乘電車所做的事，第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名是「讀書」、第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名是「觀看新聞網站」、第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名則是「睡覺」，同時，通勤時間如果超過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80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分鐘，「睡覺」的人的比例就會增加更多。</a:t>
              </a:r>
            </a:p>
            <a:p>
              <a:endParaRPr lang="zh-TW" altLang="en-US" sz="10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早上的通勤時間應該是一天當中應該積極運用的熱身時間。為了配合自己的方法，好好度過這段寶貴的時間，我們以「上班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×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健康」的概念，展開商品促銷。</a:t>
              </a:r>
            </a:p>
            <a:p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在電車內閱讀的書籍和音樂、上班方法之一的自行車，以及時尚。我們將從這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種業種選出合作的企業，以相同概念進行商品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</a:t>
              </a:r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促銷。</a:t>
              </a:r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xmlns="" id="{21DC86C0-BF06-4944-BFC7-524835B9E790}"/>
                </a:ext>
              </a:extLst>
            </p:cNvPr>
            <p:cNvSpPr/>
            <p:nvPr/>
          </p:nvSpPr>
          <p:spPr>
            <a:xfrm>
              <a:off x="3449445" y="489754"/>
              <a:ext cx="3007112" cy="639491"/>
            </a:xfrm>
            <a:prstGeom prst="rect">
              <a:avLst/>
            </a:prstGeom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r>
                <a:rPr lang="zh-TW" altLang="en-US" sz="12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上班</a:t>
              </a:r>
              <a:r>
                <a:rPr lang="en-US" altLang="ja-JP" sz="1200" b="1" smtClean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×</a:t>
              </a:r>
              <a:r>
                <a:rPr lang="zh-TW" altLang="en-US" sz="12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健康</a:t>
              </a:r>
              <a:endParaRPr lang="ja-JP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xmlns="" id="{378EE16F-5E79-42B0-AD54-A22FF6388FF0}"/>
                </a:ext>
              </a:extLst>
            </p:cNvPr>
            <p:cNvGrpSpPr/>
            <p:nvPr/>
          </p:nvGrpSpPr>
          <p:grpSpPr>
            <a:xfrm>
              <a:off x="684032" y="509444"/>
              <a:ext cx="936000" cy="288904"/>
              <a:chOff x="8601397" y="567813"/>
              <a:chExt cx="936000" cy="288904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xmlns="" id="{FF6881A2-7E5C-49D9-824A-3B23AD3CD06A}"/>
                  </a:ext>
                </a:extLst>
              </p:cNvPr>
              <p:cNvSpPr/>
              <p:nvPr/>
            </p:nvSpPr>
            <p:spPr>
              <a:xfrm>
                <a:off x="8669288" y="579718"/>
                <a:ext cx="80021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sz="120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企劃背景</a:t>
                </a:r>
                <a:endParaRPr lang="ja-JP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xmlns="" id="{CFB76DEB-4D09-493A-8CB8-00506A26841B}"/>
                  </a:ext>
                </a:extLst>
              </p:cNvPr>
              <p:cNvSpPr/>
              <p:nvPr/>
            </p:nvSpPr>
            <p:spPr>
              <a:xfrm>
                <a:off x="8601397" y="567813"/>
                <a:ext cx="936000" cy="2769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235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xmlns="" id="{8FE9B718-CE1F-4FD8-B378-27A6C5B02D3D}"/>
              </a:ext>
            </a:extLst>
          </p:cNvPr>
          <p:cNvGrpSpPr/>
          <p:nvPr/>
        </p:nvGrpSpPr>
        <p:grpSpPr>
          <a:xfrm>
            <a:off x="715064" y="-287425"/>
            <a:ext cx="9003226" cy="6307702"/>
            <a:chOff x="715064" y="-287425"/>
            <a:chExt cx="9003226" cy="6307702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715064" y="2973289"/>
              <a:ext cx="4237936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企劃背景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針對在東京都內工作的上班族的「通勤」進行相關調查，結果，從自家到公司的最佳單程通勤時間是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35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分鐘，事實上，平均的通勤時間為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58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分鐘，而有超過一半的人數則需花費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小時以上的時間。</a:t>
              </a: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關於搭乘電車所做的事，第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名是「讀書」、第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名是「觀看新聞網站」、第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名則是「睡覺」，同時，通勤時間如果超過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80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分鐘，「睡覺」的人的比例就會增加更多。</a:t>
              </a:r>
            </a:p>
            <a:p>
              <a:pPr algn="just"/>
              <a:endPara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早上的通勤時間應該是一天當中應該積極運用的熱身時間。為了配合自己的方法，好好度過這段寶貴的時間，我們以「上班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×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健康」的概念，展開商品促銷。</a:t>
              </a: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在電車內閱讀的書籍和音樂、上班方法之一的自行車，以及時尚。我們將從這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種業種選出合作的企業，以相同概念進行商品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</a:t>
              </a:r>
              <a:r>
                <a:rPr kumimoji="1"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促銷。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3915008" y="1152764"/>
              <a:ext cx="3645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在每天上班中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變得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健康。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xmlns="" id="{CBF4D3F0-BBCF-4D80-8505-48B18C317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220" b="89869" l="10000" r="96000">
                          <a14:foregroundMark x1="83625" y1="3002" x2="83625" y2="3002"/>
                          <a14:foregroundMark x1="96000" y1="1220" x2="96000" y2="122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7140592" y="228888"/>
              <a:ext cx="3094012" cy="20613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</TotalTime>
  <Words>819</Words>
  <Application>Microsoft Office PowerPoint</Application>
  <PresentationFormat>A4 紙張 (210x297 公釐)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50</cp:revision>
  <dcterms:created xsi:type="dcterms:W3CDTF">2017-11-09T07:26:57Z</dcterms:created>
  <dcterms:modified xsi:type="dcterms:W3CDTF">2018-09-24T11:21:32Z</dcterms:modified>
</cp:coreProperties>
</file>