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58" r:id="rId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16" d="100"/>
          <a:sy n="116" d="100"/>
        </p:scale>
        <p:origin x="1224" y="13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22942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88826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40166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371447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78318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370719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96343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591081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652104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08790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35486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278228-730F-428F-BDD8-7FD4DE5CF34A}" type="datetimeFigureOut">
              <a:rPr kumimoji="1" lang="ja-JP" altLang="en-US" smtClean="0"/>
              <a:t>2018/9/24</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726077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xmlns="" id="{C8487C3C-64E0-434A-9C84-1A107ED8FE2C}"/>
              </a:ext>
            </a:extLst>
          </p:cNvPr>
          <p:cNvGrpSpPr/>
          <p:nvPr/>
        </p:nvGrpSpPr>
        <p:grpSpPr>
          <a:xfrm>
            <a:off x="-176255" y="-121235"/>
            <a:ext cx="10178036" cy="6816193"/>
            <a:chOff x="-176255" y="-121235"/>
            <a:chExt cx="10178036" cy="6816193"/>
          </a:xfrm>
        </p:grpSpPr>
        <p:sp>
          <p:nvSpPr>
            <p:cNvPr id="9" name="楕円 8">
              <a:extLst>
                <a:ext uri="{FF2B5EF4-FFF2-40B4-BE49-F238E27FC236}">
                  <a16:creationId xmlns:a16="http://schemas.microsoft.com/office/drawing/2014/main" xmlns="" id="{F5410E72-6412-40C4-BB21-92DC41BCF44F}"/>
                </a:ext>
              </a:extLst>
            </p:cNvPr>
            <p:cNvSpPr/>
            <p:nvPr/>
          </p:nvSpPr>
          <p:spPr>
            <a:xfrm>
              <a:off x="-176255" y="-121235"/>
              <a:ext cx="914400" cy="9144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xmlns="" id="{5A992C3E-B0AE-4B60-8E83-83CFFC64E708}"/>
                </a:ext>
              </a:extLst>
            </p:cNvPr>
            <p:cNvSpPr/>
            <p:nvPr/>
          </p:nvSpPr>
          <p:spPr>
            <a:xfrm>
              <a:off x="601737" y="359620"/>
              <a:ext cx="385108" cy="385108"/>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xmlns="" id="{7EAA86CD-02B3-48C8-A573-83F54547A23B}"/>
                </a:ext>
              </a:extLst>
            </p:cNvPr>
            <p:cNvSpPr/>
            <p:nvPr/>
          </p:nvSpPr>
          <p:spPr>
            <a:xfrm>
              <a:off x="1333315" y="212474"/>
              <a:ext cx="451041" cy="451041"/>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xmlns="" id="{23CC0EE0-B49E-4E7F-9B26-907AC19DC792}"/>
                </a:ext>
              </a:extLst>
            </p:cNvPr>
            <p:cNvSpPr/>
            <p:nvPr/>
          </p:nvSpPr>
          <p:spPr>
            <a:xfrm>
              <a:off x="818619" y="-37124"/>
              <a:ext cx="324792" cy="32479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xmlns="" id="{C1FB8D84-69CA-437C-9574-1477A8AF8D3A}"/>
                </a:ext>
              </a:extLst>
            </p:cNvPr>
            <p:cNvSpPr/>
            <p:nvPr/>
          </p:nvSpPr>
          <p:spPr>
            <a:xfrm>
              <a:off x="499026" y="941381"/>
              <a:ext cx="225521" cy="2255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xmlns="" id="{B2437C87-EFCD-4A7C-A9B2-67BA029052BD}"/>
                </a:ext>
              </a:extLst>
            </p:cNvPr>
            <p:cNvSpPr/>
            <p:nvPr/>
          </p:nvSpPr>
          <p:spPr>
            <a:xfrm>
              <a:off x="9087381" y="151611"/>
              <a:ext cx="914400" cy="91440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楕円 14">
              <a:extLst>
                <a:ext uri="{FF2B5EF4-FFF2-40B4-BE49-F238E27FC236}">
                  <a16:creationId xmlns:a16="http://schemas.microsoft.com/office/drawing/2014/main" xmlns="" id="{7BE78395-93FB-44C1-9428-B8B706F42B32}"/>
                </a:ext>
              </a:extLst>
            </p:cNvPr>
            <p:cNvSpPr/>
            <p:nvPr/>
          </p:nvSpPr>
          <p:spPr>
            <a:xfrm>
              <a:off x="8860174" y="-97440"/>
              <a:ext cx="385108" cy="3851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6" name="楕円 15">
              <a:extLst>
                <a:ext uri="{FF2B5EF4-FFF2-40B4-BE49-F238E27FC236}">
                  <a16:creationId xmlns:a16="http://schemas.microsoft.com/office/drawing/2014/main" xmlns="" id="{A433614C-E6C3-4FAA-890B-B73483E0FBCD}"/>
                </a:ext>
              </a:extLst>
            </p:cNvPr>
            <p:cNvSpPr/>
            <p:nvPr/>
          </p:nvSpPr>
          <p:spPr>
            <a:xfrm>
              <a:off x="9051865" y="780505"/>
              <a:ext cx="451041" cy="45104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7" name="楕円 16">
              <a:extLst>
                <a:ext uri="{FF2B5EF4-FFF2-40B4-BE49-F238E27FC236}">
                  <a16:creationId xmlns:a16="http://schemas.microsoft.com/office/drawing/2014/main" xmlns="" id="{337DDF89-DCBC-4937-BAD4-092021ED9F65}"/>
                </a:ext>
              </a:extLst>
            </p:cNvPr>
            <p:cNvSpPr/>
            <p:nvPr/>
          </p:nvSpPr>
          <p:spPr>
            <a:xfrm>
              <a:off x="8233569" y="45374"/>
              <a:ext cx="324792" cy="324792"/>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 name="楕円 17">
              <a:extLst>
                <a:ext uri="{FF2B5EF4-FFF2-40B4-BE49-F238E27FC236}">
                  <a16:creationId xmlns:a16="http://schemas.microsoft.com/office/drawing/2014/main" xmlns="" id="{3992E48D-19F5-45C2-AA31-D1FCB99CFB6B}"/>
                </a:ext>
              </a:extLst>
            </p:cNvPr>
            <p:cNvSpPr/>
            <p:nvPr/>
          </p:nvSpPr>
          <p:spPr>
            <a:xfrm>
              <a:off x="8643577" y="432615"/>
              <a:ext cx="225521" cy="22552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 name="楕円 18">
              <a:extLst>
                <a:ext uri="{FF2B5EF4-FFF2-40B4-BE49-F238E27FC236}">
                  <a16:creationId xmlns:a16="http://schemas.microsoft.com/office/drawing/2014/main" xmlns="" id="{EA05095B-C4E0-4506-964C-833BA479E58A}"/>
                </a:ext>
              </a:extLst>
            </p:cNvPr>
            <p:cNvSpPr/>
            <p:nvPr/>
          </p:nvSpPr>
          <p:spPr>
            <a:xfrm>
              <a:off x="8412608" y="744728"/>
              <a:ext cx="291505" cy="291505"/>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7" name="フリーフォーム: 図形 76">
              <a:extLst>
                <a:ext uri="{FF2B5EF4-FFF2-40B4-BE49-F238E27FC236}">
                  <a16:creationId xmlns:a16="http://schemas.microsoft.com/office/drawing/2014/main" xmlns="" id="{139FD922-139E-450D-A92D-C7AFA5A6A52E}"/>
                </a:ext>
              </a:extLst>
            </p:cNvPr>
            <p:cNvSpPr/>
            <p:nvPr/>
          </p:nvSpPr>
          <p:spPr>
            <a:xfrm>
              <a:off x="2225419" y="985333"/>
              <a:ext cx="5455162" cy="72000"/>
            </a:xfrm>
            <a:custGeom>
              <a:avLst/>
              <a:gdLst>
                <a:gd name="connsiteX0" fmla="*/ 0 w 4312920"/>
                <a:gd name="connsiteY0" fmla="*/ 7620 h 7620"/>
                <a:gd name="connsiteX1" fmla="*/ 4312920 w 4312920"/>
                <a:gd name="connsiteY1" fmla="*/ 0 h 7620"/>
                <a:gd name="connsiteX0" fmla="*/ 0 w 10000"/>
                <a:gd name="connsiteY0" fmla="*/ 10000 h 10000"/>
                <a:gd name="connsiteX1" fmla="*/ 1714 w 10000"/>
                <a:gd name="connsiteY1" fmla="*/ 0 h 10000"/>
                <a:gd name="connsiteX2" fmla="*/ 10000 w 10000"/>
                <a:gd name="connsiteY2" fmla="*/ 0 h 10000"/>
                <a:gd name="connsiteX0" fmla="*/ 0 w 10000"/>
                <a:gd name="connsiteY0" fmla="*/ 10740 h 10740"/>
                <a:gd name="connsiteX1" fmla="*/ 1714 w 10000"/>
                <a:gd name="connsiteY1" fmla="*/ 740 h 10740"/>
                <a:gd name="connsiteX2" fmla="*/ 5035 w 10000"/>
                <a:gd name="connsiteY2" fmla="*/ 740 h 10740"/>
                <a:gd name="connsiteX3" fmla="*/ 10000 w 10000"/>
                <a:gd name="connsiteY3" fmla="*/ 740 h 10740"/>
                <a:gd name="connsiteX0" fmla="*/ 0 w 10000"/>
                <a:gd name="connsiteY0" fmla="*/ 20000 h 20000"/>
                <a:gd name="connsiteX1" fmla="*/ 1714 w 10000"/>
                <a:gd name="connsiteY1" fmla="*/ 10000 h 20000"/>
                <a:gd name="connsiteX2" fmla="*/ 5035 w 10000"/>
                <a:gd name="connsiteY2" fmla="*/ 10000 h 20000"/>
                <a:gd name="connsiteX3" fmla="*/ 5035 w 10000"/>
                <a:gd name="connsiteY3" fmla="*/ 0 h 20000"/>
                <a:gd name="connsiteX4" fmla="*/ 10000 w 10000"/>
                <a:gd name="connsiteY4" fmla="*/ 10000 h 2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10000 w 10104"/>
                <a:gd name="connsiteY4" fmla="*/ 20000 h 30000"/>
                <a:gd name="connsiteX5" fmla="*/ 8375 w 10104"/>
                <a:gd name="connsiteY5" fmla="*/ 0 h 3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6661 w 10104"/>
                <a:gd name="connsiteY4" fmla="*/ 0 h 30000"/>
                <a:gd name="connsiteX5" fmla="*/ 10000 w 10104"/>
                <a:gd name="connsiteY5" fmla="*/ 20000 h 30000"/>
                <a:gd name="connsiteX6" fmla="*/ 8375 w 10104"/>
                <a:gd name="connsiteY6" fmla="*/ 0 h 30000"/>
                <a:gd name="connsiteX0" fmla="*/ 0 w 10104"/>
                <a:gd name="connsiteY0" fmla="*/ 30000 h 30000"/>
                <a:gd name="connsiteX1" fmla="*/ 1714 w 10104"/>
                <a:gd name="connsiteY1" fmla="*/ 20000 h 30000"/>
                <a:gd name="connsiteX2" fmla="*/ 3357 w 10104"/>
                <a:gd name="connsiteY2" fmla="*/ 20000 h 30000"/>
                <a:gd name="connsiteX3" fmla="*/ 5035 w 10104"/>
                <a:gd name="connsiteY3" fmla="*/ 20000 h 30000"/>
                <a:gd name="connsiteX4" fmla="*/ 5035 w 10104"/>
                <a:gd name="connsiteY4" fmla="*/ 10000 h 30000"/>
                <a:gd name="connsiteX5" fmla="*/ 6661 w 10104"/>
                <a:gd name="connsiteY5" fmla="*/ 0 h 30000"/>
                <a:gd name="connsiteX6" fmla="*/ 10000 w 10104"/>
                <a:gd name="connsiteY6" fmla="*/ 20000 h 30000"/>
                <a:gd name="connsiteX7" fmla="*/ 8375 w 10104"/>
                <a:gd name="connsiteY7" fmla="*/ 0 h 30000"/>
                <a:gd name="connsiteX0" fmla="*/ 0 w 10104"/>
                <a:gd name="connsiteY0" fmla="*/ 170012 h 170012"/>
                <a:gd name="connsiteX1" fmla="*/ 1714 w 10104"/>
                <a:gd name="connsiteY1" fmla="*/ 12 h 170012"/>
                <a:gd name="connsiteX2" fmla="*/ 3357 w 10104"/>
                <a:gd name="connsiteY2" fmla="*/ 160012 h 170012"/>
                <a:gd name="connsiteX3" fmla="*/ 5035 w 10104"/>
                <a:gd name="connsiteY3" fmla="*/ 160012 h 170012"/>
                <a:gd name="connsiteX4" fmla="*/ 5035 w 10104"/>
                <a:gd name="connsiteY4" fmla="*/ 150012 h 170012"/>
                <a:gd name="connsiteX5" fmla="*/ 6661 w 10104"/>
                <a:gd name="connsiteY5" fmla="*/ 140012 h 170012"/>
                <a:gd name="connsiteX6" fmla="*/ 10000 w 10104"/>
                <a:gd name="connsiteY6" fmla="*/ 160012 h 170012"/>
                <a:gd name="connsiteX7" fmla="*/ 8375 w 10104"/>
                <a:gd name="connsiteY7" fmla="*/ 140012 h 170012"/>
                <a:gd name="connsiteX0" fmla="*/ 0 w 10104"/>
                <a:gd name="connsiteY0" fmla="*/ 180000 h 180000"/>
                <a:gd name="connsiteX1" fmla="*/ 1714 w 10104"/>
                <a:gd name="connsiteY1" fmla="*/ 10000 h 180000"/>
                <a:gd name="connsiteX2" fmla="*/ 3357 w 10104"/>
                <a:gd name="connsiteY2" fmla="*/ 170000 h 180000"/>
                <a:gd name="connsiteX3" fmla="*/ 5035 w 10104"/>
                <a:gd name="connsiteY3" fmla="*/ 170000 h 180000"/>
                <a:gd name="connsiteX4" fmla="*/ 5000 w 10104"/>
                <a:gd name="connsiteY4" fmla="*/ 0 h 180000"/>
                <a:gd name="connsiteX5" fmla="*/ 6661 w 10104"/>
                <a:gd name="connsiteY5" fmla="*/ 150000 h 180000"/>
                <a:gd name="connsiteX6" fmla="*/ 10000 w 10104"/>
                <a:gd name="connsiteY6" fmla="*/ 170000 h 180000"/>
                <a:gd name="connsiteX7" fmla="*/ 8375 w 10104"/>
                <a:gd name="connsiteY7" fmla="*/ 150000 h 180000"/>
                <a:gd name="connsiteX0" fmla="*/ 0 w 10104"/>
                <a:gd name="connsiteY0" fmla="*/ 170013 h 170013"/>
                <a:gd name="connsiteX1" fmla="*/ 1714 w 10104"/>
                <a:gd name="connsiteY1" fmla="*/ 13 h 170013"/>
                <a:gd name="connsiteX2" fmla="*/ 3357 w 10104"/>
                <a:gd name="connsiteY2" fmla="*/ 160013 h 170013"/>
                <a:gd name="connsiteX3" fmla="*/ 5035 w 10104"/>
                <a:gd name="connsiteY3" fmla="*/ 160013 h 170013"/>
                <a:gd name="connsiteX4" fmla="*/ 6661 w 10104"/>
                <a:gd name="connsiteY4" fmla="*/ 140013 h 170013"/>
                <a:gd name="connsiteX5" fmla="*/ 10000 w 10104"/>
                <a:gd name="connsiteY5" fmla="*/ 160013 h 170013"/>
                <a:gd name="connsiteX6" fmla="*/ 8375 w 10104"/>
                <a:gd name="connsiteY6" fmla="*/ 140013 h 170013"/>
                <a:gd name="connsiteX0" fmla="*/ 0 w 10104"/>
                <a:gd name="connsiteY0" fmla="*/ 180052 h 180052"/>
                <a:gd name="connsiteX1" fmla="*/ 1714 w 10104"/>
                <a:gd name="connsiteY1" fmla="*/ 10052 h 180052"/>
                <a:gd name="connsiteX2" fmla="*/ 3357 w 10104"/>
                <a:gd name="connsiteY2" fmla="*/ 170052 h 180052"/>
                <a:gd name="connsiteX3" fmla="*/ 5035 w 10104"/>
                <a:gd name="connsiteY3" fmla="*/ 52 h 180052"/>
                <a:gd name="connsiteX4" fmla="*/ 6661 w 10104"/>
                <a:gd name="connsiteY4" fmla="*/ 150052 h 180052"/>
                <a:gd name="connsiteX5" fmla="*/ 10000 w 10104"/>
                <a:gd name="connsiteY5" fmla="*/ 170052 h 180052"/>
                <a:gd name="connsiteX6" fmla="*/ 8375 w 10104"/>
                <a:gd name="connsiteY6" fmla="*/ 150052 h 180052"/>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3 h 180053"/>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2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10000 w 10000"/>
                <a:gd name="connsiteY5"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75 w 10000"/>
                <a:gd name="connsiteY5" fmla="*/ 170056 h 180053"/>
                <a:gd name="connsiteX6" fmla="*/ 10000 w 10000"/>
                <a:gd name="connsiteY6"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93 w 10000"/>
                <a:gd name="connsiteY5" fmla="*/ 56 h 180053"/>
                <a:gd name="connsiteX6" fmla="*/ 10000 w 10000"/>
                <a:gd name="connsiteY6" fmla="*/ 170053 h 180053"/>
                <a:gd name="connsiteX0" fmla="*/ 0 w 10000"/>
                <a:gd name="connsiteY0" fmla="*/ 180053 h 209225"/>
                <a:gd name="connsiteX1" fmla="*/ 1714 w 10000"/>
                <a:gd name="connsiteY1" fmla="*/ 10053 h 209225"/>
                <a:gd name="connsiteX2" fmla="*/ 3381 w 10000"/>
                <a:gd name="connsiteY2" fmla="*/ 209225 h 209225"/>
                <a:gd name="connsiteX3" fmla="*/ 5035 w 10000"/>
                <a:gd name="connsiteY3" fmla="*/ 53 h 209225"/>
                <a:gd name="connsiteX4" fmla="*/ 6661 w 10000"/>
                <a:gd name="connsiteY4" fmla="*/ 150053 h 209225"/>
                <a:gd name="connsiteX5" fmla="*/ 8393 w 10000"/>
                <a:gd name="connsiteY5" fmla="*/ 56 h 209225"/>
                <a:gd name="connsiteX6" fmla="*/ 10000 w 10000"/>
                <a:gd name="connsiteY6" fmla="*/ 170053 h 209225"/>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93 w 10000"/>
                <a:gd name="connsiteY5" fmla="*/ 74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 name="connsiteX0" fmla="*/ 0 w 10000"/>
                <a:gd name="connsiteY0" fmla="*/ 180071 h 209243"/>
                <a:gd name="connsiteX1" fmla="*/ 1714 w 10000"/>
                <a:gd name="connsiteY1" fmla="*/ 41707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209243">
                  <a:moveTo>
                    <a:pt x="0" y="180071"/>
                  </a:moveTo>
                  <a:cubicBezTo>
                    <a:pt x="571" y="123404"/>
                    <a:pt x="1143" y="98374"/>
                    <a:pt x="1714" y="41707"/>
                  </a:cubicBezTo>
                  <a:cubicBezTo>
                    <a:pt x="2273" y="40040"/>
                    <a:pt x="2828" y="209243"/>
                    <a:pt x="3381" y="209243"/>
                  </a:cubicBezTo>
                  <a:cubicBezTo>
                    <a:pt x="3934" y="209243"/>
                    <a:pt x="4755" y="1738"/>
                    <a:pt x="5035" y="71"/>
                  </a:cubicBezTo>
                  <a:cubicBezTo>
                    <a:pt x="5586" y="-3262"/>
                    <a:pt x="5787" y="110899"/>
                    <a:pt x="6614" y="110899"/>
                  </a:cubicBezTo>
                  <a:cubicBezTo>
                    <a:pt x="7191" y="60900"/>
                    <a:pt x="7792" y="69658"/>
                    <a:pt x="8369" y="19659"/>
                  </a:cubicBezTo>
                  <a:cubicBezTo>
                    <a:pt x="8905" y="76325"/>
                    <a:pt x="9464" y="97586"/>
                    <a:pt x="10000" y="154252"/>
                  </a:cubicBezTo>
                </a:path>
              </a:pathLst>
            </a:custGeom>
            <a:noFill/>
            <a:ln w="38100">
              <a:solidFill>
                <a:schemeClr val="accent1">
                  <a:lumMod val="75000"/>
                </a:schemeClr>
              </a:solidFill>
              <a:beve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xmlns="" id="{B0C6581E-E66C-4B27-8DB9-F59DBE410777}"/>
                </a:ext>
              </a:extLst>
            </p:cNvPr>
            <p:cNvSpPr txBox="1"/>
            <p:nvPr/>
          </p:nvSpPr>
          <p:spPr>
            <a:xfrm>
              <a:off x="5304506" y="1730173"/>
              <a:ext cx="4060720" cy="600164"/>
            </a:xfrm>
            <a:prstGeom prst="rect">
              <a:avLst/>
            </a:prstGeom>
            <a:noFill/>
          </p:spPr>
          <p:txBody>
            <a:bodyPr wrap="square" rtlCol="0">
              <a:spAutoFit/>
            </a:bodyPr>
            <a:lstStyle/>
            <a:p>
              <a:r>
                <a:rPr lang="zh-TW" altLang="en-US" sz="1100" smtClean="0">
                  <a:latin typeface="微軟正黑體" panose="020B0604030504040204" pitchFamily="34" charset="-120"/>
                  <a:ea typeface="微軟正黑體" panose="020B0604030504040204" pitchFamily="34" charset="-120"/>
                  <a:cs typeface="Arial" panose="020B0604020202020204" pitchFamily="34" charset="0"/>
                </a:rPr>
                <a:t>本公司從去年便開始募集「點心食譜大賽」，每年都收到了許多來自全國各地的食譜。希望在甜點料理製作的樂趣，以及與家人或朋友的交流上能有所助益。</a:t>
              </a:r>
              <a:endParaRPr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4" name="正方形/長方形 43">
              <a:extLst>
                <a:ext uri="{FF2B5EF4-FFF2-40B4-BE49-F238E27FC236}">
                  <a16:creationId xmlns:a16="http://schemas.microsoft.com/office/drawing/2014/main" xmlns="" id="{A07AD727-4C96-470E-A239-EC3659AA033D}"/>
                </a:ext>
              </a:extLst>
            </p:cNvPr>
            <p:cNvSpPr/>
            <p:nvPr/>
          </p:nvSpPr>
          <p:spPr>
            <a:xfrm>
              <a:off x="5407745" y="1384574"/>
              <a:ext cx="748923" cy="261610"/>
            </a:xfrm>
            <a:prstGeom prst="rect">
              <a:avLst/>
            </a:prstGeom>
          </p:spPr>
          <p:txBody>
            <a:bodyPr wrap="none">
              <a:spAutoFit/>
            </a:bodyPr>
            <a:lstStyle/>
            <a:p>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企劃主旨</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2" name="テキスト ボックス 51">
              <a:extLst>
                <a:ext uri="{FF2B5EF4-FFF2-40B4-BE49-F238E27FC236}">
                  <a16:creationId xmlns:a16="http://schemas.microsoft.com/office/drawing/2014/main" xmlns="" id="{F5894142-1DDD-444E-A5F5-D27B0B337202}"/>
                </a:ext>
              </a:extLst>
            </p:cNvPr>
            <p:cNvSpPr txBox="1"/>
            <p:nvPr/>
          </p:nvSpPr>
          <p:spPr>
            <a:xfrm>
              <a:off x="5304506" y="2902918"/>
              <a:ext cx="4060720" cy="600164"/>
            </a:xfrm>
            <a:prstGeom prst="rect">
              <a:avLst/>
            </a:prstGeom>
            <a:noFill/>
          </p:spPr>
          <p:txBody>
            <a:bodyPr wrap="square" rtlCol="0">
              <a:spAutoFit/>
            </a:bodyPr>
            <a:lstStyle/>
            <a:p>
              <a:pPr algn="just"/>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首先是堪稱為「國民美食」的洋芋片。最近，把洋芋片製作成燴飯或是和鮪魚罐頭混拌的全新創意食譜十分受歡迎。我們將透過網路募集過去未曾有過的獨創食譜。</a:t>
              </a:r>
              <a:endParaRPr kumimoji="1"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7" name="正方形/長方形 56">
              <a:extLst>
                <a:ext uri="{FF2B5EF4-FFF2-40B4-BE49-F238E27FC236}">
                  <a16:creationId xmlns:a16="http://schemas.microsoft.com/office/drawing/2014/main" xmlns="" id="{EAA87055-FF9D-47C6-BA2A-0CF046F76C2F}"/>
                </a:ext>
              </a:extLst>
            </p:cNvPr>
            <p:cNvSpPr/>
            <p:nvPr/>
          </p:nvSpPr>
          <p:spPr>
            <a:xfrm>
              <a:off x="5407745" y="2557319"/>
              <a:ext cx="748923" cy="261610"/>
            </a:xfrm>
            <a:prstGeom prst="rect">
              <a:avLst/>
            </a:prstGeom>
          </p:spPr>
          <p:txBody>
            <a:bodyPr wrap="none">
              <a:spAutoFit/>
            </a:bodyPr>
            <a:lstStyle/>
            <a:p>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募集主題</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1" name="テキスト ボックス 60">
              <a:extLst>
                <a:ext uri="{FF2B5EF4-FFF2-40B4-BE49-F238E27FC236}">
                  <a16:creationId xmlns:a16="http://schemas.microsoft.com/office/drawing/2014/main" xmlns="" id="{891F2B4A-7805-483D-9C3A-2A56D33FCD92}"/>
                </a:ext>
              </a:extLst>
            </p:cNvPr>
            <p:cNvSpPr txBox="1"/>
            <p:nvPr/>
          </p:nvSpPr>
          <p:spPr>
            <a:xfrm>
              <a:off x="5304506" y="4075663"/>
              <a:ext cx="4060720" cy="769441"/>
            </a:xfrm>
            <a:prstGeom prst="rect">
              <a:avLst/>
            </a:prstGeom>
            <a:noFill/>
          </p:spPr>
          <p:txBody>
            <a:bodyPr wrap="square" rtlCol="0">
              <a:spAutoFit/>
            </a:bodyPr>
            <a:lstStyle/>
            <a:p>
              <a:pPr algn="just"/>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隨附上</a:t>
              </a:r>
              <a:r>
                <a:rPr kumimoji="1" lang="en-US" altLang="ja-JP" sz="1100" smtClean="0">
                  <a:latin typeface="微軟正黑體" panose="020B0604030504040204" pitchFamily="34" charset="-120"/>
                  <a:ea typeface="微軟正黑體" panose="020B0604030504040204" pitchFamily="34" charset="-120"/>
                  <a:cs typeface="Arial" panose="020B0604020202020204" pitchFamily="34" charset="0"/>
                </a:rPr>
                <a:t>1</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料理的製作方法（</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字以內）</a:t>
              </a:r>
              <a:r>
                <a:rPr kumimoji="1" lang="ja-JP" altLang="en-US" sz="1100" smtClean="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rPr>
                <a:t>2</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料理的照片</a:t>
              </a:r>
              <a:r>
                <a:rPr kumimoji="1" lang="ja-JP" altLang="en-US" sz="1100" smtClean="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3</a:t>
              </a:r>
              <a:r>
                <a:rPr kumimoji="1" lang="en-US" altLang="ja-JP" sz="1100" smtClean="0">
                  <a:latin typeface="微軟正黑體" panose="020B0604030504040204" pitchFamily="34" charset="-120"/>
                  <a:ea typeface="微軟正黑體" panose="020B0604030504040204" pitchFamily="34" charset="-120"/>
                  <a:cs typeface="Arial" panose="020B0604020202020204" pitchFamily="34" charset="0"/>
                </a:rPr>
                <a:t>.</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「製作樂趣和小插曲」（</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字以內）</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3</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種資訊，寫上姓名、年齡、地址、電話號碼、</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E-MAIL</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信箱、得知這個比賽的理由，透過本公司的網站報名參賽。</a:t>
              </a:r>
              <a:endParaRPr kumimoji="1"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3" name="正方形/長方形 62">
              <a:extLst>
                <a:ext uri="{FF2B5EF4-FFF2-40B4-BE49-F238E27FC236}">
                  <a16:creationId xmlns:a16="http://schemas.microsoft.com/office/drawing/2014/main" xmlns="" id="{7BA16B1D-FE03-4349-BD6A-27A01D50FADE}"/>
                </a:ext>
              </a:extLst>
            </p:cNvPr>
            <p:cNvSpPr/>
            <p:nvPr/>
          </p:nvSpPr>
          <p:spPr>
            <a:xfrm>
              <a:off x="5407745" y="3730064"/>
              <a:ext cx="748923" cy="261610"/>
            </a:xfrm>
            <a:prstGeom prst="rect">
              <a:avLst/>
            </a:prstGeom>
          </p:spPr>
          <p:txBody>
            <a:bodyPr wrap="none">
              <a:spAutoFit/>
            </a:bodyPr>
            <a:lstStyle/>
            <a:p>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募集方法</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5" name="テキスト ボックス 64">
              <a:extLst>
                <a:ext uri="{FF2B5EF4-FFF2-40B4-BE49-F238E27FC236}">
                  <a16:creationId xmlns:a16="http://schemas.microsoft.com/office/drawing/2014/main" xmlns="" id="{283A7FD0-94CC-4056-9938-5C37796296C1}"/>
                </a:ext>
              </a:extLst>
            </p:cNvPr>
            <p:cNvSpPr txBox="1"/>
            <p:nvPr/>
          </p:nvSpPr>
          <p:spPr>
            <a:xfrm>
              <a:off x="5304506" y="5417685"/>
              <a:ext cx="4060720" cy="1277273"/>
            </a:xfrm>
            <a:prstGeom prst="rect">
              <a:avLst/>
            </a:prstGeom>
            <a:noFill/>
          </p:spPr>
          <p:txBody>
            <a:bodyPr wrap="square" rtlCol="0">
              <a:spAutoFit/>
            </a:bodyPr>
            <a:lstStyle/>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審查委員長</a:t>
              </a:r>
              <a:r>
                <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料理研究家</a:t>
              </a:r>
              <a:r>
                <a:rPr kumimoji="1" lang="ja-JP" altLang="en-US"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久木田梅櫻</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募集期間</a:t>
              </a:r>
              <a:r>
                <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2018</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年</a:t>
              </a:r>
              <a:r>
                <a:rPr kumimoji="1" lang="en-US" altLang="ja-JP" sz="1100" smtClean="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日（四）</a:t>
              </a:r>
              <a:r>
                <a:rPr kumimoji="1" lang="ja-JP" altLang="en-US" sz="1100" smtClean="0">
                  <a:latin typeface="微軟正黑體" panose="020B0604030504040204" pitchFamily="34" charset="-120"/>
                  <a:ea typeface="微軟正黑體" panose="020B0604030504040204" pitchFamily="34" charset="-120"/>
                  <a:cs typeface="Arial" panose="020B0604020202020204" pitchFamily="34" charset="0"/>
                </a:rPr>
                <a:t>～</a:t>
              </a:r>
              <a:r>
                <a:rPr kumimoji="1" lang="en-US" altLang="ja-JP" sz="1100" smtClean="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ja-JP" sz="1100" smtClean="0">
                  <a:latin typeface="微軟正黑體" panose="020B0604030504040204" pitchFamily="34" charset="-120"/>
                  <a:ea typeface="微軟正黑體" panose="020B0604030504040204" pitchFamily="34" charset="-120"/>
                  <a:cs typeface="Arial" panose="020B0604020202020204" pitchFamily="34" charset="0"/>
                </a:rPr>
                <a:t>31</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日（六）</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獎勵內容</a:t>
              </a:r>
              <a:r>
                <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大賞</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名、優秀賞</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名、企劃賞</a:t>
              </a:r>
              <a:r>
                <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名</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不需要使用本公司的商品。</a:t>
              </a:r>
              <a:endParaRPr kumimoji="1"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恕不回覆審查相關的問題。</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募集內容將會在本公司的網站及食譜上公開，同時利用於本公司的廣告活動。</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8" name="正方形/長方形 67">
              <a:extLst>
                <a:ext uri="{FF2B5EF4-FFF2-40B4-BE49-F238E27FC236}">
                  <a16:creationId xmlns:a16="http://schemas.microsoft.com/office/drawing/2014/main" xmlns="" id="{CD51B911-7D6A-4F9E-9F84-480773F513C4}"/>
                </a:ext>
              </a:extLst>
            </p:cNvPr>
            <p:cNvSpPr/>
            <p:nvPr/>
          </p:nvSpPr>
          <p:spPr>
            <a:xfrm>
              <a:off x="5407745" y="5072086"/>
              <a:ext cx="748923" cy="261610"/>
            </a:xfrm>
            <a:prstGeom prst="rect">
              <a:avLst/>
            </a:prstGeom>
          </p:spPr>
          <p:txBody>
            <a:bodyPr wrap="none">
              <a:spAutoFit/>
            </a:bodyPr>
            <a:lstStyle/>
            <a:p>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比賽內容</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9" name="テキスト ボックス 68">
              <a:extLst>
                <a:ext uri="{FF2B5EF4-FFF2-40B4-BE49-F238E27FC236}">
                  <a16:creationId xmlns:a16="http://schemas.microsoft.com/office/drawing/2014/main" xmlns="" id="{8F8757C0-867B-4B10-90AE-A259803970D3}"/>
                </a:ext>
              </a:extLst>
            </p:cNvPr>
            <p:cNvSpPr txBox="1"/>
            <p:nvPr/>
          </p:nvSpPr>
          <p:spPr>
            <a:xfrm>
              <a:off x="738145" y="1809277"/>
              <a:ext cx="3911914" cy="369332"/>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zh-TW" altLang="en-US" sz="1800" spc="-150" smtClean="0">
                  <a:latin typeface="微軟正黑體" panose="020B0604030504040204" pitchFamily="34" charset="-120"/>
                  <a:ea typeface="微軟正黑體" panose="020B0604030504040204" pitchFamily="34" charset="-120"/>
                </a:rPr>
                <a:t>使用「洋芋片</a:t>
              </a:r>
              <a:r>
                <a:rPr lang="zh-TW" altLang="en-US" sz="1800" spc="-150" smtClean="0">
                  <a:latin typeface="微軟正黑體" panose="020B0604030504040204" pitchFamily="34" charset="-120"/>
                  <a:ea typeface="微軟正黑體" panose="020B0604030504040204" pitchFamily="34" charset="-120"/>
                </a:rPr>
                <a:t>」的食譜</a:t>
              </a:r>
              <a:endParaRPr lang="ja-JP" altLang="en-US" sz="1800" spc="-150" dirty="0">
                <a:latin typeface="微軟正黑體" panose="020B0604030504040204" pitchFamily="34" charset="-120"/>
                <a:ea typeface="微軟正黑體" panose="020B0604030504040204" pitchFamily="34" charset="-120"/>
              </a:endParaRPr>
            </a:p>
          </p:txBody>
        </p:sp>
        <p:pic>
          <p:nvPicPr>
            <p:cNvPr id="70" name="図 69" descr="食べ物, 室内 が含まれている画像&#10;&#10;非常に高い精度で生成された説明">
              <a:extLst>
                <a:ext uri="{FF2B5EF4-FFF2-40B4-BE49-F238E27FC236}">
                  <a16:creationId xmlns:a16="http://schemas.microsoft.com/office/drawing/2014/main" xmlns="" id="{B80BB408-23F3-4C11-B421-722070AF80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308814">
              <a:off x="738839" y="2587674"/>
              <a:ext cx="3911220" cy="26058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2" name="フリーフォーム: 図形 71">
              <a:extLst>
                <a:ext uri="{FF2B5EF4-FFF2-40B4-BE49-F238E27FC236}">
                  <a16:creationId xmlns:a16="http://schemas.microsoft.com/office/drawing/2014/main" xmlns="" id="{10119320-620D-417D-9D1F-97C8E2847C12}"/>
                </a:ext>
              </a:extLst>
            </p:cNvPr>
            <p:cNvSpPr/>
            <p:nvPr/>
          </p:nvSpPr>
          <p:spPr>
            <a:xfrm>
              <a:off x="5360261" y="1632815"/>
              <a:ext cx="1512000" cy="56475"/>
            </a:xfrm>
            <a:custGeom>
              <a:avLst/>
              <a:gdLst>
                <a:gd name="connsiteX0" fmla="*/ 0 w 4312920"/>
                <a:gd name="connsiteY0" fmla="*/ 7620 h 7620"/>
                <a:gd name="connsiteX1" fmla="*/ 4312920 w 4312920"/>
                <a:gd name="connsiteY1" fmla="*/ 0 h 7620"/>
                <a:gd name="connsiteX0" fmla="*/ 0 w 10000"/>
                <a:gd name="connsiteY0" fmla="*/ 10000 h 10000"/>
                <a:gd name="connsiteX1" fmla="*/ 1714 w 10000"/>
                <a:gd name="connsiteY1" fmla="*/ 0 h 10000"/>
                <a:gd name="connsiteX2" fmla="*/ 10000 w 10000"/>
                <a:gd name="connsiteY2" fmla="*/ 0 h 10000"/>
                <a:gd name="connsiteX0" fmla="*/ 0 w 10000"/>
                <a:gd name="connsiteY0" fmla="*/ 10740 h 10740"/>
                <a:gd name="connsiteX1" fmla="*/ 1714 w 10000"/>
                <a:gd name="connsiteY1" fmla="*/ 740 h 10740"/>
                <a:gd name="connsiteX2" fmla="*/ 5035 w 10000"/>
                <a:gd name="connsiteY2" fmla="*/ 740 h 10740"/>
                <a:gd name="connsiteX3" fmla="*/ 10000 w 10000"/>
                <a:gd name="connsiteY3" fmla="*/ 740 h 10740"/>
                <a:gd name="connsiteX0" fmla="*/ 0 w 10000"/>
                <a:gd name="connsiteY0" fmla="*/ 20000 h 20000"/>
                <a:gd name="connsiteX1" fmla="*/ 1714 w 10000"/>
                <a:gd name="connsiteY1" fmla="*/ 10000 h 20000"/>
                <a:gd name="connsiteX2" fmla="*/ 5035 w 10000"/>
                <a:gd name="connsiteY2" fmla="*/ 10000 h 20000"/>
                <a:gd name="connsiteX3" fmla="*/ 5035 w 10000"/>
                <a:gd name="connsiteY3" fmla="*/ 0 h 20000"/>
                <a:gd name="connsiteX4" fmla="*/ 10000 w 10000"/>
                <a:gd name="connsiteY4" fmla="*/ 10000 h 2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10000 w 10104"/>
                <a:gd name="connsiteY4" fmla="*/ 20000 h 30000"/>
                <a:gd name="connsiteX5" fmla="*/ 8375 w 10104"/>
                <a:gd name="connsiteY5" fmla="*/ 0 h 3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6661 w 10104"/>
                <a:gd name="connsiteY4" fmla="*/ 0 h 30000"/>
                <a:gd name="connsiteX5" fmla="*/ 10000 w 10104"/>
                <a:gd name="connsiteY5" fmla="*/ 20000 h 30000"/>
                <a:gd name="connsiteX6" fmla="*/ 8375 w 10104"/>
                <a:gd name="connsiteY6" fmla="*/ 0 h 30000"/>
                <a:gd name="connsiteX0" fmla="*/ 0 w 10104"/>
                <a:gd name="connsiteY0" fmla="*/ 30000 h 30000"/>
                <a:gd name="connsiteX1" fmla="*/ 1714 w 10104"/>
                <a:gd name="connsiteY1" fmla="*/ 20000 h 30000"/>
                <a:gd name="connsiteX2" fmla="*/ 3357 w 10104"/>
                <a:gd name="connsiteY2" fmla="*/ 20000 h 30000"/>
                <a:gd name="connsiteX3" fmla="*/ 5035 w 10104"/>
                <a:gd name="connsiteY3" fmla="*/ 20000 h 30000"/>
                <a:gd name="connsiteX4" fmla="*/ 5035 w 10104"/>
                <a:gd name="connsiteY4" fmla="*/ 10000 h 30000"/>
                <a:gd name="connsiteX5" fmla="*/ 6661 w 10104"/>
                <a:gd name="connsiteY5" fmla="*/ 0 h 30000"/>
                <a:gd name="connsiteX6" fmla="*/ 10000 w 10104"/>
                <a:gd name="connsiteY6" fmla="*/ 20000 h 30000"/>
                <a:gd name="connsiteX7" fmla="*/ 8375 w 10104"/>
                <a:gd name="connsiteY7" fmla="*/ 0 h 30000"/>
                <a:gd name="connsiteX0" fmla="*/ 0 w 10104"/>
                <a:gd name="connsiteY0" fmla="*/ 170012 h 170012"/>
                <a:gd name="connsiteX1" fmla="*/ 1714 w 10104"/>
                <a:gd name="connsiteY1" fmla="*/ 12 h 170012"/>
                <a:gd name="connsiteX2" fmla="*/ 3357 w 10104"/>
                <a:gd name="connsiteY2" fmla="*/ 160012 h 170012"/>
                <a:gd name="connsiteX3" fmla="*/ 5035 w 10104"/>
                <a:gd name="connsiteY3" fmla="*/ 160012 h 170012"/>
                <a:gd name="connsiteX4" fmla="*/ 5035 w 10104"/>
                <a:gd name="connsiteY4" fmla="*/ 150012 h 170012"/>
                <a:gd name="connsiteX5" fmla="*/ 6661 w 10104"/>
                <a:gd name="connsiteY5" fmla="*/ 140012 h 170012"/>
                <a:gd name="connsiteX6" fmla="*/ 10000 w 10104"/>
                <a:gd name="connsiteY6" fmla="*/ 160012 h 170012"/>
                <a:gd name="connsiteX7" fmla="*/ 8375 w 10104"/>
                <a:gd name="connsiteY7" fmla="*/ 140012 h 170012"/>
                <a:gd name="connsiteX0" fmla="*/ 0 w 10104"/>
                <a:gd name="connsiteY0" fmla="*/ 180000 h 180000"/>
                <a:gd name="connsiteX1" fmla="*/ 1714 w 10104"/>
                <a:gd name="connsiteY1" fmla="*/ 10000 h 180000"/>
                <a:gd name="connsiteX2" fmla="*/ 3357 w 10104"/>
                <a:gd name="connsiteY2" fmla="*/ 170000 h 180000"/>
                <a:gd name="connsiteX3" fmla="*/ 5035 w 10104"/>
                <a:gd name="connsiteY3" fmla="*/ 170000 h 180000"/>
                <a:gd name="connsiteX4" fmla="*/ 5000 w 10104"/>
                <a:gd name="connsiteY4" fmla="*/ 0 h 180000"/>
                <a:gd name="connsiteX5" fmla="*/ 6661 w 10104"/>
                <a:gd name="connsiteY5" fmla="*/ 150000 h 180000"/>
                <a:gd name="connsiteX6" fmla="*/ 10000 w 10104"/>
                <a:gd name="connsiteY6" fmla="*/ 170000 h 180000"/>
                <a:gd name="connsiteX7" fmla="*/ 8375 w 10104"/>
                <a:gd name="connsiteY7" fmla="*/ 150000 h 180000"/>
                <a:gd name="connsiteX0" fmla="*/ 0 w 10104"/>
                <a:gd name="connsiteY0" fmla="*/ 170013 h 170013"/>
                <a:gd name="connsiteX1" fmla="*/ 1714 w 10104"/>
                <a:gd name="connsiteY1" fmla="*/ 13 h 170013"/>
                <a:gd name="connsiteX2" fmla="*/ 3357 w 10104"/>
                <a:gd name="connsiteY2" fmla="*/ 160013 h 170013"/>
                <a:gd name="connsiteX3" fmla="*/ 5035 w 10104"/>
                <a:gd name="connsiteY3" fmla="*/ 160013 h 170013"/>
                <a:gd name="connsiteX4" fmla="*/ 6661 w 10104"/>
                <a:gd name="connsiteY4" fmla="*/ 140013 h 170013"/>
                <a:gd name="connsiteX5" fmla="*/ 10000 w 10104"/>
                <a:gd name="connsiteY5" fmla="*/ 160013 h 170013"/>
                <a:gd name="connsiteX6" fmla="*/ 8375 w 10104"/>
                <a:gd name="connsiteY6" fmla="*/ 140013 h 170013"/>
                <a:gd name="connsiteX0" fmla="*/ 0 w 10104"/>
                <a:gd name="connsiteY0" fmla="*/ 180052 h 180052"/>
                <a:gd name="connsiteX1" fmla="*/ 1714 w 10104"/>
                <a:gd name="connsiteY1" fmla="*/ 10052 h 180052"/>
                <a:gd name="connsiteX2" fmla="*/ 3357 w 10104"/>
                <a:gd name="connsiteY2" fmla="*/ 170052 h 180052"/>
                <a:gd name="connsiteX3" fmla="*/ 5035 w 10104"/>
                <a:gd name="connsiteY3" fmla="*/ 52 h 180052"/>
                <a:gd name="connsiteX4" fmla="*/ 6661 w 10104"/>
                <a:gd name="connsiteY4" fmla="*/ 150052 h 180052"/>
                <a:gd name="connsiteX5" fmla="*/ 10000 w 10104"/>
                <a:gd name="connsiteY5" fmla="*/ 170052 h 180052"/>
                <a:gd name="connsiteX6" fmla="*/ 8375 w 10104"/>
                <a:gd name="connsiteY6" fmla="*/ 150052 h 180052"/>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3 h 180053"/>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2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10000 w 10000"/>
                <a:gd name="connsiteY5"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75 w 10000"/>
                <a:gd name="connsiteY5" fmla="*/ 170056 h 180053"/>
                <a:gd name="connsiteX6" fmla="*/ 10000 w 10000"/>
                <a:gd name="connsiteY6"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93 w 10000"/>
                <a:gd name="connsiteY5" fmla="*/ 56 h 180053"/>
                <a:gd name="connsiteX6" fmla="*/ 10000 w 10000"/>
                <a:gd name="connsiteY6" fmla="*/ 170053 h 180053"/>
                <a:gd name="connsiteX0" fmla="*/ 0 w 10000"/>
                <a:gd name="connsiteY0" fmla="*/ 180053 h 209225"/>
                <a:gd name="connsiteX1" fmla="*/ 1714 w 10000"/>
                <a:gd name="connsiteY1" fmla="*/ 10053 h 209225"/>
                <a:gd name="connsiteX2" fmla="*/ 3381 w 10000"/>
                <a:gd name="connsiteY2" fmla="*/ 209225 h 209225"/>
                <a:gd name="connsiteX3" fmla="*/ 5035 w 10000"/>
                <a:gd name="connsiteY3" fmla="*/ 53 h 209225"/>
                <a:gd name="connsiteX4" fmla="*/ 6661 w 10000"/>
                <a:gd name="connsiteY4" fmla="*/ 150053 h 209225"/>
                <a:gd name="connsiteX5" fmla="*/ 8393 w 10000"/>
                <a:gd name="connsiteY5" fmla="*/ 56 h 209225"/>
                <a:gd name="connsiteX6" fmla="*/ 10000 w 10000"/>
                <a:gd name="connsiteY6" fmla="*/ 170053 h 209225"/>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93 w 10000"/>
                <a:gd name="connsiteY5" fmla="*/ 74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 name="connsiteX0" fmla="*/ 0 w 10000"/>
                <a:gd name="connsiteY0" fmla="*/ 180071 h 209243"/>
                <a:gd name="connsiteX1" fmla="*/ 1714 w 10000"/>
                <a:gd name="connsiteY1" fmla="*/ 41707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209243">
                  <a:moveTo>
                    <a:pt x="0" y="180071"/>
                  </a:moveTo>
                  <a:cubicBezTo>
                    <a:pt x="571" y="123404"/>
                    <a:pt x="1143" y="98374"/>
                    <a:pt x="1714" y="41707"/>
                  </a:cubicBezTo>
                  <a:cubicBezTo>
                    <a:pt x="2273" y="40040"/>
                    <a:pt x="2828" y="209243"/>
                    <a:pt x="3381" y="209243"/>
                  </a:cubicBezTo>
                  <a:cubicBezTo>
                    <a:pt x="3934" y="209243"/>
                    <a:pt x="4755" y="1738"/>
                    <a:pt x="5035" y="71"/>
                  </a:cubicBezTo>
                  <a:cubicBezTo>
                    <a:pt x="5586" y="-3262"/>
                    <a:pt x="5787" y="110899"/>
                    <a:pt x="6614" y="110899"/>
                  </a:cubicBezTo>
                  <a:cubicBezTo>
                    <a:pt x="7191" y="60900"/>
                    <a:pt x="7792" y="69658"/>
                    <a:pt x="8369" y="19659"/>
                  </a:cubicBezTo>
                  <a:cubicBezTo>
                    <a:pt x="8905" y="76325"/>
                    <a:pt x="9464" y="97586"/>
                    <a:pt x="10000" y="154252"/>
                  </a:cubicBezTo>
                </a:path>
              </a:pathLst>
            </a:custGeom>
            <a:noFill/>
            <a:ln w="19050">
              <a:solidFill>
                <a:schemeClr val="accent1">
                  <a:lumMod val="75000"/>
                </a:schemeClr>
              </a:solidFill>
              <a:beve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フリーフォーム: 図形 72">
              <a:extLst>
                <a:ext uri="{FF2B5EF4-FFF2-40B4-BE49-F238E27FC236}">
                  <a16:creationId xmlns:a16="http://schemas.microsoft.com/office/drawing/2014/main" xmlns="" id="{48F377B2-235D-42D3-8770-9C412761EB69}"/>
                </a:ext>
              </a:extLst>
            </p:cNvPr>
            <p:cNvSpPr/>
            <p:nvPr/>
          </p:nvSpPr>
          <p:spPr>
            <a:xfrm>
              <a:off x="5360261" y="2803503"/>
              <a:ext cx="1512000" cy="56475"/>
            </a:xfrm>
            <a:custGeom>
              <a:avLst/>
              <a:gdLst>
                <a:gd name="connsiteX0" fmla="*/ 0 w 4312920"/>
                <a:gd name="connsiteY0" fmla="*/ 7620 h 7620"/>
                <a:gd name="connsiteX1" fmla="*/ 4312920 w 4312920"/>
                <a:gd name="connsiteY1" fmla="*/ 0 h 7620"/>
                <a:gd name="connsiteX0" fmla="*/ 0 w 10000"/>
                <a:gd name="connsiteY0" fmla="*/ 10000 h 10000"/>
                <a:gd name="connsiteX1" fmla="*/ 1714 w 10000"/>
                <a:gd name="connsiteY1" fmla="*/ 0 h 10000"/>
                <a:gd name="connsiteX2" fmla="*/ 10000 w 10000"/>
                <a:gd name="connsiteY2" fmla="*/ 0 h 10000"/>
                <a:gd name="connsiteX0" fmla="*/ 0 w 10000"/>
                <a:gd name="connsiteY0" fmla="*/ 10740 h 10740"/>
                <a:gd name="connsiteX1" fmla="*/ 1714 w 10000"/>
                <a:gd name="connsiteY1" fmla="*/ 740 h 10740"/>
                <a:gd name="connsiteX2" fmla="*/ 5035 w 10000"/>
                <a:gd name="connsiteY2" fmla="*/ 740 h 10740"/>
                <a:gd name="connsiteX3" fmla="*/ 10000 w 10000"/>
                <a:gd name="connsiteY3" fmla="*/ 740 h 10740"/>
                <a:gd name="connsiteX0" fmla="*/ 0 w 10000"/>
                <a:gd name="connsiteY0" fmla="*/ 20000 h 20000"/>
                <a:gd name="connsiteX1" fmla="*/ 1714 w 10000"/>
                <a:gd name="connsiteY1" fmla="*/ 10000 h 20000"/>
                <a:gd name="connsiteX2" fmla="*/ 5035 w 10000"/>
                <a:gd name="connsiteY2" fmla="*/ 10000 h 20000"/>
                <a:gd name="connsiteX3" fmla="*/ 5035 w 10000"/>
                <a:gd name="connsiteY3" fmla="*/ 0 h 20000"/>
                <a:gd name="connsiteX4" fmla="*/ 10000 w 10000"/>
                <a:gd name="connsiteY4" fmla="*/ 10000 h 2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10000 w 10104"/>
                <a:gd name="connsiteY4" fmla="*/ 20000 h 30000"/>
                <a:gd name="connsiteX5" fmla="*/ 8375 w 10104"/>
                <a:gd name="connsiteY5" fmla="*/ 0 h 3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6661 w 10104"/>
                <a:gd name="connsiteY4" fmla="*/ 0 h 30000"/>
                <a:gd name="connsiteX5" fmla="*/ 10000 w 10104"/>
                <a:gd name="connsiteY5" fmla="*/ 20000 h 30000"/>
                <a:gd name="connsiteX6" fmla="*/ 8375 w 10104"/>
                <a:gd name="connsiteY6" fmla="*/ 0 h 30000"/>
                <a:gd name="connsiteX0" fmla="*/ 0 w 10104"/>
                <a:gd name="connsiteY0" fmla="*/ 30000 h 30000"/>
                <a:gd name="connsiteX1" fmla="*/ 1714 w 10104"/>
                <a:gd name="connsiteY1" fmla="*/ 20000 h 30000"/>
                <a:gd name="connsiteX2" fmla="*/ 3357 w 10104"/>
                <a:gd name="connsiteY2" fmla="*/ 20000 h 30000"/>
                <a:gd name="connsiteX3" fmla="*/ 5035 w 10104"/>
                <a:gd name="connsiteY3" fmla="*/ 20000 h 30000"/>
                <a:gd name="connsiteX4" fmla="*/ 5035 w 10104"/>
                <a:gd name="connsiteY4" fmla="*/ 10000 h 30000"/>
                <a:gd name="connsiteX5" fmla="*/ 6661 w 10104"/>
                <a:gd name="connsiteY5" fmla="*/ 0 h 30000"/>
                <a:gd name="connsiteX6" fmla="*/ 10000 w 10104"/>
                <a:gd name="connsiteY6" fmla="*/ 20000 h 30000"/>
                <a:gd name="connsiteX7" fmla="*/ 8375 w 10104"/>
                <a:gd name="connsiteY7" fmla="*/ 0 h 30000"/>
                <a:gd name="connsiteX0" fmla="*/ 0 w 10104"/>
                <a:gd name="connsiteY0" fmla="*/ 170012 h 170012"/>
                <a:gd name="connsiteX1" fmla="*/ 1714 w 10104"/>
                <a:gd name="connsiteY1" fmla="*/ 12 h 170012"/>
                <a:gd name="connsiteX2" fmla="*/ 3357 w 10104"/>
                <a:gd name="connsiteY2" fmla="*/ 160012 h 170012"/>
                <a:gd name="connsiteX3" fmla="*/ 5035 w 10104"/>
                <a:gd name="connsiteY3" fmla="*/ 160012 h 170012"/>
                <a:gd name="connsiteX4" fmla="*/ 5035 w 10104"/>
                <a:gd name="connsiteY4" fmla="*/ 150012 h 170012"/>
                <a:gd name="connsiteX5" fmla="*/ 6661 w 10104"/>
                <a:gd name="connsiteY5" fmla="*/ 140012 h 170012"/>
                <a:gd name="connsiteX6" fmla="*/ 10000 w 10104"/>
                <a:gd name="connsiteY6" fmla="*/ 160012 h 170012"/>
                <a:gd name="connsiteX7" fmla="*/ 8375 w 10104"/>
                <a:gd name="connsiteY7" fmla="*/ 140012 h 170012"/>
                <a:gd name="connsiteX0" fmla="*/ 0 w 10104"/>
                <a:gd name="connsiteY0" fmla="*/ 180000 h 180000"/>
                <a:gd name="connsiteX1" fmla="*/ 1714 w 10104"/>
                <a:gd name="connsiteY1" fmla="*/ 10000 h 180000"/>
                <a:gd name="connsiteX2" fmla="*/ 3357 w 10104"/>
                <a:gd name="connsiteY2" fmla="*/ 170000 h 180000"/>
                <a:gd name="connsiteX3" fmla="*/ 5035 w 10104"/>
                <a:gd name="connsiteY3" fmla="*/ 170000 h 180000"/>
                <a:gd name="connsiteX4" fmla="*/ 5000 w 10104"/>
                <a:gd name="connsiteY4" fmla="*/ 0 h 180000"/>
                <a:gd name="connsiteX5" fmla="*/ 6661 w 10104"/>
                <a:gd name="connsiteY5" fmla="*/ 150000 h 180000"/>
                <a:gd name="connsiteX6" fmla="*/ 10000 w 10104"/>
                <a:gd name="connsiteY6" fmla="*/ 170000 h 180000"/>
                <a:gd name="connsiteX7" fmla="*/ 8375 w 10104"/>
                <a:gd name="connsiteY7" fmla="*/ 150000 h 180000"/>
                <a:gd name="connsiteX0" fmla="*/ 0 w 10104"/>
                <a:gd name="connsiteY0" fmla="*/ 170013 h 170013"/>
                <a:gd name="connsiteX1" fmla="*/ 1714 w 10104"/>
                <a:gd name="connsiteY1" fmla="*/ 13 h 170013"/>
                <a:gd name="connsiteX2" fmla="*/ 3357 w 10104"/>
                <a:gd name="connsiteY2" fmla="*/ 160013 h 170013"/>
                <a:gd name="connsiteX3" fmla="*/ 5035 w 10104"/>
                <a:gd name="connsiteY3" fmla="*/ 160013 h 170013"/>
                <a:gd name="connsiteX4" fmla="*/ 6661 w 10104"/>
                <a:gd name="connsiteY4" fmla="*/ 140013 h 170013"/>
                <a:gd name="connsiteX5" fmla="*/ 10000 w 10104"/>
                <a:gd name="connsiteY5" fmla="*/ 160013 h 170013"/>
                <a:gd name="connsiteX6" fmla="*/ 8375 w 10104"/>
                <a:gd name="connsiteY6" fmla="*/ 140013 h 170013"/>
                <a:gd name="connsiteX0" fmla="*/ 0 w 10104"/>
                <a:gd name="connsiteY0" fmla="*/ 180052 h 180052"/>
                <a:gd name="connsiteX1" fmla="*/ 1714 w 10104"/>
                <a:gd name="connsiteY1" fmla="*/ 10052 h 180052"/>
                <a:gd name="connsiteX2" fmla="*/ 3357 w 10104"/>
                <a:gd name="connsiteY2" fmla="*/ 170052 h 180052"/>
                <a:gd name="connsiteX3" fmla="*/ 5035 w 10104"/>
                <a:gd name="connsiteY3" fmla="*/ 52 h 180052"/>
                <a:gd name="connsiteX4" fmla="*/ 6661 w 10104"/>
                <a:gd name="connsiteY4" fmla="*/ 150052 h 180052"/>
                <a:gd name="connsiteX5" fmla="*/ 10000 w 10104"/>
                <a:gd name="connsiteY5" fmla="*/ 170052 h 180052"/>
                <a:gd name="connsiteX6" fmla="*/ 8375 w 10104"/>
                <a:gd name="connsiteY6" fmla="*/ 150052 h 180052"/>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3 h 180053"/>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2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10000 w 10000"/>
                <a:gd name="connsiteY5"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75 w 10000"/>
                <a:gd name="connsiteY5" fmla="*/ 170056 h 180053"/>
                <a:gd name="connsiteX6" fmla="*/ 10000 w 10000"/>
                <a:gd name="connsiteY6"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93 w 10000"/>
                <a:gd name="connsiteY5" fmla="*/ 56 h 180053"/>
                <a:gd name="connsiteX6" fmla="*/ 10000 w 10000"/>
                <a:gd name="connsiteY6" fmla="*/ 170053 h 180053"/>
                <a:gd name="connsiteX0" fmla="*/ 0 w 10000"/>
                <a:gd name="connsiteY0" fmla="*/ 180053 h 209225"/>
                <a:gd name="connsiteX1" fmla="*/ 1714 w 10000"/>
                <a:gd name="connsiteY1" fmla="*/ 10053 h 209225"/>
                <a:gd name="connsiteX2" fmla="*/ 3381 w 10000"/>
                <a:gd name="connsiteY2" fmla="*/ 209225 h 209225"/>
                <a:gd name="connsiteX3" fmla="*/ 5035 w 10000"/>
                <a:gd name="connsiteY3" fmla="*/ 53 h 209225"/>
                <a:gd name="connsiteX4" fmla="*/ 6661 w 10000"/>
                <a:gd name="connsiteY4" fmla="*/ 150053 h 209225"/>
                <a:gd name="connsiteX5" fmla="*/ 8393 w 10000"/>
                <a:gd name="connsiteY5" fmla="*/ 56 h 209225"/>
                <a:gd name="connsiteX6" fmla="*/ 10000 w 10000"/>
                <a:gd name="connsiteY6" fmla="*/ 170053 h 209225"/>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93 w 10000"/>
                <a:gd name="connsiteY5" fmla="*/ 74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 name="connsiteX0" fmla="*/ 0 w 10000"/>
                <a:gd name="connsiteY0" fmla="*/ 180071 h 209243"/>
                <a:gd name="connsiteX1" fmla="*/ 1714 w 10000"/>
                <a:gd name="connsiteY1" fmla="*/ 41707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209243">
                  <a:moveTo>
                    <a:pt x="0" y="180071"/>
                  </a:moveTo>
                  <a:cubicBezTo>
                    <a:pt x="571" y="123404"/>
                    <a:pt x="1143" y="98374"/>
                    <a:pt x="1714" y="41707"/>
                  </a:cubicBezTo>
                  <a:cubicBezTo>
                    <a:pt x="2273" y="40040"/>
                    <a:pt x="2828" y="209243"/>
                    <a:pt x="3381" y="209243"/>
                  </a:cubicBezTo>
                  <a:cubicBezTo>
                    <a:pt x="3934" y="209243"/>
                    <a:pt x="4755" y="1738"/>
                    <a:pt x="5035" y="71"/>
                  </a:cubicBezTo>
                  <a:cubicBezTo>
                    <a:pt x="5586" y="-3262"/>
                    <a:pt x="5787" y="110899"/>
                    <a:pt x="6614" y="110899"/>
                  </a:cubicBezTo>
                  <a:cubicBezTo>
                    <a:pt x="7191" y="60900"/>
                    <a:pt x="7792" y="69658"/>
                    <a:pt x="8369" y="19659"/>
                  </a:cubicBezTo>
                  <a:cubicBezTo>
                    <a:pt x="8905" y="76325"/>
                    <a:pt x="9464" y="97586"/>
                    <a:pt x="10000" y="154252"/>
                  </a:cubicBezTo>
                </a:path>
              </a:pathLst>
            </a:custGeom>
            <a:noFill/>
            <a:ln w="19050">
              <a:solidFill>
                <a:schemeClr val="accent1">
                  <a:lumMod val="75000"/>
                </a:schemeClr>
              </a:solidFill>
              <a:beve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フリーフォーム: 図形 73">
              <a:extLst>
                <a:ext uri="{FF2B5EF4-FFF2-40B4-BE49-F238E27FC236}">
                  <a16:creationId xmlns:a16="http://schemas.microsoft.com/office/drawing/2014/main" xmlns="" id="{1892BA61-3298-49DE-84CE-66683A818BBF}"/>
                </a:ext>
              </a:extLst>
            </p:cNvPr>
            <p:cNvSpPr/>
            <p:nvPr/>
          </p:nvSpPr>
          <p:spPr>
            <a:xfrm>
              <a:off x="5360261" y="3978825"/>
              <a:ext cx="1512000" cy="56475"/>
            </a:xfrm>
            <a:custGeom>
              <a:avLst/>
              <a:gdLst>
                <a:gd name="connsiteX0" fmla="*/ 0 w 4312920"/>
                <a:gd name="connsiteY0" fmla="*/ 7620 h 7620"/>
                <a:gd name="connsiteX1" fmla="*/ 4312920 w 4312920"/>
                <a:gd name="connsiteY1" fmla="*/ 0 h 7620"/>
                <a:gd name="connsiteX0" fmla="*/ 0 w 10000"/>
                <a:gd name="connsiteY0" fmla="*/ 10000 h 10000"/>
                <a:gd name="connsiteX1" fmla="*/ 1714 w 10000"/>
                <a:gd name="connsiteY1" fmla="*/ 0 h 10000"/>
                <a:gd name="connsiteX2" fmla="*/ 10000 w 10000"/>
                <a:gd name="connsiteY2" fmla="*/ 0 h 10000"/>
                <a:gd name="connsiteX0" fmla="*/ 0 w 10000"/>
                <a:gd name="connsiteY0" fmla="*/ 10740 h 10740"/>
                <a:gd name="connsiteX1" fmla="*/ 1714 w 10000"/>
                <a:gd name="connsiteY1" fmla="*/ 740 h 10740"/>
                <a:gd name="connsiteX2" fmla="*/ 5035 w 10000"/>
                <a:gd name="connsiteY2" fmla="*/ 740 h 10740"/>
                <a:gd name="connsiteX3" fmla="*/ 10000 w 10000"/>
                <a:gd name="connsiteY3" fmla="*/ 740 h 10740"/>
                <a:gd name="connsiteX0" fmla="*/ 0 w 10000"/>
                <a:gd name="connsiteY0" fmla="*/ 20000 h 20000"/>
                <a:gd name="connsiteX1" fmla="*/ 1714 w 10000"/>
                <a:gd name="connsiteY1" fmla="*/ 10000 h 20000"/>
                <a:gd name="connsiteX2" fmla="*/ 5035 w 10000"/>
                <a:gd name="connsiteY2" fmla="*/ 10000 h 20000"/>
                <a:gd name="connsiteX3" fmla="*/ 5035 w 10000"/>
                <a:gd name="connsiteY3" fmla="*/ 0 h 20000"/>
                <a:gd name="connsiteX4" fmla="*/ 10000 w 10000"/>
                <a:gd name="connsiteY4" fmla="*/ 10000 h 2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10000 w 10104"/>
                <a:gd name="connsiteY4" fmla="*/ 20000 h 30000"/>
                <a:gd name="connsiteX5" fmla="*/ 8375 w 10104"/>
                <a:gd name="connsiteY5" fmla="*/ 0 h 3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6661 w 10104"/>
                <a:gd name="connsiteY4" fmla="*/ 0 h 30000"/>
                <a:gd name="connsiteX5" fmla="*/ 10000 w 10104"/>
                <a:gd name="connsiteY5" fmla="*/ 20000 h 30000"/>
                <a:gd name="connsiteX6" fmla="*/ 8375 w 10104"/>
                <a:gd name="connsiteY6" fmla="*/ 0 h 30000"/>
                <a:gd name="connsiteX0" fmla="*/ 0 w 10104"/>
                <a:gd name="connsiteY0" fmla="*/ 30000 h 30000"/>
                <a:gd name="connsiteX1" fmla="*/ 1714 w 10104"/>
                <a:gd name="connsiteY1" fmla="*/ 20000 h 30000"/>
                <a:gd name="connsiteX2" fmla="*/ 3357 w 10104"/>
                <a:gd name="connsiteY2" fmla="*/ 20000 h 30000"/>
                <a:gd name="connsiteX3" fmla="*/ 5035 w 10104"/>
                <a:gd name="connsiteY3" fmla="*/ 20000 h 30000"/>
                <a:gd name="connsiteX4" fmla="*/ 5035 w 10104"/>
                <a:gd name="connsiteY4" fmla="*/ 10000 h 30000"/>
                <a:gd name="connsiteX5" fmla="*/ 6661 w 10104"/>
                <a:gd name="connsiteY5" fmla="*/ 0 h 30000"/>
                <a:gd name="connsiteX6" fmla="*/ 10000 w 10104"/>
                <a:gd name="connsiteY6" fmla="*/ 20000 h 30000"/>
                <a:gd name="connsiteX7" fmla="*/ 8375 w 10104"/>
                <a:gd name="connsiteY7" fmla="*/ 0 h 30000"/>
                <a:gd name="connsiteX0" fmla="*/ 0 w 10104"/>
                <a:gd name="connsiteY0" fmla="*/ 170012 h 170012"/>
                <a:gd name="connsiteX1" fmla="*/ 1714 w 10104"/>
                <a:gd name="connsiteY1" fmla="*/ 12 h 170012"/>
                <a:gd name="connsiteX2" fmla="*/ 3357 w 10104"/>
                <a:gd name="connsiteY2" fmla="*/ 160012 h 170012"/>
                <a:gd name="connsiteX3" fmla="*/ 5035 w 10104"/>
                <a:gd name="connsiteY3" fmla="*/ 160012 h 170012"/>
                <a:gd name="connsiteX4" fmla="*/ 5035 w 10104"/>
                <a:gd name="connsiteY4" fmla="*/ 150012 h 170012"/>
                <a:gd name="connsiteX5" fmla="*/ 6661 w 10104"/>
                <a:gd name="connsiteY5" fmla="*/ 140012 h 170012"/>
                <a:gd name="connsiteX6" fmla="*/ 10000 w 10104"/>
                <a:gd name="connsiteY6" fmla="*/ 160012 h 170012"/>
                <a:gd name="connsiteX7" fmla="*/ 8375 w 10104"/>
                <a:gd name="connsiteY7" fmla="*/ 140012 h 170012"/>
                <a:gd name="connsiteX0" fmla="*/ 0 w 10104"/>
                <a:gd name="connsiteY0" fmla="*/ 180000 h 180000"/>
                <a:gd name="connsiteX1" fmla="*/ 1714 w 10104"/>
                <a:gd name="connsiteY1" fmla="*/ 10000 h 180000"/>
                <a:gd name="connsiteX2" fmla="*/ 3357 w 10104"/>
                <a:gd name="connsiteY2" fmla="*/ 170000 h 180000"/>
                <a:gd name="connsiteX3" fmla="*/ 5035 w 10104"/>
                <a:gd name="connsiteY3" fmla="*/ 170000 h 180000"/>
                <a:gd name="connsiteX4" fmla="*/ 5000 w 10104"/>
                <a:gd name="connsiteY4" fmla="*/ 0 h 180000"/>
                <a:gd name="connsiteX5" fmla="*/ 6661 w 10104"/>
                <a:gd name="connsiteY5" fmla="*/ 150000 h 180000"/>
                <a:gd name="connsiteX6" fmla="*/ 10000 w 10104"/>
                <a:gd name="connsiteY6" fmla="*/ 170000 h 180000"/>
                <a:gd name="connsiteX7" fmla="*/ 8375 w 10104"/>
                <a:gd name="connsiteY7" fmla="*/ 150000 h 180000"/>
                <a:gd name="connsiteX0" fmla="*/ 0 w 10104"/>
                <a:gd name="connsiteY0" fmla="*/ 170013 h 170013"/>
                <a:gd name="connsiteX1" fmla="*/ 1714 w 10104"/>
                <a:gd name="connsiteY1" fmla="*/ 13 h 170013"/>
                <a:gd name="connsiteX2" fmla="*/ 3357 w 10104"/>
                <a:gd name="connsiteY2" fmla="*/ 160013 h 170013"/>
                <a:gd name="connsiteX3" fmla="*/ 5035 w 10104"/>
                <a:gd name="connsiteY3" fmla="*/ 160013 h 170013"/>
                <a:gd name="connsiteX4" fmla="*/ 6661 w 10104"/>
                <a:gd name="connsiteY4" fmla="*/ 140013 h 170013"/>
                <a:gd name="connsiteX5" fmla="*/ 10000 w 10104"/>
                <a:gd name="connsiteY5" fmla="*/ 160013 h 170013"/>
                <a:gd name="connsiteX6" fmla="*/ 8375 w 10104"/>
                <a:gd name="connsiteY6" fmla="*/ 140013 h 170013"/>
                <a:gd name="connsiteX0" fmla="*/ 0 w 10104"/>
                <a:gd name="connsiteY0" fmla="*/ 180052 h 180052"/>
                <a:gd name="connsiteX1" fmla="*/ 1714 w 10104"/>
                <a:gd name="connsiteY1" fmla="*/ 10052 h 180052"/>
                <a:gd name="connsiteX2" fmla="*/ 3357 w 10104"/>
                <a:gd name="connsiteY2" fmla="*/ 170052 h 180052"/>
                <a:gd name="connsiteX3" fmla="*/ 5035 w 10104"/>
                <a:gd name="connsiteY3" fmla="*/ 52 h 180052"/>
                <a:gd name="connsiteX4" fmla="*/ 6661 w 10104"/>
                <a:gd name="connsiteY4" fmla="*/ 150052 h 180052"/>
                <a:gd name="connsiteX5" fmla="*/ 10000 w 10104"/>
                <a:gd name="connsiteY5" fmla="*/ 170052 h 180052"/>
                <a:gd name="connsiteX6" fmla="*/ 8375 w 10104"/>
                <a:gd name="connsiteY6" fmla="*/ 150052 h 180052"/>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3 h 180053"/>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2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10000 w 10000"/>
                <a:gd name="connsiteY5"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75 w 10000"/>
                <a:gd name="connsiteY5" fmla="*/ 170056 h 180053"/>
                <a:gd name="connsiteX6" fmla="*/ 10000 w 10000"/>
                <a:gd name="connsiteY6"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93 w 10000"/>
                <a:gd name="connsiteY5" fmla="*/ 56 h 180053"/>
                <a:gd name="connsiteX6" fmla="*/ 10000 w 10000"/>
                <a:gd name="connsiteY6" fmla="*/ 170053 h 180053"/>
                <a:gd name="connsiteX0" fmla="*/ 0 w 10000"/>
                <a:gd name="connsiteY0" fmla="*/ 180053 h 209225"/>
                <a:gd name="connsiteX1" fmla="*/ 1714 w 10000"/>
                <a:gd name="connsiteY1" fmla="*/ 10053 h 209225"/>
                <a:gd name="connsiteX2" fmla="*/ 3381 w 10000"/>
                <a:gd name="connsiteY2" fmla="*/ 209225 h 209225"/>
                <a:gd name="connsiteX3" fmla="*/ 5035 w 10000"/>
                <a:gd name="connsiteY3" fmla="*/ 53 h 209225"/>
                <a:gd name="connsiteX4" fmla="*/ 6661 w 10000"/>
                <a:gd name="connsiteY4" fmla="*/ 150053 h 209225"/>
                <a:gd name="connsiteX5" fmla="*/ 8393 w 10000"/>
                <a:gd name="connsiteY5" fmla="*/ 56 h 209225"/>
                <a:gd name="connsiteX6" fmla="*/ 10000 w 10000"/>
                <a:gd name="connsiteY6" fmla="*/ 170053 h 209225"/>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93 w 10000"/>
                <a:gd name="connsiteY5" fmla="*/ 74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 name="connsiteX0" fmla="*/ 0 w 10000"/>
                <a:gd name="connsiteY0" fmla="*/ 180071 h 209243"/>
                <a:gd name="connsiteX1" fmla="*/ 1714 w 10000"/>
                <a:gd name="connsiteY1" fmla="*/ 41707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209243">
                  <a:moveTo>
                    <a:pt x="0" y="180071"/>
                  </a:moveTo>
                  <a:cubicBezTo>
                    <a:pt x="571" y="123404"/>
                    <a:pt x="1143" y="98374"/>
                    <a:pt x="1714" y="41707"/>
                  </a:cubicBezTo>
                  <a:cubicBezTo>
                    <a:pt x="2273" y="40040"/>
                    <a:pt x="2828" y="209243"/>
                    <a:pt x="3381" y="209243"/>
                  </a:cubicBezTo>
                  <a:cubicBezTo>
                    <a:pt x="3934" y="209243"/>
                    <a:pt x="4755" y="1738"/>
                    <a:pt x="5035" y="71"/>
                  </a:cubicBezTo>
                  <a:cubicBezTo>
                    <a:pt x="5586" y="-3262"/>
                    <a:pt x="5787" y="110899"/>
                    <a:pt x="6614" y="110899"/>
                  </a:cubicBezTo>
                  <a:cubicBezTo>
                    <a:pt x="7191" y="60900"/>
                    <a:pt x="7792" y="69658"/>
                    <a:pt x="8369" y="19659"/>
                  </a:cubicBezTo>
                  <a:cubicBezTo>
                    <a:pt x="8905" y="76325"/>
                    <a:pt x="9464" y="97586"/>
                    <a:pt x="10000" y="154252"/>
                  </a:cubicBezTo>
                </a:path>
              </a:pathLst>
            </a:custGeom>
            <a:noFill/>
            <a:ln w="19050">
              <a:solidFill>
                <a:schemeClr val="accent1">
                  <a:lumMod val="75000"/>
                </a:schemeClr>
              </a:solidFill>
              <a:beve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フリーフォーム: 図形 74">
              <a:extLst>
                <a:ext uri="{FF2B5EF4-FFF2-40B4-BE49-F238E27FC236}">
                  <a16:creationId xmlns:a16="http://schemas.microsoft.com/office/drawing/2014/main" xmlns="" id="{61E261FA-5746-4164-8CD4-116F9C7E7755}"/>
                </a:ext>
              </a:extLst>
            </p:cNvPr>
            <p:cNvSpPr/>
            <p:nvPr/>
          </p:nvSpPr>
          <p:spPr>
            <a:xfrm>
              <a:off x="5360261" y="5320847"/>
              <a:ext cx="1512000" cy="56475"/>
            </a:xfrm>
            <a:custGeom>
              <a:avLst/>
              <a:gdLst>
                <a:gd name="connsiteX0" fmla="*/ 0 w 4312920"/>
                <a:gd name="connsiteY0" fmla="*/ 7620 h 7620"/>
                <a:gd name="connsiteX1" fmla="*/ 4312920 w 4312920"/>
                <a:gd name="connsiteY1" fmla="*/ 0 h 7620"/>
                <a:gd name="connsiteX0" fmla="*/ 0 w 10000"/>
                <a:gd name="connsiteY0" fmla="*/ 10000 h 10000"/>
                <a:gd name="connsiteX1" fmla="*/ 1714 w 10000"/>
                <a:gd name="connsiteY1" fmla="*/ 0 h 10000"/>
                <a:gd name="connsiteX2" fmla="*/ 10000 w 10000"/>
                <a:gd name="connsiteY2" fmla="*/ 0 h 10000"/>
                <a:gd name="connsiteX0" fmla="*/ 0 w 10000"/>
                <a:gd name="connsiteY0" fmla="*/ 10740 h 10740"/>
                <a:gd name="connsiteX1" fmla="*/ 1714 w 10000"/>
                <a:gd name="connsiteY1" fmla="*/ 740 h 10740"/>
                <a:gd name="connsiteX2" fmla="*/ 5035 w 10000"/>
                <a:gd name="connsiteY2" fmla="*/ 740 h 10740"/>
                <a:gd name="connsiteX3" fmla="*/ 10000 w 10000"/>
                <a:gd name="connsiteY3" fmla="*/ 740 h 10740"/>
                <a:gd name="connsiteX0" fmla="*/ 0 w 10000"/>
                <a:gd name="connsiteY0" fmla="*/ 20000 h 20000"/>
                <a:gd name="connsiteX1" fmla="*/ 1714 w 10000"/>
                <a:gd name="connsiteY1" fmla="*/ 10000 h 20000"/>
                <a:gd name="connsiteX2" fmla="*/ 5035 w 10000"/>
                <a:gd name="connsiteY2" fmla="*/ 10000 h 20000"/>
                <a:gd name="connsiteX3" fmla="*/ 5035 w 10000"/>
                <a:gd name="connsiteY3" fmla="*/ 0 h 20000"/>
                <a:gd name="connsiteX4" fmla="*/ 10000 w 10000"/>
                <a:gd name="connsiteY4" fmla="*/ 10000 h 2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10000 w 10104"/>
                <a:gd name="connsiteY4" fmla="*/ 20000 h 30000"/>
                <a:gd name="connsiteX5" fmla="*/ 8375 w 10104"/>
                <a:gd name="connsiteY5" fmla="*/ 0 h 30000"/>
                <a:gd name="connsiteX0" fmla="*/ 0 w 10104"/>
                <a:gd name="connsiteY0" fmla="*/ 30000 h 30000"/>
                <a:gd name="connsiteX1" fmla="*/ 1714 w 10104"/>
                <a:gd name="connsiteY1" fmla="*/ 20000 h 30000"/>
                <a:gd name="connsiteX2" fmla="*/ 5035 w 10104"/>
                <a:gd name="connsiteY2" fmla="*/ 20000 h 30000"/>
                <a:gd name="connsiteX3" fmla="*/ 5035 w 10104"/>
                <a:gd name="connsiteY3" fmla="*/ 10000 h 30000"/>
                <a:gd name="connsiteX4" fmla="*/ 6661 w 10104"/>
                <a:gd name="connsiteY4" fmla="*/ 0 h 30000"/>
                <a:gd name="connsiteX5" fmla="*/ 10000 w 10104"/>
                <a:gd name="connsiteY5" fmla="*/ 20000 h 30000"/>
                <a:gd name="connsiteX6" fmla="*/ 8375 w 10104"/>
                <a:gd name="connsiteY6" fmla="*/ 0 h 30000"/>
                <a:gd name="connsiteX0" fmla="*/ 0 w 10104"/>
                <a:gd name="connsiteY0" fmla="*/ 30000 h 30000"/>
                <a:gd name="connsiteX1" fmla="*/ 1714 w 10104"/>
                <a:gd name="connsiteY1" fmla="*/ 20000 h 30000"/>
                <a:gd name="connsiteX2" fmla="*/ 3357 w 10104"/>
                <a:gd name="connsiteY2" fmla="*/ 20000 h 30000"/>
                <a:gd name="connsiteX3" fmla="*/ 5035 w 10104"/>
                <a:gd name="connsiteY3" fmla="*/ 20000 h 30000"/>
                <a:gd name="connsiteX4" fmla="*/ 5035 w 10104"/>
                <a:gd name="connsiteY4" fmla="*/ 10000 h 30000"/>
                <a:gd name="connsiteX5" fmla="*/ 6661 w 10104"/>
                <a:gd name="connsiteY5" fmla="*/ 0 h 30000"/>
                <a:gd name="connsiteX6" fmla="*/ 10000 w 10104"/>
                <a:gd name="connsiteY6" fmla="*/ 20000 h 30000"/>
                <a:gd name="connsiteX7" fmla="*/ 8375 w 10104"/>
                <a:gd name="connsiteY7" fmla="*/ 0 h 30000"/>
                <a:gd name="connsiteX0" fmla="*/ 0 w 10104"/>
                <a:gd name="connsiteY0" fmla="*/ 170012 h 170012"/>
                <a:gd name="connsiteX1" fmla="*/ 1714 w 10104"/>
                <a:gd name="connsiteY1" fmla="*/ 12 h 170012"/>
                <a:gd name="connsiteX2" fmla="*/ 3357 w 10104"/>
                <a:gd name="connsiteY2" fmla="*/ 160012 h 170012"/>
                <a:gd name="connsiteX3" fmla="*/ 5035 w 10104"/>
                <a:gd name="connsiteY3" fmla="*/ 160012 h 170012"/>
                <a:gd name="connsiteX4" fmla="*/ 5035 w 10104"/>
                <a:gd name="connsiteY4" fmla="*/ 150012 h 170012"/>
                <a:gd name="connsiteX5" fmla="*/ 6661 w 10104"/>
                <a:gd name="connsiteY5" fmla="*/ 140012 h 170012"/>
                <a:gd name="connsiteX6" fmla="*/ 10000 w 10104"/>
                <a:gd name="connsiteY6" fmla="*/ 160012 h 170012"/>
                <a:gd name="connsiteX7" fmla="*/ 8375 w 10104"/>
                <a:gd name="connsiteY7" fmla="*/ 140012 h 170012"/>
                <a:gd name="connsiteX0" fmla="*/ 0 w 10104"/>
                <a:gd name="connsiteY0" fmla="*/ 180000 h 180000"/>
                <a:gd name="connsiteX1" fmla="*/ 1714 w 10104"/>
                <a:gd name="connsiteY1" fmla="*/ 10000 h 180000"/>
                <a:gd name="connsiteX2" fmla="*/ 3357 w 10104"/>
                <a:gd name="connsiteY2" fmla="*/ 170000 h 180000"/>
                <a:gd name="connsiteX3" fmla="*/ 5035 w 10104"/>
                <a:gd name="connsiteY3" fmla="*/ 170000 h 180000"/>
                <a:gd name="connsiteX4" fmla="*/ 5000 w 10104"/>
                <a:gd name="connsiteY4" fmla="*/ 0 h 180000"/>
                <a:gd name="connsiteX5" fmla="*/ 6661 w 10104"/>
                <a:gd name="connsiteY5" fmla="*/ 150000 h 180000"/>
                <a:gd name="connsiteX6" fmla="*/ 10000 w 10104"/>
                <a:gd name="connsiteY6" fmla="*/ 170000 h 180000"/>
                <a:gd name="connsiteX7" fmla="*/ 8375 w 10104"/>
                <a:gd name="connsiteY7" fmla="*/ 150000 h 180000"/>
                <a:gd name="connsiteX0" fmla="*/ 0 w 10104"/>
                <a:gd name="connsiteY0" fmla="*/ 170013 h 170013"/>
                <a:gd name="connsiteX1" fmla="*/ 1714 w 10104"/>
                <a:gd name="connsiteY1" fmla="*/ 13 h 170013"/>
                <a:gd name="connsiteX2" fmla="*/ 3357 w 10104"/>
                <a:gd name="connsiteY2" fmla="*/ 160013 h 170013"/>
                <a:gd name="connsiteX3" fmla="*/ 5035 w 10104"/>
                <a:gd name="connsiteY3" fmla="*/ 160013 h 170013"/>
                <a:gd name="connsiteX4" fmla="*/ 6661 w 10104"/>
                <a:gd name="connsiteY4" fmla="*/ 140013 h 170013"/>
                <a:gd name="connsiteX5" fmla="*/ 10000 w 10104"/>
                <a:gd name="connsiteY5" fmla="*/ 160013 h 170013"/>
                <a:gd name="connsiteX6" fmla="*/ 8375 w 10104"/>
                <a:gd name="connsiteY6" fmla="*/ 140013 h 170013"/>
                <a:gd name="connsiteX0" fmla="*/ 0 w 10104"/>
                <a:gd name="connsiteY0" fmla="*/ 180052 h 180052"/>
                <a:gd name="connsiteX1" fmla="*/ 1714 w 10104"/>
                <a:gd name="connsiteY1" fmla="*/ 10052 h 180052"/>
                <a:gd name="connsiteX2" fmla="*/ 3357 w 10104"/>
                <a:gd name="connsiteY2" fmla="*/ 170052 h 180052"/>
                <a:gd name="connsiteX3" fmla="*/ 5035 w 10104"/>
                <a:gd name="connsiteY3" fmla="*/ 52 h 180052"/>
                <a:gd name="connsiteX4" fmla="*/ 6661 w 10104"/>
                <a:gd name="connsiteY4" fmla="*/ 150052 h 180052"/>
                <a:gd name="connsiteX5" fmla="*/ 10000 w 10104"/>
                <a:gd name="connsiteY5" fmla="*/ 170052 h 180052"/>
                <a:gd name="connsiteX6" fmla="*/ 8375 w 10104"/>
                <a:gd name="connsiteY6" fmla="*/ 150052 h 180052"/>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3 h 180053"/>
                <a:gd name="connsiteX0" fmla="*/ 0 w 10104"/>
                <a:gd name="connsiteY0" fmla="*/ 180053 h 180053"/>
                <a:gd name="connsiteX1" fmla="*/ 1714 w 10104"/>
                <a:gd name="connsiteY1" fmla="*/ 10053 h 180053"/>
                <a:gd name="connsiteX2" fmla="*/ 3357 w 10104"/>
                <a:gd name="connsiteY2" fmla="*/ 170053 h 180053"/>
                <a:gd name="connsiteX3" fmla="*/ 5035 w 10104"/>
                <a:gd name="connsiteY3" fmla="*/ 53 h 180053"/>
                <a:gd name="connsiteX4" fmla="*/ 6661 w 10104"/>
                <a:gd name="connsiteY4" fmla="*/ 150053 h 180053"/>
                <a:gd name="connsiteX5" fmla="*/ 10000 w 10104"/>
                <a:gd name="connsiteY5" fmla="*/ 170053 h 180053"/>
                <a:gd name="connsiteX6" fmla="*/ 8375 w 10104"/>
                <a:gd name="connsiteY6" fmla="*/ 52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10000 w 10000"/>
                <a:gd name="connsiteY5"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75 w 10000"/>
                <a:gd name="connsiteY5" fmla="*/ 170056 h 180053"/>
                <a:gd name="connsiteX6" fmla="*/ 10000 w 10000"/>
                <a:gd name="connsiteY6" fmla="*/ 170053 h 180053"/>
                <a:gd name="connsiteX0" fmla="*/ 0 w 10000"/>
                <a:gd name="connsiteY0" fmla="*/ 180053 h 180053"/>
                <a:gd name="connsiteX1" fmla="*/ 1714 w 10000"/>
                <a:gd name="connsiteY1" fmla="*/ 10053 h 180053"/>
                <a:gd name="connsiteX2" fmla="*/ 3357 w 10000"/>
                <a:gd name="connsiteY2" fmla="*/ 170053 h 180053"/>
                <a:gd name="connsiteX3" fmla="*/ 5035 w 10000"/>
                <a:gd name="connsiteY3" fmla="*/ 53 h 180053"/>
                <a:gd name="connsiteX4" fmla="*/ 6661 w 10000"/>
                <a:gd name="connsiteY4" fmla="*/ 150053 h 180053"/>
                <a:gd name="connsiteX5" fmla="*/ 8393 w 10000"/>
                <a:gd name="connsiteY5" fmla="*/ 56 h 180053"/>
                <a:gd name="connsiteX6" fmla="*/ 10000 w 10000"/>
                <a:gd name="connsiteY6" fmla="*/ 170053 h 180053"/>
                <a:gd name="connsiteX0" fmla="*/ 0 w 10000"/>
                <a:gd name="connsiteY0" fmla="*/ 180053 h 209225"/>
                <a:gd name="connsiteX1" fmla="*/ 1714 w 10000"/>
                <a:gd name="connsiteY1" fmla="*/ 10053 h 209225"/>
                <a:gd name="connsiteX2" fmla="*/ 3381 w 10000"/>
                <a:gd name="connsiteY2" fmla="*/ 209225 h 209225"/>
                <a:gd name="connsiteX3" fmla="*/ 5035 w 10000"/>
                <a:gd name="connsiteY3" fmla="*/ 53 h 209225"/>
                <a:gd name="connsiteX4" fmla="*/ 6661 w 10000"/>
                <a:gd name="connsiteY4" fmla="*/ 150053 h 209225"/>
                <a:gd name="connsiteX5" fmla="*/ 8393 w 10000"/>
                <a:gd name="connsiteY5" fmla="*/ 56 h 209225"/>
                <a:gd name="connsiteX6" fmla="*/ 10000 w 10000"/>
                <a:gd name="connsiteY6" fmla="*/ 170053 h 209225"/>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93 w 10000"/>
                <a:gd name="connsiteY5" fmla="*/ 74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70071 h 209243"/>
                <a:gd name="connsiteX0" fmla="*/ 0 w 10000"/>
                <a:gd name="connsiteY0" fmla="*/ 180071 h 209243"/>
                <a:gd name="connsiteX1" fmla="*/ 1714 w 10000"/>
                <a:gd name="connsiteY1" fmla="*/ 10071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 name="connsiteX0" fmla="*/ 0 w 10000"/>
                <a:gd name="connsiteY0" fmla="*/ 180071 h 209243"/>
                <a:gd name="connsiteX1" fmla="*/ 1714 w 10000"/>
                <a:gd name="connsiteY1" fmla="*/ 41707 h 209243"/>
                <a:gd name="connsiteX2" fmla="*/ 3381 w 10000"/>
                <a:gd name="connsiteY2" fmla="*/ 209243 h 209243"/>
                <a:gd name="connsiteX3" fmla="*/ 5035 w 10000"/>
                <a:gd name="connsiteY3" fmla="*/ 71 h 209243"/>
                <a:gd name="connsiteX4" fmla="*/ 6614 w 10000"/>
                <a:gd name="connsiteY4" fmla="*/ 110899 h 209243"/>
                <a:gd name="connsiteX5" fmla="*/ 8369 w 10000"/>
                <a:gd name="connsiteY5" fmla="*/ 19659 h 209243"/>
                <a:gd name="connsiteX6" fmla="*/ 10000 w 10000"/>
                <a:gd name="connsiteY6" fmla="*/ 154252 h 20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209243">
                  <a:moveTo>
                    <a:pt x="0" y="180071"/>
                  </a:moveTo>
                  <a:cubicBezTo>
                    <a:pt x="571" y="123404"/>
                    <a:pt x="1143" y="98374"/>
                    <a:pt x="1714" y="41707"/>
                  </a:cubicBezTo>
                  <a:cubicBezTo>
                    <a:pt x="2273" y="40040"/>
                    <a:pt x="2828" y="209243"/>
                    <a:pt x="3381" y="209243"/>
                  </a:cubicBezTo>
                  <a:cubicBezTo>
                    <a:pt x="3934" y="209243"/>
                    <a:pt x="4755" y="1738"/>
                    <a:pt x="5035" y="71"/>
                  </a:cubicBezTo>
                  <a:cubicBezTo>
                    <a:pt x="5586" y="-3262"/>
                    <a:pt x="5787" y="110899"/>
                    <a:pt x="6614" y="110899"/>
                  </a:cubicBezTo>
                  <a:cubicBezTo>
                    <a:pt x="7191" y="60900"/>
                    <a:pt x="7792" y="69658"/>
                    <a:pt x="8369" y="19659"/>
                  </a:cubicBezTo>
                  <a:cubicBezTo>
                    <a:pt x="8905" y="76325"/>
                    <a:pt x="9464" y="97586"/>
                    <a:pt x="10000" y="154252"/>
                  </a:cubicBezTo>
                </a:path>
              </a:pathLst>
            </a:custGeom>
            <a:noFill/>
            <a:ln w="19050">
              <a:solidFill>
                <a:schemeClr val="accent1">
                  <a:lumMod val="75000"/>
                </a:schemeClr>
              </a:solidFill>
              <a:beve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xmlns="" id="{4ECC67C7-8707-41CB-97AD-61A1129673BC}"/>
                </a:ext>
              </a:extLst>
            </p:cNvPr>
            <p:cNvSpPr txBox="1"/>
            <p:nvPr/>
          </p:nvSpPr>
          <p:spPr>
            <a:xfrm>
              <a:off x="2225419" y="479422"/>
              <a:ext cx="5455162" cy="523220"/>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zh-TW" altLang="en-US" sz="2800" spc="-150" smtClean="0">
                  <a:latin typeface="微軟正黑體" panose="020B0604030504040204" pitchFamily="34" charset="-120"/>
                  <a:ea typeface="微軟正黑體" panose="020B0604030504040204" pitchFamily="34" charset="-120"/>
                </a:rPr>
                <a:t>第</a:t>
              </a:r>
              <a:r>
                <a:rPr lang="en-US" altLang="zh-TW" sz="2800" spc="-150" smtClean="0">
                  <a:latin typeface="微軟正黑體" panose="020B0604030504040204" pitchFamily="34" charset="-120"/>
                  <a:ea typeface="微軟正黑體" panose="020B0604030504040204" pitchFamily="34" charset="-120"/>
                </a:rPr>
                <a:t>3</a:t>
              </a:r>
              <a:r>
                <a:rPr lang="zh-TW" altLang="en-US" sz="2800" spc="-150" smtClean="0">
                  <a:latin typeface="微軟正黑體" panose="020B0604030504040204" pitchFamily="34" charset="-120"/>
                  <a:ea typeface="微軟正黑體" panose="020B0604030504040204" pitchFamily="34" charset="-120"/>
                </a:rPr>
                <a:t>屆「點心食譜大賽」</a:t>
              </a:r>
              <a:endParaRPr lang="ja-JP" altLang="en-US" sz="2800" spc="-15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877328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xmlns="" id="{2FD8BAD4-1FCA-422E-A9E5-000B06025467}"/>
              </a:ext>
            </a:extLst>
          </p:cNvPr>
          <p:cNvGrpSpPr/>
          <p:nvPr/>
        </p:nvGrpSpPr>
        <p:grpSpPr>
          <a:xfrm>
            <a:off x="-176255" y="-121235"/>
            <a:ext cx="10178036" cy="7053278"/>
            <a:chOff x="-176255" y="-121235"/>
            <a:chExt cx="10178036" cy="7053278"/>
          </a:xfrm>
        </p:grpSpPr>
        <p:sp>
          <p:nvSpPr>
            <p:cNvPr id="40" name="楕円 39">
              <a:extLst>
                <a:ext uri="{FF2B5EF4-FFF2-40B4-BE49-F238E27FC236}">
                  <a16:creationId xmlns:a16="http://schemas.microsoft.com/office/drawing/2014/main" xmlns="" id="{7BEBC869-666E-4A22-879A-E7EAF6E7EB4F}"/>
                </a:ext>
              </a:extLst>
            </p:cNvPr>
            <p:cNvSpPr/>
            <p:nvPr/>
          </p:nvSpPr>
          <p:spPr>
            <a:xfrm>
              <a:off x="566264" y="6017643"/>
              <a:ext cx="914400" cy="9144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Arial" panose="020B0604020202020204" pitchFamily="34" charset="0"/>
                <a:cs typeface="Arial" panose="020B0604020202020204" pitchFamily="34" charset="0"/>
              </a:endParaRPr>
            </a:p>
          </p:txBody>
        </p:sp>
        <p:sp>
          <p:nvSpPr>
            <p:cNvPr id="41" name="楕円 40">
              <a:extLst>
                <a:ext uri="{FF2B5EF4-FFF2-40B4-BE49-F238E27FC236}">
                  <a16:creationId xmlns:a16="http://schemas.microsoft.com/office/drawing/2014/main" xmlns="" id="{9A708C56-B757-4B6A-B0DE-7C5BB36E8F3A}"/>
                </a:ext>
              </a:extLst>
            </p:cNvPr>
            <p:cNvSpPr/>
            <p:nvPr/>
          </p:nvSpPr>
          <p:spPr>
            <a:xfrm>
              <a:off x="1231395" y="5510624"/>
              <a:ext cx="515887" cy="51588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2" name="楕円 41">
              <a:extLst>
                <a:ext uri="{FF2B5EF4-FFF2-40B4-BE49-F238E27FC236}">
                  <a16:creationId xmlns:a16="http://schemas.microsoft.com/office/drawing/2014/main" xmlns="" id="{AA92E00E-C7EF-4181-90A0-9DF07174841B}"/>
                </a:ext>
              </a:extLst>
            </p:cNvPr>
            <p:cNvSpPr/>
            <p:nvPr/>
          </p:nvSpPr>
          <p:spPr>
            <a:xfrm>
              <a:off x="1896762" y="6521122"/>
              <a:ext cx="297797" cy="29779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3" name="楕円 42">
              <a:extLst>
                <a:ext uri="{FF2B5EF4-FFF2-40B4-BE49-F238E27FC236}">
                  <a16:creationId xmlns:a16="http://schemas.microsoft.com/office/drawing/2014/main" xmlns="" id="{FF5E16BB-4371-4235-AC15-0080F1D5067C}"/>
                </a:ext>
              </a:extLst>
            </p:cNvPr>
            <p:cNvSpPr/>
            <p:nvPr/>
          </p:nvSpPr>
          <p:spPr>
            <a:xfrm>
              <a:off x="609099" y="5652286"/>
              <a:ext cx="225521" cy="225521"/>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Arial" panose="020B0604020202020204" pitchFamily="34" charset="0"/>
                <a:cs typeface="Arial" panose="020B0604020202020204" pitchFamily="34" charset="0"/>
              </a:endParaRPr>
            </a:p>
          </p:txBody>
        </p:sp>
        <p:sp>
          <p:nvSpPr>
            <p:cNvPr id="44" name="楕円 43">
              <a:extLst>
                <a:ext uri="{FF2B5EF4-FFF2-40B4-BE49-F238E27FC236}">
                  <a16:creationId xmlns:a16="http://schemas.microsoft.com/office/drawing/2014/main" xmlns="" id="{A79879DF-1F34-4B50-A440-326BB21D3772}"/>
                </a:ext>
              </a:extLst>
            </p:cNvPr>
            <p:cNvSpPr/>
            <p:nvPr/>
          </p:nvSpPr>
          <p:spPr>
            <a:xfrm>
              <a:off x="1409208" y="6272963"/>
              <a:ext cx="397058" cy="3970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31" name="四角形: 角を丸くする 30">
              <a:extLst>
                <a:ext uri="{FF2B5EF4-FFF2-40B4-BE49-F238E27FC236}">
                  <a16:creationId xmlns:a16="http://schemas.microsoft.com/office/drawing/2014/main" xmlns="" id="{905803C1-3EDD-4855-8F70-169EED898081}"/>
                </a:ext>
              </a:extLst>
            </p:cNvPr>
            <p:cNvSpPr/>
            <p:nvPr/>
          </p:nvSpPr>
          <p:spPr>
            <a:xfrm>
              <a:off x="1992267" y="341880"/>
              <a:ext cx="5921466" cy="760204"/>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xmlns="" id="{1D536373-30F3-4106-997D-4CB68C6DB84F}"/>
                </a:ext>
              </a:extLst>
            </p:cNvPr>
            <p:cNvSpPr txBox="1"/>
            <p:nvPr/>
          </p:nvSpPr>
          <p:spPr>
            <a:xfrm>
              <a:off x="2225419" y="479422"/>
              <a:ext cx="5455162" cy="523220"/>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zh-TW" altLang="en-US" sz="2800" spc="-150">
                  <a:latin typeface="微軟正黑體" panose="020B0604030504040204" pitchFamily="34" charset="-120"/>
                  <a:ea typeface="微軟正黑體" panose="020B0604030504040204" pitchFamily="34" charset="-120"/>
                </a:rPr>
                <a:t>第</a:t>
              </a:r>
              <a:r>
                <a:rPr lang="en-US" altLang="zh-TW" sz="2800" spc="-150">
                  <a:latin typeface="微軟正黑體" panose="020B0604030504040204" pitchFamily="34" charset="-120"/>
                  <a:ea typeface="微軟正黑體" panose="020B0604030504040204" pitchFamily="34" charset="-120"/>
                </a:rPr>
                <a:t>3</a:t>
              </a:r>
              <a:r>
                <a:rPr lang="zh-TW" altLang="en-US" sz="2800" spc="-150">
                  <a:latin typeface="微軟正黑體" panose="020B0604030504040204" pitchFamily="34" charset="-120"/>
                  <a:ea typeface="微軟正黑體" panose="020B0604030504040204" pitchFamily="34" charset="-120"/>
                </a:rPr>
                <a:t>屆「點心食譜大賽」</a:t>
              </a:r>
              <a:endParaRPr lang="ja-JP" altLang="en-US" sz="2800" spc="-150" dirty="0">
                <a:latin typeface="微軟正黑體" panose="020B0604030504040204" pitchFamily="34" charset="-120"/>
                <a:ea typeface="微軟正黑體" panose="020B0604030504040204" pitchFamily="34" charset="-120"/>
              </a:endParaRPr>
            </a:p>
          </p:txBody>
        </p:sp>
        <p:sp>
          <p:nvSpPr>
            <p:cNvPr id="9" name="楕円 8">
              <a:extLst>
                <a:ext uri="{FF2B5EF4-FFF2-40B4-BE49-F238E27FC236}">
                  <a16:creationId xmlns:a16="http://schemas.microsoft.com/office/drawing/2014/main" xmlns="" id="{F5410E72-6412-40C4-BB21-92DC41BCF44F}"/>
                </a:ext>
              </a:extLst>
            </p:cNvPr>
            <p:cNvSpPr/>
            <p:nvPr/>
          </p:nvSpPr>
          <p:spPr>
            <a:xfrm>
              <a:off x="-176255" y="-121235"/>
              <a:ext cx="914400" cy="9144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0" name="楕円 9">
              <a:extLst>
                <a:ext uri="{FF2B5EF4-FFF2-40B4-BE49-F238E27FC236}">
                  <a16:creationId xmlns:a16="http://schemas.microsoft.com/office/drawing/2014/main" xmlns="" id="{5A992C3E-B0AE-4B60-8E83-83CFFC64E708}"/>
                </a:ext>
              </a:extLst>
            </p:cNvPr>
            <p:cNvSpPr/>
            <p:nvPr/>
          </p:nvSpPr>
          <p:spPr>
            <a:xfrm>
              <a:off x="601737" y="359620"/>
              <a:ext cx="385108" cy="385108"/>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1" name="楕円 10">
              <a:extLst>
                <a:ext uri="{FF2B5EF4-FFF2-40B4-BE49-F238E27FC236}">
                  <a16:creationId xmlns:a16="http://schemas.microsoft.com/office/drawing/2014/main" xmlns="" id="{7EAA86CD-02B3-48C8-A573-83F54547A23B}"/>
                </a:ext>
              </a:extLst>
            </p:cNvPr>
            <p:cNvSpPr/>
            <p:nvPr/>
          </p:nvSpPr>
          <p:spPr>
            <a:xfrm>
              <a:off x="1333315" y="212474"/>
              <a:ext cx="451041" cy="451041"/>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2" name="楕円 11">
              <a:extLst>
                <a:ext uri="{FF2B5EF4-FFF2-40B4-BE49-F238E27FC236}">
                  <a16:creationId xmlns:a16="http://schemas.microsoft.com/office/drawing/2014/main" xmlns="" id="{23CC0EE0-B49E-4E7F-9B26-907AC19DC792}"/>
                </a:ext>
              </a:extLst>
            </p:cNvPr>
            <p:cNvSpPr/>
            <p:nvPr/>
          </p:nvSpPr>
          <p:spPr>
            <a:xfrm>
              <a:off x="818619" y="-37124"/>
              <a:ext cx="324792" cy="32479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3" name="楕円 12">
              <a:extLst>
                <a:ext uri="{FF2B5EF4-FFF2-40B4-BE49-F238E27FC236}">
                  <a16:creationId xmlns:a16="http://schemas.microsoft.com/office/drawing/2014/main" xmlns="" id="{C1FB8D84-69CA-437C-9574-1477A8AF8D3A}"/>
                </a:ext>
              </a:extLst>
            </p:cNvPr>
            <p:cNvSpPr/>
            <p:nvPr/>
          </p:nvSpPr>
          <p:spPr>
            <a:xfrm>
              <a:off x="499026" y="941381"/>
              <a:ext cx="225521" cy="2255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 name="テキスト ボックス 1">
              <a:extLst>
                <a:ext uri="{FF2B5EF4-FFF2-40B4-BE49-F238E27FC236}">
                  <a16:creationId xmlns:a16="http://schemas.microsoft.com/office/drawing/2014/main" xmlns="" id="{027E064C-F492-4B33-B027-A8544B17DD41}"/>
                </a:ext>
              </a:extLst>
            </p:cNvPr>
            <p:cNvSpPr txBox="1"/>
            <p:nvPr/>
          </p:nvSpPr>
          <p:spPr>
            <a:xfrm>
              <a:off x="5304506" y="1763626"/>
              <a:ext cx="4060720" cy="600164"/>
            </a:xfrm>
            <a:prstGeom prst="rect">
              <a:avLst/>
            </a:prstGeom>
            <a:noFill/>
          </p:spPr>
          <p:txBody>
            <a:bodyPr wrap="square" rtlCol="0">
              <a:spAutoFit/>
            </a:bodyPr>
            <a:lstStyle/>
            <a:p>
              <a:r>
                <a:rPr lang="zh-TW" altLang="en-US" sz="1100">
                  <a:latin typeface="微軟正黑體" panose="020B0604030504040204" pitchFamily="34" charset="-120"/>
                  <a:ea typeface="微軟正黑體" panose="020B0604030504040204" pitchFamily="34" charset="-120"/>
                  <a:cs typeface="Arial" panose="020B0604020202020204" pitchFamily="34" charset="0"/>
                </a:rPr>
                <a:t>本公司從去年便開始募集「點心食譜大賽」，每年都收到了許多來自全國各地的食譜。希望在甜點料理製作的樂趣，以及與家人或朋友的交流上能</a:t>
              </a:r>
              <a:r>
                <a:rPr lang="zh-TW" altLang="en-US" sz="1100">
                  <a:latin typeface="微軟正黑體" panose="020B0604030504040204" pitchFamily="34" charset="-120"/>
                  <a:ea typeface="微軟正黑體" panose="020B0604030504040204" pitchFamily="34" charset="-120"/>
                  <a:cs typeface="Arial" panose="020B0604020202020204" pitchFamily="34" charset="0"/>
                </a:rPr>
                <a:t>有所</a:t>
              </a:r>
              <a:r>
                <a:rPr lang="zh-TW" altLang="en-US" sz="1100" smtClean="0">
                  <a:latin typeface="微軟正黑體" panose="020B0604030504040204" pitchFamily="34" charset="-120"/>
                  <a:ea typeface="微軟正黑體" panose="020B0604030504040204" pitchFamily="34" charset="-120"/>
                  <a:cs typeface="Arial" panose="020B0604020202020204" pitchFamily="34" charset="0"/>
                </a:rPr>
                <a:t>助益。</a:t>
              </a:r>
              <a:endParaRPr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21" name="四角形: 角を丸くする 20">
              <a:extLst>
                <a:ext uri="{FF2B5EF4-FFF2-40B4-BE49-F238E27FC236}">
                  <a16:creationId xmlns:a16="http://schemas.microsoft.com/office/drawing/2014/main" xmlns="" id="{BC32915F-5B7B-4C13-8ACF-5309A0D983C0}"/>
                </a:ext>
              </a:extLst>
            </p:cNvPr>
            <p:cNvSpPr/>
            <p:nvPr/>
          </p:nvSpPr>
          <p:spPr>
            <a:xfrm>
              <a:off x="5304506" y="1375909"/>
              <a:ext cx="4060720"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8" name="正方形/長方形 7">
              <a:extLst>
                <a:ext uri="{FF2B5EF4-FFF2-40B4-BE49-F238E27FC236}">
                  <a16:creationId xmlns:a16="http://schemas.microsoft.com/office/drawing/2014/main" xmlns="" id="{1635E951-23E1-4A3A-A067-33D52895D677}"/>
                </a:ext>
              </a:extLst>
            </p:cNvPr>
            <p:cNvSpPr/>
            <p:nvPr/>
          </p:nvSpPr>
          <p:spPr>
            <a:xfrm>
              <a:off x="5407745" y="1418027"/>
              <a:ext cx="800219" cy="276999"/>
            </a:xfrm>
            <a:prstGeom prst="rect">
              <a:avLst/>
            </a:prstGeom>
          </p:spPr>
          <p:txBody>
            <a:bodyPr wrap="none">
              <a:spAutoFit/>
            </a:bodyPr>
            <a:lstStyle/>
            <a:p>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企劃主旨</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5" name="テキスト ボックス 44">
              <a:extLst>
                <a:ext uri="{FF2B5EF4-FFF2-40B4-BE49-F238E27FC236}">
                  <a16:creationId xmlns:a16="http://schemas.microsoft.com/office/drawing/2014/main" xmlns="" id="{18C155F6-67D6-48E8-B46A-03677F7268A3}"/>
                </a:ext>
              </a:extLst>
            </p:cNvPr>
            <p:cNvSpPr txBox="1"/>
            <p:nvPr/>
          </p:nvSpPr>
          <p:spPr>
            <a:xfrm>
              <a:off x="5304506" y="2936371"/>
              <a:ext cx="4060720" cy="600164"/>
            </a:xfrm>
            <a:prstGeom prst="rect">
              <a:avLst/>
            </a:prstGeom>
            <a:noFill/>
          </p:spPr>
          <p:txBody>
            <a:bodyPr wrap="square" rtlCol="0">
              <a:spAutoFit/>
            </a:bodyPr>
            <a:lstStyle/>
            <a:p>
              <a:pPr algn="just"/>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首先是堪稱為「國民美食」的洋芋片。</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最近</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，把洋芋片製作成燴飯或是和鮪魚罐頭混拌的全新創意食譜十分受歡迎。我們將透過網路募集過去未曾有過的</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獨創</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食譜</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a:t>
              </a:r>
              <a:endParaRPr kumimoji="1" lang="en-US" altLang="zh-TW" sz="1100" smtClean="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6" name="四角形: 角を丸くする 45">
              <a:extLst>
                <a:ext uri="{FF2B5EF4-FFF2-40B4-BE49-F238E27FC236}">
                  <a16:creationId xmlns:a16="http://schemas.microsoft.com/office/drawing/2014/main" xmlns="" id="{0238D717-8116-4EA4-BBE9-0F48F823D99E}"/>
                </a:ext>
              </a:extLst>
            </p:cNvPr>
            <p:cNvSpPr/>
            <p:nvPr/>
          </p:nvSpPr>
          <p:spPr>
            <a:xfrm>
              <a:off x="5304506" y="2548654"/>
              <a:ext cx="4060720"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7" name="正方形/長方形 46">
              <a:extLst>
                <a:ext uri="{FF2B5EF4-FFF2-40B4-BE49-F238E27FC236}">
                  <a16:creationId xmlns:a16="http://schemas.microsoft.com/office/drawing/2014/main" xmlns="" id="{D4244154-0E6E-4497-B0FF-D1B18608306E}"/>
                </a:ext>
              </a:extLst>
            </p:cNvPr>
            <p:cNvSpPr/>
            <p:nvPr/>
          </p:nvSpPr>
          <p:spPr>
            <a:xfrm>
              <a:off x="5407745" y="2590772"/>
              <a:ext cx="800219" cy="276999"/>
            </a:xfrm>
            <a:prstGeom prst="rect">
              <a:avLst/>
            </a:prstGeom>
          </p:spPr>
          <p:txBody>
            <a:bodyPr wrap="none">
              <a:spAutoFit/>
            </a:bodyPr>
            <a:lstStyle/>
            <a:p>
              <a:r>
                <a:rPr kumimoji="1" lang="ja-JP"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募集主題</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9" name="テキスト ボックス 48">
              <a:extLst>
                <a:ext uri="{FF2B5EF4-FFF2-40B4-BE49-F238E27FC236}">
                  <a16:creationId xmlns:a16="http://schemas.microsoft.com/office/drawing/2014/main" xmlns="" id="{A5450C21-06ED-4C09-A60F-95D6C45C296C}"/>
                </a:ext>
              </a:extLst>
            </p:cNvPr>
            <p:cNvSpPr txBox="1"/>
            <p:nvPr/>
          </p:nvSpPr>
          <p:spPr>
            <a:xfrm>
              <a:off x="5304506" y="4109116"/>
              <a:ext cx="4060720" cy="769441"/>
            </a:xfrm>
            <a:prstGeom prst="rect">
              <a:avLst/>
            </a:prstGeom>
            <a:noFill/>
          </p:spPr>
          <p:txBody>
            <a:bodyPr wrap="square" rtlCol="0">
              <a:spAutoFit/>
            </a:bodyPr>
            <a:lstStyle/>
            <a:p>
              <a:pPr algn="just"/>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隨附上</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1. </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料理的製作方法（</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字以內） </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2. </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料理的照片 </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3.</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「製作樂趣和小插曲」（</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字以內）</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3</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種資訊，寫上姓名、年齡、地址、電話號碼、</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E-MAIL</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信箱、得知這個比賽的理由，透過本公司的網站</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報名</a:t>
              </a:r>
              <a:r>
                <a:rPr kumimoji="1" lang="zh-TW" altLang="en-US" sz="1100" smtClean="0">
                  <a:latin typeface="微軟正黑體" panose="020B0604030504040204" pitchFamily="34" charset="-120"/>
                  <a:ea typeface="微軟正黑體" panose="020B0604030504040204" pitchFamily="34" charset="-120"/>
                  <a:cs typeface="Arial" panose="020B0604020202020204" pitchFamily="34" charset="0"/>
                </a:rPr>
                <a:t>參賽。</a:t>
              </a:r>
              <a:endParaRPr kumimoji="1" lang="ja-JP" altLang="en-US"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0" name="四角形: 角を丸くする 49">
              <a:extLst>
                <a:ext uri="{FF2B5EF4-FFF2-40B4-BE49-F238E27FC236}">
                  <a16:creationId xmlns:a16="http://schemas.microsoft.com/office/drawing/2014/main" xmlns="" id="{9D565313-BB8E-47A5-AD7D-E95E9D0F19F5}"/>
                </a:ext>
              </a:extLst>
            </p:cNvPr>
            <p:cNvSpPr/>
            <p:nvPr/>
          </p:nvSpPr>
          <p:spPr>
            <a:xfrm>
              <a:off x="5304506" y="3721399"/>
              <a:ext cx="4060720"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51" name="正方形/長方形 50">
              <a:extLst>
                <a:ext uri="{FF2B5EF4-FFF2-40B4-BE49-F238E27FC236}">
                  <a16:creationId xmlns:a16="http://schemas.microsoft.com/office/drawing/2014/main" xmlns="" id="{8901F515-2ADD-4FBB-9B7C-2DC3C2FF3953}"/>
                </a:ext>
              </a:extLst>
            </p:cNvPr>
            <p:cNvSpPr/>
            <p:nvPr/>
          </p:nvSpPr>
          <p:spPr>
            <a:xfrm>
              <a:off x="5407745" y="3763517"/>
              <a:ext cx="800219" cy="276999"/>
            </a:xfrm>
            <a:prstGeom prst="rect">
              <a:avLst/>
            </a:prstGeom>
          </p:spPr>
          <p:txBody>
            <a:bodyPr wrap="none">
              <a:spAutoFit/>
            </a:bodyPr>
            <a:lstStyle/>
            <a:p>
              <a:r>
                <a:rPr kumimoji="1" lang="ja-JP" altLang="en-US" sz="120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募集方法</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3" name="テキスト ボックス 52">
              <a:extLst>
                <a:ext uri="{FF2B5EF4-FFF2-40B4-BE49-F238E27FC236}">
                  <a16:creationId xmlns:a16="http://schemas.microsoft.com/office/drawing/2014/main" xmlns="" id="{A500CDD6-A6EF-4E66-868C-1F322A48860C}"/>
                </a:ext>
              </a:extLst>
            </p:cNvPr>
            <p:cNvSpPr txBox="1"/>
            <p:nvPr/>
          </p:nvSpPr>
          <p:spPr>
            <a:xfrm>
              <a:off x="5304506" y="5451138"/>
              <a:ext cx="4060720" cy="1277273"/>
            </a:xfrm>
            <a:prstGeom prst="rect">
              <a:avLst/>
            </a:prstGeom>
            <a:noFill/>
          </p:spPr>
          <p:txBody>
            <a:bodyPr wrap="square" rtlCol="0">
              <a:spAutoFit/>
            </a:bodyPr>
            <a:lstStyle/>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審查委員長</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料理研究家</a:t>
              </a:r>
              <a:r>
                <a:rPr kumimoji="1" lang="ja-JP" altLang="en-US"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久木田梅櫻</a:t>
              </a:r>
              <a:endParaRPr kumimoji="1" lang="en-US" altLang="ja-JP" sz="110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募集期間</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2018</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年</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日（四）</a:t>
              </a:r>
              <a:r>
                <a:rPr kumimoji="1" lang="ja-JP" altLang="en-US" sz="1100">
                  <a:latin typeface="微軟正黑體" panose="020B0604030504040204" pitchFamily="34" charset="-120"/>
                  <a:ea typeface="微軟正黑體" panose="020B0604030504040204" pitchFamily="34" charset="-120"/>
                  <a:cs typeface="Arial" panose="020B0604020202020204" pitchFamily="34" charset="0"/>
                </a:rPr>
                <a:t>～</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31</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日（六）</a:t>
              </a:r>
              <a:endParaRPr kumimoji="1" lang="en-US" altLang="ja-JP" sz="110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獎勵內容</a:t>
              </a:r>
              <a:r>
                <a:rPr kumimoji="1" lang="en-US" altLang="ja-JP" sz="110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大賞</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名、優秀賞</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名、企劃賞</a:t>
              </a:r>
              <a:r>
                <a:rPr kumimoji="1" lang="en-US" altLang="zh-TW" sz="110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名</a:t>
              </a:r>
              <a:endParaRPr kumimoji="1" lang="en-US" altLang="ja-JP" sz="110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不需要使用本公司的商品。</a:t>
              </a:r>
              <a:endParaRPr kumimoji="1" lang="ja-JP" altLang="en-US" sz="110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恕不回覆審查相關的問題。</a:t>
              </a:r>
              <a:endParaRPr kumimoji="1" lang="en-US" altLang="ja-JP" sz="110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100">
                  <a:latin typeface="微軟正黑體" panose="020B0604030504040204" pitchFamily="34" charset="-120"/>
                  <a:ea typeface="微軟正黑體" panose="020B0604030504040204" pitchFamily="34" charset="-120"/>
                  <a:cs typeface="Arial" panose="020B0604020202020204" pitchFamily="34" charset="0"/>
                </a:rPr>
                <a:t>募集內容將會在本公司的網站及食譜上公開，同時利用於本公司的廣告活動。</a:t>
              </a:r>
              <a:endParaRPr kumimoji="1" lang="en-US" altLang="ja-JP" sz="110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4" name="四角形: 角を丸くする 53">
              <a:extLst>
                <a:ext uri="{FF2B5EF4-FFF2-40B4-BE49-F238E27FC236}">
                  <a16:creationId xmlns:a16="http://schemas.microsoft.com/office/drawing/2014/main" xmlns="" id="{3C9F3D5F-A0C6-4DC1-9A11-E1D9E6925FBE}"/>
                </a:ext>
              </a:extLst>
            </p:cNvPr>
            <p:cNvSpPr/>
            <p:nvPr/>
          </p:nvSpPr>
          <p:spPr>
            <a:xfrm>
              <a:off x="5304506" y="5063421"/>
              <a:ext cx="4060720"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55" name="正方形/長方形 54">
              <a:extLst>
                <a:ext uri="{FF2B5EF4-FFF2-40B4-BE49-F238E27FC236}">
                  <a16:creationId xmlns:a16="http://schemas.microsoft.com/office/drawing/2014/main" xmlns="" id="{735D4971-9863-4A83-A5E7-C7E879456AE8}"/>
                </a:ext>
              </a:extLst>
            </p:cNvPr>
            <p:cNvSpPr/>
            <p:nvPr/>
          </p:nvSpPr>
          <p:spPr>
            <a:xfrm>
              <a:off x="5407745" y="5105539"/>
              <a:ext cx="800219" cy="276999"/>
            </a:xfrm>
            <a:prstGeom prst="rect">
              <a:avLst/>
            </a:prstGeom>
          </p:spPr>
          <p:txBody>
            <a:bodyPr wrap="none">
              <a:spAutoFit/>
            </a:bodyPr>
            <a:lstStyle/>
            <a:p>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比賽內容</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8" name="テキスト ボックス 57">
              <a:extLst>
                <a:ext uri="{FF2B5EF4-FFF2-40B4-BE49-F238E27FC236}">
                  <a16:creationId xmlns:a16="http://schemas.microsoft.com/office/drawing/2014/main" xmlns="" id="{5109477E-62EF-4B53-AD2F-9D48E1017FE3}"/>
                </a:ext>
              </a:extLst>
            </p:cNvPr>
            <p:cNvSpPr txBox="1"/>
            <p:nvPr/>
          </p:nvSpPr>
          <p:spPr>
            <a:xfrm>
              <a:off x="818618" y="1541736"/>
              <a:ext cx="4065029" cy="369332"/>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r">
                <a:spcAft>
                  <a:spcPts val="0"/>
                </a:spcAft>
              </a:pPr>
              <a:r>
                <a:rPr lang="zh-TW" altLang="en-US" sz="1800" spc="-150">
                  <a:latin typeface="微軟正黑體" panose="020B0604030504040204" pitchFamily="34" charset="-120"/>
                  <a:ea typeface="微軟正黑體" panose="020B0604030504040204" pitchFamily="34" charset="-120"/>
                </a:rPr>
                <a:t>使用「洋芋片」的食譜</a:t>
              </a:r>
              <a:endParaRPr lang="ja-JP" altLang="en-US" sz="1800" spc="-150" dirty="0">
                <a:latin typeface="微軟正黑體" panose="020B0604030504040204" pitchFamily="34" charset="-120"/>
                <a:ea typeface="微軟正黑體" panose="020B0604030504040204" pitchFamily="34" charset="-120"/>
              </a:endParaRPr>
            </a:p>
          </p:txBody>
        </p:sp>
        <p:pic>
          <p:nvPicPr>
            <p:cNvPr id="66" name="図 65" descr="食べ物, 室内 が含まれている画像&#10;&#10;非常に高い精度で生成された説明">
              <a:extLst>
                <a:ext uri="{FF2B5EF4-FFF2-40B4-BE49-F238E27FC236}">
                  <a16:creationId xmlns:a16="http://schemas.microsoft.com/office/drawing/2014/main" xmlns="" id="{3A44A9DE-9799-418F-A038-670CF73B35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87175"/>
              <a:ext cx="4876800" cy="3249168"/>
            </a:xfrm>
            <a:prstGeom prst="rect">
              <a:avLst/>
            </a:prstGeom>
          </p:spPr>
        </p:pic>
        <p:sp>
          <p:nvSpPr>
            <p:cNvPr id="48" name="テキスト ボックス 47">
              <a:extLst>
                <a:ext uri="{FF2B5EF4-FFF2-40B4-BE49-F238E27FC236}">
                  <a16:creationId xmlns:a16="http://schemas.microsoft.com/office/drawing/2014/main" xmlns="" id="{3F72E5A1-2052-45A0-BC3B-AE9691C0B9B5}"/>
                </a:ext>
              </a:extLst>
            </p:cNvPr>
            <p:cNvSpPr txBox="1"/>
            <p:nvPr/>
          </p:nvSpPr>
          <p:spPr>
            <a:xfrm>
              <a:off x="818618" y="5512450"/>
              <a:ext cx="4065029" cy="707886"/>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r">
                <a:spcAft>
                  <a:spcPts val="0"/>
                </a:spcAft>
              </a:pPr>
              <a:r>
                <a:rPr lang="en-US" altLang="ja-JP" sz="4000" spc="-150" dirty="0">
                  <a:solidFill>
                    <a:schemeClr val="accent5">
                      <a:lumMod val="60000"/>
                      <a:lumOff val="40000"/>
                    </a:schemeClr>
                  </a:solidFill>
                  <a:ea typeface="游ゴシック Medium" panose="020B0500000000000000" pitchFamily="50" charset="-128"/>
                </a:rPr>
                <a:t>Potato chips</a:t>
              </a:r>
              <a:endParaRPr lang="ja-JP" altLang="en-US" sz="4000" spc="-150" dirty="0">
                <a:solidFill>
                  <a:schemeClr val="accent5">
                    <a:lumMod val="60000"/>
                    <a:lumOff val="40000"/>
                  </a:schemeClr>
                </a:solidFill>
                <a:ea typeface="游ゴシック Medium" panose="020B0500000000000000" pitchFamily="50" charset="-128"/>
              </a:endParaRPr>
            </a:p>
          </p:txBody>
        </p:sp>
        <p:sp>
          <p:nvSpPr>
            <p:cNvPr id="39" name="楕円 38">
              <a:extLst>
                <a:ext uri="{FF2B5EF4-FFF2-40B4-BE49-F238E27FC236}">
                  <a16:creationId xmlns:a16="http://schemas.microsoft.com/office/drawing/2014/main" xmlns="" id="{62E00004-B246-4F78-B0DF-6A9CAD7981E1}"/>
                </a:ext>
              </a:extLst>
            </p:cNvPr>
            <p:cNvSpPr/>
            <p:nvPr/>
          </p:nvSpPr>
          <p:spPr>
            <a:xfrm>
              <a:off x="9087381" y="151611"/>
              <a:ext cx="914400" cy="91440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2" name="楕円 51">
              <a:extLst>
                <a:ext uri="{FF2B5EF4-FFF2-40B4-BE49-F238E27FC236}">
                  <a16:creationId xmlns:a16="http://schemas.microsoft.com/office/drawing/2014/main" xmlns="" id="{140221B5-0427-49B1-8B7D-6FC323C7735D}"/>
                </a:ext>
              </a:extLst>
            </p:cNvPr>
            <p:cNvSpPr/>
            <p:nvPr/>
          </p:nvSpPr>
          <p:spPr>
            <a:xfrm>
              <a:off x="8860174" y="-97440"/>
              <a:ext cx="385108" cy="3851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6" name="楕円 55">
              <a:extLst>
                <a:ext uri="{FF2B5EF4-FFF2-40B4-BE49-F238E27FC236}">
                  <a16:creationId xmlns:a16="http://schemas.microsoft.com/office/drawing/2014/main" xmlns="" id="{4B7DF142-8105-46AC-AC25-8BA6624185BB}"/>
                </a:ext>
              </a:extLst>
            </p:cNvPr>
            <p:cNvSpPr/>
            <p:nvPr/>
          </p:nvSpPr>
          <p:spPr>
            <a:xfrm>
              <a:off x="9051865" y="780505"/>
              <a:ext cx="451041" cy="45104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 name="楕円 56">
              <a:extLst>
                <a:ext uri="{FF2B5EF4-FFF2-40B4-BE49-F238E27FC236}">
                  <a16:creationId xmlns:a16="http://schemas.microsoft.com/office/drawing/2014/main" xmlns="" id="{FF9A5C87-F57E-4CA0-B525-47942ABE3C71}"/>
                </a:ext>
              </a:extLst>
            </p:cNvPr>
            <p:cNvSpPr/>
            <p:nvPr/>
          </p:nvSpPr>
          <p:spPr>
            <a:xfrm>
              <a:off x="8233569" y="45374"/>
              <a:ext cx="324792" cy="324792"/>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9" name="楕円 58">
              <a:extLst>
                <a:ext uri="{FF2B5EF4-FFF2-40B4-BE49-F238E27FC236}">
                  <a16:creationId xmlns:a16="http://schemas.microsoft.com/office/drawing/2014/main" xmlns="" id="{3E2525BC-D586-4EDC-B93E-FEDF56CE0A9F}"/>
                </a:ext>
              </a:extLst>
            </p:cNvPr>
            <p:cNvSpPr/>
            <p:nvPr/>
          </p:nvSpPr>
          <p:spPr>
            <a:xfrm>
              <a:off x="8643577" y="432615"/>
              <a:ext cx="225521" cy="22552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0" name="楕円 59">
              <a:extLst>
                <a:ext uri="{FF2B5EF4-FFF2-40B4-BE49-F238E27FC236}">
                  <a16:creationId xmlns:a16="http://schemas.microsoft.com/office/drawing/2014/main" xmlns="" id="{C047213B-BE3D-485E-BC22-0040A85DC349}"/>
                </a:ext>
              </a:extLst>
            </p:cNvPr>
            <p:cNvSpPr/>
            <p:nvPr/>
          </p:nvSpPr>
          <p:spPr>
            <a:xfrm>
              <a:off x="8412608" y="744728"/>
              <a:ext cx="291505" cy="291505"/>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Tree>
    <p:extLst>
      <p:ext uri="{BB962C8B-B14F-4D97-AF65-F5344CB8AC3E}">
        <p14:creationId xmlns:p14="http://schemas.microsoft.com/office/powerpoint/2010/main" val="3807310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xmlns="" id="{A07B14F3-5D62-4B55-8BBC-4AE93E739F60}"/>
              </a:ext>
            </a:extLst>
          </p:cNvPr>
          <p:cNvGrpSpPr/>
          <p:nvPr/>
        </p:nvGrpSpPr>
        <p:grpSpPr>
          <a:xfrm>
            <a:off x="252873" y="341880"/>
            <a:ext cx="9506220" cy="6337812"/>
            <a:chOff x="252873" y="341880"/>
            <a:chExt cx="9506220" cy="6337812"/>
          </a:xfrm>
        </p:grpSpPr>
        <p:sp>
          <p:nvSpPr>
            <p:cNvPr id="48" name="テキスト ボックス 47">
              <a:extLst>
                <a:ext uri="{FF2B5EF4-FFF2-40B4-BE49-F238E27FC236}">
                  <a16:creationId xmlns:a16="http://schemas.microsoft.com/office/drawing/2014/main" xmlns="" id="{3F72E5A1-2052-45A0-BC3B-AE9691C0B9B5}"/>
                </a:ext>
              </a:extLst>
            </p:cNvPr>
            <p:cNvSpPr txBox="1"/>
            <p:nvPr/>
          </p:nvSpPr>
          <p:spPr>
            <a:xfrm>
              <a:off x="2962528" y="4925397"/>
              <a:ext cx="3308891" cy="646331"/>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en-US" altLang="ja-JP" sz="3600" spc="-150" dirty="0">
                  <a:solidFill>
                    <a:schemeClr val="accent5">
                      <a:lumMod val="60000"/>
                      <a:lumOff val="40000"/>
                    </a:schemeClr>
                  </a:solidFill>
                  <a:ea typeface="游ゴシック Medium" panose="020B0500000000000000" pitchFamily="50" charset="-128"/>
                </a:rPr>
                <a:t>Potato chips</a:t>
              </a:r>
              <a:endParaRPr lang="ja-JP" altLang="en-US" sz="3600" spc="-150" dirty="0">
                <a:solidFill>
                  <a:schemeClr val="accent5">
                    <a:lumMod val="60000"/>
                    <a:lumOff val="40000"/>
                  </a:schemeClr>
                </a:solidFill>
                <a:ea typeface="游ゴシック Medium" panose="020B0500000000000000" pitchFamily="50" charset="-128"/>
              </a:endParaRPr>
            </a:p>
          </p:txBody>
        </p:sp>
        <p:sp>
          <p:nvSpPr>
            <p:cNvPr id="40" name="楕円 39">
              <a:extLst>
                <a:ext uri="{FF2B5EF4-FFF2-40B4-BE49-F238E27FC236}">
                  <a16:creationId xmlns:a16="http://schemas.microsoft.com/office/drawing/2014/main" xmlns="" id="{7BEBC869-666E-4A22-879A-E7EAF6E7EB4F}"/>
                </a:ext>
              </a:extLst>
            </p:cNvPr>
            <p:cNvSpPr/>
            <p:nvPr/>
          </p:nvSpPr>
          <p:spPr>
            <a:xfrm>
              <a:off x="280945" y="5885001"/>
              <a:ext cx="689356" cy="68935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Arial" panose="020B0604020202020204" pitchFamily="34" charset="0"/>
                <a:cs typeface="Arial" panose="020B0604020202020204" pitchFamily="34" charset="0"/>
              </a:endParaRPr>
            </a:p>
          </p:txBody>
        </p:sp>
        <p:sp>
          <p:nvSpPr>
            <p:cNvPr id="41" name="楕円 40">
              <a:extLst>
                <a:ext uri="{FF2B5EF4-FFF2-40B4-BE49-F238E27FC236}">
                  <a16:creationId xmlns:a16="http://schemas.microsoft.com/office/drawing/2014/main" xmlns="" id="{9A708C56-B757-4B6A-B0DE-7C5BB36E8F3A}"/>
                </a:ext>
              </a:extLst>
            </p:cNvPr>
            <p:cNvSpPr/>
            <p:nvPr/>
          </p:nvSpPr>
          <p:spPr>
            <a:xfrm>
              <a:off x="2364968" y="5971736"/>
              <a:ext cx="515887" cy="515887"/>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2" name="楕円 41">
              <a:extLst>
                <a:ext uri="{FF2B5EF4-FFF2-40B4-BE49-F238E27FC236}">
                  <a16:creationId xmlns:a16="http://schemas.microsoft.com/office/drawing/2014/main" xmlns="" id="{AA92E00E-C7EF-4181-90A0-9DF07174841B}"/>
                </a:ext>
              </a:extLst>
            </p:cNvPr>
            <p:cNvSpPr/>
            <p:nvPr/>
          </p:nvSpPr>
          <p:spPr>
            <a:xfrm>
              <a:off x="4312581" y="6080781"/>
              <a:ext cx="297797" cy="29779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4" name="楕円 43">
              <a:extLst>
                <a:ext uri="{FF2B5EF4-FFF2-40B4-BE49-F238E27FC236}">
                  <a16:creationId xmlns:a16="http://schemas.microsoft.com/office/drawing/2014/main" xmlns="" id="{A79879DF-1F34-4B50-A440-326BB21D3772}"/>
                </a:ext>
              </a:extLst>
            </p:cNvPr>
            <p:cNvSpPr/>
            <p:nvPr/>
          </p:nvSpPr>
          <p:spPr>
            <a:xfrm>
              <a:off x="3398189" y="6031150"/>
              <a:ext cx="397058" cy="39705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0" name="楕円 9">
              <a:extLst>
                <a:ext uri="{FF2B5EF4-FFF2-40B4-BE49-F238E27FC236}">
                  <a16:creationId xmlns:a16="http://schemas.microsoft.com/office/drawing/2014/main" xmlns="" id="{5A992C3E-B0AE-4B60-8E83-83CFFC64E708}"/>
                </a:ext>
              </a:extLst>
            </p:cNvPr>
            <p:cNvSpPr/>
            <p:nvPr/>
          </p:nvSpPr>
          <p:spPr>
            <a:xfrm>
              <a:off x="252873" y="526095"/>
              <a:ext cx="385108" cy="385108"/>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1" name="楕円 10">
              <a:extLst>
                <a:ext uri="{FF2B5EF4-FFF2-40B4-BE49-F238E27FC236}">
                  <a16:creationId xmlns:a16="http://schemas.microsoft.com/office/drawing/2014/main" xmlns="" id="{7EAA86CD-02B3-48C8-A573-83F54547A23B}"/>
                </a:ext>
              </a:extLst>
            </p:cNvPr>
            <p:cNvSpPr/>
            <p:nvPr/>
          </p:nvSpPr>
          <p:spPr>
            <a:xfrm>
              <a:off x="1255371" y="493129"/>
              <a:ext cx="451041" cy="451041"/>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13" name="楕円 12">
              <a:extLst>
                <a:ext uri="{FF2B5EF4-FFF2-40B4-BE49-F238E27FC236}">
                  <a16:creationId xmlns:a16="http://schemas.microsoft.com/office/drawing/2014/main" xmlns="" id="{C1FB8D84-69CA-437C-9574-1477A8AF8D3A}"/>
                </a:ext>
              </a:extLst>
            </p:cNvPr>
            <p:cNvSpPr/>
            <p:nvPr/>
          </p:nvSpPr>
          <p:spPr>
            <a:xfrm>
              <a:off x="833915" y="605889"/>
              <a:ext cx="225521" cy="2255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 name="テキスト ボックス 1">
              <a:extLst>
                <a:ext uri="{FF2B5EF4-FFF2-40B4-BE49-F238E27FC236}">
                  <a16:creationId xmlns:a16="http://schemas.microsoft.com/office/drawing/2014/main" xmlns="" id="{027E064C-F492-4B33-B027-A8544B17DD41}"/>
                </a:ext>
              </a:extLst>
            </p:cNvPr>
            <p:cNvSpPr txBox="1"/>
            <p:nvPr/>
          </p:nvSpPr>
          <p:spPr>
            <a:xfrm>
              <a:off x="450910" y="2159486"/>
              <a:ext cx="2214033" cy="900246"/>
            </a:xfrm>
            <a:prstGeom prst="rect">
              <a:avLst/>
            </a:prstGeom>
            <a:noFill/>
          </p:spPr>
          <p:txBody>
            <a:bodyPr wrap="square" rtlCol="0">
              <a:spAutoFit/>
            </a:bodyPr>
            <a:lstStyle/>
            <a:p>
              <a:r>
                <a:rPr lang="zh-TW" altLang="en-US" sz="1050">
                  <a:latin typeface="微軟正黑體" panose="020B0604030504040204" pitchFamily="34" charset="-120"/>
                  <a:ea typeface="微軟正黑體" panose="020B0604030504040204" pitchFamily="34" charset="-120"/>
                  <a:cs typeface="Arial" panose="020B0604020202020204" pitchFamily="34" charset="0"/>
                </a:rPr>
                <a:t>本公司從去年便開始募集「點心食譜大賽」，每年都收到了許多來自全國各地的食譜。希望在甜點料理製作的樂趣，以及與家人或朋友的交流上能</a:t>
              </a:r>
              <a:r>
                <a:rPr lang="zh-TW" altLang="en-US" sz="1050">
                  <a:latin typeface="微軟正黑體" panose="020B0604030504040204" pitchFamily="34" charset="-120"/>
                  <a:ea typeface="微軟正黑體" panose="020B0604030504040204" pitchFamily="34" charset="-120"/>
                  <a:cs typeface="Arial" panose="020B0604020202020204" pitchFamily="34" charset="0"/>
                </a:rPr>
                <a:t>有所</a:t>
              </a:r>
              <a:r>
                <a:rPr lang="zh-TW" altLang="en-US" sz="1050" smtClean="0">
                  <a:latin typeface="微軟正黑體" panose="020B0604030504040204" pitchFamily="34" charset="-120"/>
                  <a:ea typeface="微軟正黑體" panose="020B0604030504040204" pitchFamily="34" charset="-120"/>
                  <a:cs typeface="Arial" panose="020B0604020202020204" pitchFamily="34" charset="0"/>
                </a:rPr>
                <a:t>助益。</a:t>
              </a:r>
              <a:endParaRPr lang="ja-JP" altLang="en-US" sz="105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21" name="四角形: 角を丸くする 20">
              <a:extLst>
                <a:ext uri="{FF2B5EF4-FFF2-40B4-BE49-F238E27FC236}">
                  <a16:creationId xmlns:a16="http://schemas.microsoft.com/office/drawing/2014/main" xmlns="" id="{BC32915F-5B7B-4C13-8ACF-5309A0D983C0}"/>
                </a:ext>
              </a:extLst>
            </p:cNvPr>
            <p:cNvSpPr/>
            <p:nvPr/>
          </p:nvSpPr>
          <p:spPr>
            <a:xfrm>
              <a:off x="484654" y="1771769"/>
              <a:ext cx="2146545"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latin typeface="Arial" panose="020B0604020202020204" pitchFamily="34" charset="0"/>
                <a:cs typeface="Arial" panose="020B0604020202020204" pitchFamily="34" charset="0"/>
              </a:endParaRPr>
            </a:p>
          </p:txBody>
        </p:sp>
        <p:sp>
          <p:nvSpPr>
            <p:cNvPr id="8" name="正方形/長方形 7">
              <a:extLst>
                <a:ext uri="{FF2B5EF4-FFF2-40B4-BE49-F238E27FC236}">
                  <a16:creationId xmlns:a16="http://schemas.microsoft.com/office/drawing/2014/main" xmlns="" id="{1635E951-23E1-4A3A-A067-33D52895D677}"/>
                </a:ext>
              </a:extLst>
            </p:cNvPr>
            <p:cNvSpPr/>
            <p:nvPr/>
          </p:nvSpPr>
          <p:spPr>
            <a:xfrm>
              <a:off x="1157817" y="1813887"/>
              <a:ext cx="800219" cy="276999"/>
            </a:xfrm>
            <a:prstGeom prst="rect">
              <a:avLst/>
            </a:prstGeom>
          </p:spPr>
          <p:txBody>
            <a:bodyPr wrap="none">
              <a:spAutoFit/>
            </a:bodyPr>
            <a:lstStyle/>
            <a:p>
              <a:pPr algn="ctr"/>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企劃主旨</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5" name="テキスト ボックス 44">
              <a:extLst>
                <a:ext uri="{FF2B5EF4-FFF2-40B4-BE49-F238E27FC236}">
                  <a16:creationId xmlns:a16="http://schemas.microsoft.com/office/drawing/2014/main" xmlns="" id="{18C155F6-67D6-48E8-B46A-03677F7268A3}"/>
                </a:ext>
              </a:extLst>
            </p:cNvPr>
            <p:cNvSpPr txBox="1"/>
            <p:nvPr/>
          </p:nvSpPr>
          <p:spPr>
            <a:xfrm>
              <a:off x="7126552" y="2765843"/>
              <a:ext cx="2214033" cy="900246"/>
            </a:xfrm>
            <a:prstGeom prst="rect">
              <a:avLst/>
            </a:prstGeom>
            <a:noFill/>
          </p:spPr>
          <p:txBody>
            <a:bodyPr wrap="square" rtlCol="0">
              <a:spAutoFit/>
            </a:bodyPr>
            <a:lstStyle/>
            <a:p>
              <a:pPr algn="just"/>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首先是堪稱為「國民美食」的洋芋片。最近，把洋芋片製作成燴飯或是和鮪魚罐頭混拌的全新創意食譜十分受歡迎。我們將透過網路募集過去未曾有過的</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獨創</a:t>
              </a:r>
              <a:r>
                <a:rPr kumimoji="1" lang="zh-TW" altLang="en-US" sz="1050" smtClean="0">
                  <a:latin typeface="微軟正黑體" panose="020B0604030504040204" pitchFamily="34" charset="-120"/>
                  <a:ea typeface="微軟正黑體" panose="020B0604030504040204" pitchFamily="34" charset="-120"/>
                  <a:cs typeface="Arial" panose="020B0604020202020204" pitchFamily="34" charset="0"/>
                </a:rPr>
                <a:t>食譜。</a:t>
              </a:r>
              <a:endParaRPr kumimoji="1" lang="ja-JP" altLang="en-US" sz="105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6" name="四角形: 角を丸くする 45">
              <a:extLst>
                <a:ext uri="{FF2B5EF4-FFF2-40B4-BE49-F238E27FC236}">
                  <a16:creationId xmlns:a16="http://schemas.microsoft.com/office/drawing/2014/main" xmlns="" id="{0238D717-8116-4EA4-BBE9-0F48F823D99E}"/>
                </a:ext>
              </a:extLst>
            </p:cNvPr>
            <p:cNvSpPr/>
            <p:nvPr/>
          </p:nvSpPr>
          <p:spPr>
            <a:xfrm>
              <a:off x="7126552" y="2378126"/>
              <a:ext cx="2214033"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Arial" panose="020B0604020202020204" pitchFamily="34" charset="0"/>
                <a:cs typeface="Arial" panose="020B0604020202020204" pitchFamily="34" charset="0"/>
              </a:endParaRPr>
            </a:p>
          </p:txBody>
        </p:sp>
        <p:sp>
          <p:nvSpPr>
            <p:cNvPr id="47" name="正方形/長方形 46">
              <a:extLst>
                <a:ext uri="{FF2B5EF4-FFF2-40B4-BE49-F238E27FC236}">
                  <a16:creationId xmlns:a16="http://schemas.microsoft.com/office/drawing/2014/main" xmlns="" id="{D4244154-0E6E-4497-B0FF-D1B18608306E}"/>
                </a:ext>
              </a:extLst>
            </p:cNvPr>
            <p:cNvSpPr/>
            <p:nvPr/>
          </p:nvSpPr>
          <p:spPr>
            <a:xfrm>
              <a:off x="7833459" y="2420244"/>
              <a:ext cx="800219" cy="276999"/>
            </a:xfrm>
            <a:prstGeom prst="rect">
              <a:avLst/>
            </a:prstGeom>
          </p:spPr>
          <p:txBody>
            <a:bodyPr wrap="none">
              <a:spAutoFit/>
            </a:bodyPr>
            <a:lstStyle/>
            <a:p>
              <a:pPr algn="ctr"/>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募集主題</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49" name="テキスト ボックス 48">
              <a:extLst>
                <a:ext uri="{FF2B5EF4-FFF2-40B4-BE49-F238E27FC236}">
                  <a16:creationId xmlns:a16="http://schemas.microsoft.com/office/drawing/2014/main" xmlns="" id="{A5450C21-06ED-4C09-A60F-95D6C45C296C}"/>
                </a:ext>
              </a:extLst>
            </p:cNvPr>
            <p:cNvSpPr txBox="1"/>
            <p:nvPr/>
          </p:nvSpPr>
          <p:spPr>
            <a:xfrm>
              <a:off x="451599" y="4111202"/>
              <a:ext cx="2212655" cy="1223412"/>
            </a:xfrm>
            <a:prstGeom prst="rect">
              <a:avLst/>
            </a:prstGeom>
            <a:noFill/>
          </p:spPr>
          <p:txBody>
            <a:bodyPr wrap="square" rtlCol="0">
              <a:spAutoFit/>
            </a:bodyPr>
            <a:lstStyle/>
            <a:p>
              <a:pPr algn="just"/>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隨附上</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1. </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料理的製作方法（</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字以內） </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2. </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料理的照片 </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3.</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「製作樂趣和小插曲」（</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400</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字以內）</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3</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種資訊，寫上姓名、年齡、地址、電話號碼、</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E-MAIL</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信箱、得知這個比賽的理由，透過本公司的網站</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報名</a:t>
              </a:r>
              <a:r>
                <a:rPr kumimoji="1" lang="zh-TW" altLang="en-US" sz="1050" smtClean="0">
                  <a:latin typeface="微軟正黑體" panose="020B0604030504040204" pitchFamily="34" charset="-120"/>
                  <a:ea typeface="微軟正黑體" panose="020B0604030504040204" pitchFamily="34" charset="-120"/>
                  <a:cs typeface="Arial" panose="020B0604020202020204" pitchFamily="34" charset="0"/>
                </a:rPr>
                <a:t>參賽。</a:t>
              </a:r>
              <a:endParaRPr kumimoji="1" lang="ja-JP" altLang="en-US" sz="105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0" name="四角形: 角を丸くする 49">
              <a:extLst>
                <a:ext uri="{FF2B5EF4-FFF2-40B4-BE49-F238E27FC236}">
                  <a16:creationId xmlns:a16="http://schemas.microsoft.com/office/drawing/2014/main" xmlns="" id="{9D565313-BB8E-47A5-AD7D-E95E9D0F19F5}"/>
                </a:ext>
              </a:extLst>
            </p:cNvPr>
            <p:cNvSpPr/>
            <p:nvPr/>
          </p:nvSpPr>
          <p:spPr>
            <a:xfrm>
              <a:off x="451599" y="3723485"/>
              <a:ext cx="2212654"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Arial" panose="020B0604020202020204" pitchFamily="34" charset="0"/>
                <a:cs typeface="Arial" panose="020B0604020202020204" pitchFamily="34" charset="0"/>
              </a:endParaRPr>
            </a:p>
          </p:txBody>
        </p:sp>
        <p:sp>
          <p:nvSpPr>
            <p:cNvPr id="51" name="正方形/長方形 50">
              <a:extLst>
                <a:ext uri="{FF2B5EF4-FFF2-40B4-BE49-F238E27FC236}">
                  <a16:creationId xmlns:a16="http://schemas.microsoft.com/office/drawing/2014/main" xmlns="" id="{8901F515-2ADD-4FBB-9B7C-2DC3C2FF3953}"/>
                </a:ext>
              </a:extLst>
            </p:cNvPr>
            <p:cNvSpPr/>
            <p:nvPr/>
          </p:nvSpPr>
          <p:spPr>
            <a:xfrm>
              <a:off x="1157817" y="3765603"/>
              <a:ext cx="800219" cy="276999"/>
            </a:xfrm>
            <a:prstGeom prst="rect">
              <a:avLst/>
            </a:prstGeom>
          </p:spPr>
          <p:txBody>
            <a:bodyPr wrap="none">
              <a:spAutoFit/>
            </a:bodyPr>
            <a:lstStyle/>
            <a:p>
              <a:pPr algn="ctr"/>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募集方法</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3" name="テキスト ボックス 52">
              <a:extLst>
                <a:ext uri="{FF2B5EF4-FFF2-40B4-BE49-F238E27FC236}">
                  <a16:creationId xmlns:a16="http://schemas.microsoft.com/office/drawing/2014/main" xmlns="" id="{A500CDD6-A6EF-4E66-868C-1F322A48860C}"/>
                </a:ext>
              </a:extLst>
            </p:cNvPr>
            <p:cNvSpPr txBox="1"/>
            <p:nvPr/>
          </p:nvSpPr>
          <p:spPr>
            <a:xfrm>
              <a:off x="6076033" y="5456280"/>
              <a:ext cx="3490933" cy="1223412"/>
            </a:xfrm>
            <a:prstGeom prst="rect">
              <a:avLst/>
            </a:prstGeom>
            <a:noFill/>
          </p:spPr>
          <p:txBody>
            <a:bodyPr wrap="square" rtlCol="0">
              <a:spAutoFit/>
            </a:bodyPr>
            <a:lstStyle/>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審查委員長</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050" smtClean="0">
                  <a:latin typeface="微軟正黑體" panose="020B0604030504040204" pitchFamily="34" charset="-120"/>
                  <a:ea typeface="微軟正黑體" panose="020B0604030504040204" pitchFamily="34" charset="-120"/>
                  <a:cs typeface="Arial" panose="020B0604020202020204" pitchFamily="34" charset="0"/>
                </a:rPr>
                <a:t>料理</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研究家</a:t>
              </a:r>
              <a:r>
                <a:rPr kumimoji="1" lang="ja-JP" altLang="en-US" sz="105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久木田梅櫻</a:t>
              </a:r>
              <a:endParaRPr kumimoji="1" lang="en-US" altLang="ja-JP" sz="105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募集期間</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zh-TW" sz="1050" smtClean="0">
                  <a:latin typeface="微軟正黑體" panose="020B0604030504040204" pitchFamily="34" charset="-120"/>
                  <a:ea typeface="微軟正黑體" panose="020B0604030504040204" pitchFamily="34" charset="-120"/>
                  <a:cs typeface="Arial" panose="020B0604020202020204" pitchFamily="34" charset="0"/>
                </a:rPr>
                <a:t>2018</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年</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日（四）</a:t>
              </a:r>
              <a:r>
                <a:rPr kumimoji="1" lang="ja-JP" altLang="en-US" sz="1050">
                  <a:latin typeface="微軟正黑體" panose="020B0604030504040204" pitchFamily="34" charset="-120"/>
                  <a:ea typeface="微軟正黑體" panose="020B0604030504040204" pitchFamily="34" charset="-120"/>
                  <a:cs typeface="Arial" panose="020B0604020202020204" pitchFamily="34" charset="0"/>
                </a:rPr>
                <a:t>～</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4</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月</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31</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日（六）</a:t>
              </a:r>
              <a:endParaRPr kumimoji="1" lang="en-US" altLang="ja-JP" sz="105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獎勵內容</a:t>
              </a:r>
              <a:r>
                <a:rPr kumimoji="1" lang="en-US" altLang="ja-JP" sz="1050">
                  <a:latin typeface="微軟正黑體" panose="020B0604030504040204" pitchFamily="34" charset="-120"/>
                  <a:ea typeface="微軟正黑體" panose="020B0604030504040204" pitchFamily="34" charset="-120"/>
                  <a:cs typeface="Arial" panose="020B0604020202020204" pitchFamily="34" charset="0"/>
                </a:rPr>
                <a:t>	</a:t>
              </a:r>
              <a:r>
                <a:rPr kumimoji="1" lang="zh-TW" altLang="en-US" sz="1050" smtClean="0">
                  <a:latin typeface="微軟正黑體" panose="020B0604030504040204" pitchFamily="34" charset="-120"/>
                  <a:ea typeface="微軟正黑體" panose="020B0604030504040204" pitchFamily="34" charset="-120"/>
                  <a:cs typeface="Arial" panose="020B0604020202020204" pitchFamily="34" charset="0"/>
                </a:rPr>
                <a:t>大</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賞</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名、優秀賞</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名、企劃賞</a:t>
              </a:r>
              <a:r>
                <a:rPr kumimoji="1" lang="en-US" altLang="zh-TW" sz="1050">
                  <a:latin typeface="微軟正黑體" panose="020B0604030504040204" pitchFamily="34" charset="-120"/>
                  <a:ea typeface="微軟正黑體" panose="020B0604030504040204" pitchFamily="34" charset="-120"/>
                  <a:cs typeface="Arial" panose="020B0604020202020204" pitchFamily="34" charset="0"/>
                </a:rPr>
                <a:t>1</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名</a:t>
              </a:r>
              <a:endParaRPr kumimoji="1" lang="en-US" altLang="ja-JP" sz="105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不需要使用本公司的商品。</a:t>
              </a:r>
              <a:endParaRPr kumimoji="1" lang="ja-JP" altLang="en-US" sz="105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恕不回覆審查相關的問題。</a:t>
              </a:r>
              <a:endParaRPr kumimoji="1" lang="en-US" altLang="ja-JP" sz="1050">
                <a:latin typeface="微軟正黑體" panose="020B0604030504040204" pitchFamily="34" charset="-120"/>
                <a:ea typeface="微軟正黑體" panose="020B0604030504040204" pitchFamily="34" charset="-120"/>
                <a:cs typeface="Arial" panose="020B0604020202020204" pitchFamily="34" charset="0"/>
              </a:endParaRPr>
            </a:p>
            <a:p>
              <a:pPr marL="171450" indent="-171450" algn="just">
                <a:buFont typeface="Wingdings" panose="05000000000000000000" pitchFamily="2" charset="2"/>
                <a:buChar char="l"/>
              </a:pP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募集內容將會在本公司的網站及食譜上公開，同時利用於本公司的</a:t>
              </a:r>
              <a:r>
                <a:rPr kumimoji="1" lang="zh-TW" altLang="en-US" sz="1050">
                  <a:latin typeface="微軟正黑體" panose="020B0604030504040204" pitchFamily="34" charset="-120"/>
                  <a:ea typeface="微軟正黑體" panose="020B0604030504040204" pitchFamily="34" charset="-120"/>
                  <a:cs typeface="Arial" panose="020B0604020202020204" pitchFamily="34" charset="0"/>
                </a:rPr>
                <a:t>廣告</a:t>
              </a:r>
              <a:r>
                <a:rPr kumimoji="1" lang="zh-TW" altLang="en-US" sz="1050" smtClean="0">
                  <a:latin typeface="微軟正黑體" panose="020B0604030504040204" pitchFamily="34" charset="-120"/>
                  <a:ea typeface="微軟正黑體" panose="020B0604030504040204" pitchFamily="34" charset="-120"/>
                  <a:cs typeface="Arial" panose="020B0604020202020204" pitchFamily="34" charset="0"/>
                </a:rPr>
                <a:t>活動。</a:t>
              </a:r>
              <a:endParaRPr kumimoji="1" lang="en-US" altLang="ja-JP" sz="1050"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4" name="四角形: 角を丸くする 53">
              <a:extLst>
                <a:ext uri="{FF2B5EF4-FFF2-40B4-BE49-F238E27FC236}">
                  <a16:creationId xmlns:a16="http://schemas.microsoft.com/office/drawing/2014/main" xmlns="" id="{3C9F3D5F-A0C6-4DC1-9A11-E1D9E6925FBE}"/>
                </a:ext>
              </a:extLst>
            </p:cNvPr>
            <p:cNvSpPr/>
            <p:nvPr/>
          </p:nvSpPr>
          <p:spPr>
            <a:xfrm>
              <a:off x="6076033" y="5068563"/>
              <a:ext cx="3490933" cy="36000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Arial" panose="020B0604020202020204" pitchFamily="34" charset="0"/>
                <a:cs typeface="Arial" panose="020B0604020202020204" pitchFamily="34" charset="0"/>
              </a:endParaRPr>
            </a:p>
          </p:txBody>
        </p:sp>
        <p:sp>
          <p:nvSpPr>
            <p:cNvPr id="55" name="正方形/長方形 54">
              <a:extLst>
                <a:ext uri="{FF2B5EF4-FFF2-40B4-BE49-F238E27FC236}">
                  <a16:creationId xmlns:a16="http://schemas.microsoft.com/office/drawing/2014/main" xmlns="" id="{735D4971-9863-4A83-A5E7-C7E879456AE8}"/>
                </a:ext>
              </a:extLst>
            </p:cNvPr>
            <p:cNvSpPr/>
            <p:nvPr/>
          </p:nvSpPr>
          <p:spPr>
            <a:xfrm>
              <a:off x="6828450" y="5110681"/>
              <a:ext cx="2025058" cy="276999"/>
            </a:xfrm>
            <a:prstGeom prst="rect">
              <a:avLst/>
            </a:prstGeom>
          </p:spPr>
          <p:txBody>
            <a:bodyPr wrap="square">
              <a:spAutoFit/>
            </a:bodyPr>
            <a:lstStyle/>
            <a:p>
              <a:pPr algn="ctr"/>
              <a:r>
                <a:rPr kumimoji="1" lang="zh-TW" altLang="en-US" sz="1200" smtClean="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比賽內容</a:t>
              </a:r>
              <a:endParaRPr kumimoji="1" lang="en-US" altLang="ja-JP" sz="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58" name="テキスト ボックス 57">
              <a:extLst>
                <a:ext uri="{FF2B5EF4-FFF2-40B4-BE49-F238E27FC236}">
                  <a16:creationId xmlns:a16="http://schemas.microsoft.com/office/drawing/2014/main" xmlns="" id="{5109477E-62EF-4B53-AD2F-9D48E1017FE3}"/>
                </a:ext>
              </a:extLst>
            </p:cNvPr>
            <p:cNvSpPr txBox="1"/>
            <p:nvPr/>
          </p:nvSpPr>
          <p:spPr>
            <a:xfrm>
              <a:off x="2815506" y="1462858"/>
              <a:ext cx="4274990" cy="400110"/>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zh-TW" altLang="en-US" sz="2000" spc="-150">
                  <a:latin typeface="微軟正黑體" panose="020B0604030504040204" pitchFamily="34" charset="-120"/>
                  <a:ea typeface="微軟正黑體" panose="020B0604030504040204" pitchFamily="34" charset="-120"/>
                </a:rPr>
                <a:t>使用「洋芋片」的食譜</a:t>
              </a:r>
              <a:endParaRPr lang="ja-JP" altLang="en-US" sz="2000" spc="-150" dirty="0">
                <a:latin typeface="微軟正黑體" panose="020B0604030504040204" pitchFamily="34" charset="-120"/>
                <a:ea typeface="微軟正黑體" panose="020B0604030504040204" pitchFamily="34" charset="-120"/>
              </a:endParaRPr>
            </a:p>
          </p:txBody>
        </p:sp>
        <p:pic>
          <p:nvPicPr>
            <p:cNvPr id="66" name="図 65" descr="食べ物, 室内 が含まれている画像&#10;&#10;非常に高い精度で生成された説明">
              <a:extLst>
                <a:ext uri="{FF2B5EF4-FFF2-40B4-BE49-F238E27FC236}">
                  <a16:creationId xmlns:a16="http://schemas.microsoft.com/office/drawing/2014/main" xmlns="" id="{3A44A9DE-9799-418F-A038-670CF73B35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2528" y="1981383"/>
              <a:ext cx="3980944" cy="2652304"/>
            </a:xfrm>
            <a:prstGeom prst="rect">
              <a:avLst/>
            </a:prstGeom>
          </p:spPr>
        </p:pic>
        <p:sp>
          <p:nvSpPr>
            <p:cNvPr id="60" name="楕円 59">
              <a:extLst>
                <a:ext uri="{FF2B5EF4-FFF2-40B4-BE49-F238E27FC236}">
                  <a16:creationId xmlns:a16="http://schemas.microsoft.com/office/drawing/2014/main" xmlns="" id="{8C75E770-E37D-449F-AF54-B32B7B6E8D73}"/>
                </a:ext>
              </a:extLst>
            </p:cNvPr>
            <p:cNvSpPr/>
            <p:nvPr/>
          </p:nvSpPr>
          <p:spPr>
            <a:xfrm>
              <a:off x="5127713" y="6080781"/>
              <a:ext cx="297797" cy="2977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61" name="楕円 60">
              <a:extLst>
                <a:ext uri="{FF2B5EF4-FFF2-40B4-BE49-F238E27FC236}">
                  <a16:creationId xmlns:a16="http://schemas.microsoft.com/office/drawing/2014/main" xmlns="" id="{32E282AE-D941-4866-A1C0-0F5417006836}"/>
                </a:ext>
              </a:extLst>
            </p:cNvPr>
            <p:cNvSpPr/>
            <p:nvPr/>
          </p:nvSpPr>
          <p:spPr>
            <a:xfrm>
              <a:off x="1487635" y="6049680"/>
              <a:ext cx="359999" cy="35999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38" name="楕円 37">
              <a:extLst>
                <a:ext uri="{FF2B5EF4-FFF2-40B4-BE49-F238E27FC236}">
                  <a16:creationId xmlns:a16="http://schemas.microsoft.com/office/drawing/2014/main" xmlns="" id="{43BCCC05-B9BE-4BFC-BCD1-C733153FBC59}"/>
                </a:ext>
              </a:extLst>
            </p:cNvPr>
            <p:cNvSpPr/>
            <p:nvPr/>
          </p:nvSpPr>
          <p:spPr>
            <a:xfrm>
              <a:off x="8390628" y="4329380"/>
              <a:ext cx="359999" cy="35999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Arial" panose="020B0604020202020204" pitchFamily="34" charset="0"/>
                <a:cs typeface="Arial" panose="020B0604020202020204" pitchFamily="34" charset="0"/>
              </a:endParaRPr>
            </a:p>
          </p:txBody>
        </p:sp>
        <p:sp>
          <p:nvSpPr>
            <p:cNvPr id="39" name="楕円 38">
              <a:extLst>
                <a:ext uri="{FF2B5EF4-FFF2-40B4-BE49-F238E27FC236}">
                  <a16:creationId xmlns:a16="http://schemas.microsoft.com/office/drawing/2014/main" xmlns="" id="{0B4761F4-E85B-4BFE-9641-84C8DEE6BACD}"/>
                </a:ext>
              </a:extLst>
            </p:cNvPr>
            <p:cNvSpPr/>
            <p:nvPr/>
          </p:nvSpPr>
          <p:spPr>
            <a:xfrm>
              <a:off x="7728218" y="4443068"/>
              <a:ext cx="225521" cy="225521"/>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Arial" panose="020B0604020202020204" pitchFamily="34" charset="0"/>
                <a:cs typeface="Arial" panose="020B0604020202020204" pitchFamily="34" charset="0"/>
              </a:endParaRPr>
            </a:p>
          </p:txBody>
        </p:sp>
        <p:sp>
          <p:nvSpPr>
            <p:cNvPr id="52" name="楕円 51">
              <a:extLst>
                <a:ext uri="{FF2B5EF4-FFF2-40B4-BE49-F238E27FC236}">
                  <a16:creationId xmlns:a16="http://schemas.microsoft.com/office/drawing/2014/main" xmlns="" id="{EDE91D04-EFA0-49B7-A20B-4414560B65D7}"/>
                </a:ext>
              </a:extLst>
            </p:cNvPr>
            <p:cNvSpPr/>
            <p:nvPr/>
          </p:nvSpPr>
          <p:spPr>
            <a:xfrm>
              <a:off x="7607744" y="1396034"/>
              <a:ext cx="427510" cy="42751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 name="楕円 56">
              <a:extLst>
                <a:ext uri="{FF2B5EF4-FFF2-40B4-BE49-F238E27FC236}">
                  <a16:creationId xmlns:a16="http://schemas.microsoft.com/office/drawing/2014/main" xmlns="" id="{694BFDEF-0C2A-4597-BEF8-E0990C63FAA4}"/>
                </a:ext>
              </a:extLst>
            </p:cNvPr>
            <p:cNvSpPr/>
            <p:nvPr/>
          </p:nvSpPr>
          <p:spPr>
            <a:xfrm>
              <a:off x="9308052" y="493129"/>
              <a:ext cx="451041" cy="45104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3" name="楕円 62">
              <a:extLst>
                <a:ext uri="{FF2B5EF4-FFF2-40B4-BE49-F238E27FC236}">
                  <a16:creationId xmlns:a16="http://schemas.microsoft.com/office/drawing/2014/main" xmlns="" id="{5629C23F-C64E-4F09-BE60-FF0CEBC7AA92}"/>
                </a:ext>
              </a:extLst>
            </p:cNvPr>
            <p:cNvSpPr/>
            <p:nvPr/>
          </p:nvSpPr>
          <p:spPr>
            <a:xfrm>
              <a:off x="8865339" y="605889"/>
              <a:ext cx="225521" cy="22552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楕円 63">
              <a:extLst>
                <a:ext uri="{FF2B5EF4-FFF2-40B4-BE49-F238E27FC236}">
                  <a16:creationId xmlns:a16="http://schemas.microsoft.com/office/drawing/2014/main" xmlns="" id="{6CBB6FDF-BCE3-45C1-AFC2-FDD44C9FA0F3}"/>
                </a:ext>
              </a:extLst>
            </p:cNvPr>
            <p:cNvSpPr/>
            <p:nvPr/>
          </p:nvSpPr>
          <p:spPr>
            <a:xfrm>
              <a:off x="8424877" y="572897"/>
              <a:ext cx="291505" cy="291505"/>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5" name="楕円 64">
              <a:extLst>
                <a:ext uri="{FF2B5EF4-FFF2-40B4-BE49-F238E27FC236}">
                  <a16:creationId xmlns:a16="http://schemas.microsoft.com/office/drawing/2014/main" xmlns="" id="{8F16B509-9D6C-4991-B5BF-BBDF63F74485}"/>
                </a:ext>
              </a:extLst>
            </p:cNvPr>
            <p:cNvSpPr/>
            <p:nvPr/>
          </p:nvSpPr>
          <p:spPr>
            <a:xfrm>
              <a:off x="8457868" y="1521871"/>
              <a:ext cx="225521" cy="2255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68" name="四角形: 角を丸くする 67">
              <a:extLst>
                <a:ext uri="{FF2B5EF4-FFF2-40B4-BE49-F238E27FC236}">
                  <a16:creationId xmlns:a16="http://schemas.microsoft.com/office/drawing/2014/main" xmlns="" id="{4F3A5AF9-6E43-4016-8801-89F92461BD29}"/>
                </a:ext>
              </a:extLst>
            </p:cNvPr>
            <p:cNvSpPr/>
            <p:nvPr/>
          </p:nvSpPr>
          <p:spPr>
            <a:xfrm>
              <a:off x="1992267" y="341880"/>
              <a:ext cx="5921466" cy="760204"/>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69" name="テキスト ボックス 68">
              <a:extLst>
                <a:ext uri="{FF2B5EF4-FFF2-40B4-BE49-F238E27FC236}">
                  <a16:creationId xmlns:a16="http://schemas.microsoft.com/office/drawing/2014/main" xmlns="" id="{62B01EE4-4002-4767-AB48-3EF12D74002B}"/>
                </a:ext>
              </a:extLst>
            </p:cNvPr>
            <p:cNvSpPr txBox="1"/>
            <p:nvPr/>
          </p:nvSpPr>
          <p:spPr>
            <a:xfrm>
              <a:off x="2225419" y="479422"/>
              <a:ext cx="5455162" cy="523220"/>
            </a:xfrm>
            <a:prstGeom prst="rect">
              <a:avLst/>
            </a:prstGeom>
            <a:noFill/>
          </p:spPr>
          <p:txBody>
            <a:bodyPr wrap="square" rtlCol="0">
              <a:spAutoFit/>
            </a:bodyPr>
            <a:lstStyle>
              <a:defPPr>
                <a:defRPr lang="en-US"/>
              </a:defPPr>
              <a:lvl1pPr algn="just">
                <a:spcAft>
                  <a:spcPts val="600"/>
                </a:spcAft>
                <a:defRPr kumimoji="1" sz="1200">
                  <a:latin typeface="Arial" panose="020B0604020202020204" pitchFamily="34" charset="0"/>
                  <a:cs typeface="Arial" panose="020B0604020202020204" pitchFamily="34" charset="0"/>
                </a:defRPr>
              </a:lvl1pPr>
            </a:lstStyle>
            <a:p>
              <a:pPr algn="ctr">
                <a:spcAft>
                  <a:spcPts val="0"/>
                </a:spcAft>
              </a:pPr>
              <a:r>
                <a:rPr lang="zh-TW" altLang="en-US" sz="2800" spc="-150">
                  <a:latin typeface="微軟正黑體" panose="020B0604030504040204" pitchFamily="34" charset="-120"/>
                  <a:ea typeface="微軟正黑體" panose="020B0604030504040204" pitchFamily="34" charset="-120"/>
                </a:rPr>
                <a:t>第</a:t>
              </a:r>
              <a:r>
                <a:rPr lang="en-US" altLang="zh-TW" sz="2800" spc="-150">
                  <a:latin typeface="微軟正黑體" panose="020B0604030504040204" pitchFamily="34" charset="-120"/>
                  <a:ea typeface="微軟正黑體" panose="020B0604030504040204" pitchFamily="34" charset="-120"/>
                </a:rPr>
                <a:t>3</a:t>
              </a:r>
              <a:r>
                <a:rPr lang="zh-TW" altLang="en-US" sz="2800" spc="-150">
                  <a:latin typeface="微軟正黑體" panose="020B0604030504040204" pitchFamily="34" charset="-120"/>
                  <a:ea typeface="微軟正黑體" panose="020B0604030504040204" pitchFamily="34" charset="-120"/>
                </a:rPr>
                <a:t>屆「點心食譜大賽」</a:t>
              </a:r>
              <a:endParaRPr lang="ja-JP" altLang="en-US" sz="2800" spc="-15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268906575"/>
      </p:ext>
    </p:extLst>
  </p:cSld>
  <p:clrMapOvr>
    <a:masterClrMapping/>
  </p:clrMapOvr>
</p:sld>
</file>

<file path=ppt/theme/theme1.xml><?xml version="1.0" encoding="utf-8"?>
<a:theme xmlns:a="http://schemas.openxmlformats.org/drawingml/2006/main" name="Office テーマ">
  <a:themeElements>
    <a:clrScheme name="デザート">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539</TotalTime>
  <Words>532</Words>
  <Application>Microsoft Office PowerPoint</Application>
  <PresentationFormat>A4 紙張 (210x297 公釐)</PresentationFormat>
  <Paragraphs>47</Paragraphs>
  <Slides>3</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vt:i4>
      </vt:variant>
    </vt:vector>
  </HeadingPairs>
  <TitlesOfParts>
    <vt:vector size="12" baseType="lpstr">
      <vt:lpstr>游ゴシック</vt:lpstr>
      <vt:lpstr>游ゴシック Light</vt:lpstr>
      <vt:lpstr>游ゴシック Medium</vt:lpstr>
      <vt:lpstr>微軟正黑體</vt:lpstr>
      <vt:lpstr>Arial</vt:lpstr>
      <vt:lpstr>Calibri</vt:lpstr>
      <vt:lpstr>Calibri Light</vt:lpstr>
      <vt:lpstr>Wingdings</vt:lpstr>
      <vt:lpstr>Office テーマ</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渡辺克之</dc:creator>
  <cp:lastModifiedBy>Yosie</cp:lastModifiedBy>
  <cp:revision>82</cp:revision>
  <dcterms:created xsi:type="dcterms:W3CDTF">2017-11-09T07:26:57Z</dcterms:created>
  <dcterms:modified xsi:type="dcterms:W3CDTF">2018-09-24T11:05:17Z</dcterms:modified>
</cp:coreProperties>
</file>