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xmlns="" id="{64ADA054-14B9-472F-9C35-F2594DA0B046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384716" y="1452787"/>
              <a:ext cx="53564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為家人和參賽者準備</a:t>
              </a:r>
              <a: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36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全新的三大課程</a:t>
              </a:r>
              <a:endParaRPr lang="ja-JP" altLang="en-US" sz="36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73632702-1634-44E4-BCFC-80F4368D081E}"/>
                </a:ext>
              </a:extLst>
            </p:cNvPr>
            <p:cNvSpPr txBox="1"/>
            <p:nvPr/>
          </p:nvSpPr>
          <p:spPr>
            <a:xfrm>
              <a:off x="1" y="0"/>
              <a:ext cx="61258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8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Arial Black" panose="020B0A04020102020204" pitchFamily="34" charset="0"/>
                </a:rPr>
                <a:t>WELLCH FITNESS CENTER</a:t>
              </a:r>
              <a:endParaRPr lang="ja-JP" alt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380235" y="1842624"/>
              <a:ext cx="3044523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</a:t>
              </a:r>
              <a:r>
                <a: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　</a:t>
              </a:r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4,000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圓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親子共同享受愉快訓練的課程。因為是配合孩子體力的課程，所以可毫無壓力的打造健康體魄。雙親和孩子一家四口，透過和一般課程相同的課程進行體格訓練。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B43183B0-3D5C-4403-960D-764FDEC22056}"/>
                </a:ext>
              </a:extLst>
            </p:cNvPr>
            <p:cNvSpPr/>
            <p:nvPr/>
          </p:nvSpPr>
          <p:spPr>
            <a:xfrm>
              <a:off x="6380235" y="1452787"/>
              <a:ext cx="3044522" cy="360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71000">
                  <a:schemeClr val="accent6">
                    <a:lumMod val="5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8A70E028-534C-4454-ABE5-0868B713D6E0}"/>
                </a:ext>
              </a:extLst>
            </p:cNvPr>
            <p:cNvSpPr/>
            <p:nvPr/>
          </p:nvSpPr>
          <p:spPr>
            <a:xfrm>
              <a:off x="6380235" y="1486042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親子課程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xmlns="" id="{2420219D-83DB-4F58-AA62-C835497BB0A4}"/>
                </a:ext>
              </a:extLst>
            </p:cNvPr>
            <p:cNvCxnSpPr>
              <a:cxnSpLocks/>
            </p:cNvCxnSpPr>
            <p:nvPr/>
          </p:nvCxnSpPr>
          <p:spPr>
            <a:xfrm>
              <a:off x="5898995" y="261610"/>
              <a:ext cx="4007005" cy="0"/>
            </a:xfrm>
            <a:prstGeom prst="line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xmlns="" id="{42D6260F-A27F-479A-9149-9FCA5955AC18}"/>
                </a:ext>
              </a:extLst>
            </p:cNvPr>
            <p:cNvSpPr txBox="1"/>
            <p:nvPr/>
          </p:nvSpPr>
          <p:spPr>
            <a:xfrm>
              <a:off x="6380235" y="3599441"/>
              <a:ext cx="3044523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 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</a:t>
              </a:r>
              <a:r>
                <a:rPr kumimoji="1" lang="zh-TW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</a:t>
              </a:r>
              <a:r>
                <a: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　</a:t>
              </a:r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3,000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圓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靠適度運動來揮灑汗水，以伸展操舒展肢體以維持健康的課程。舒展平日壓力堆積的身體，將毒素排出體外，實現健全的身體狀態。每天都令人興奮期待的課程。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xmlns="" id="{F24670C5-C108-4B85-993F-E0CA01F45C5F}"/>
                </a:ext>
              </a:extLst>
            </p:cNvPr>
            <p:cNvSpPr/>
            <p:nvPr/>
          </p:nvSpPr>
          <p:spPr>
            <a:xfrm>
              <a:off x="6380234" y="3206186"/>
              <a:ext cx="3044521" cy="360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71000">
                  <a:schemeClr val="accent6">
                    <a:lumMod val="5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xmlns="" id="{F426227D-DC31-469F-B6F0-DE6EDCEB9675}"/>
                </a:ext>
              </a:extLst>
            </p:cNvPr>
            <p:cNvSpPr/>
            <p:nvPr/>
          </p:nvSpPr>
          <p:spPr>
            <a:xfrm>
              <a:off x="6380235" y="3239441"/>
              <a:ext cx="12618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健康維持課程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7A43AC4F-EB21-4D88-A1D1-531376DB69E5}"/>
                </a:ext>
              </a:extLst>
            </p:cNvPr>
            <p:cNvSpPr txBox="1"/>
            <p:nvPr/>
          </p:nvSpPr>
          <p:spPr>
            <a:xfrm>
              <a:off x="6380235" y="5356258"/>
              <a:ext cx="3044523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 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天</a:t>
              </a:r>
              <a:r>
                <a: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　</a:t>
              </a:r>
              <a:r>
                <a:rPr kumimoji="1" lang="ja-JP" altLang="en-US" sz="1050">
                  <a:solidFill>
                    <a:schemeClr val="accent6">
                      <a:lumMod val="75000"/>
                    </a:schemeClr>
                  </a:solidFill>
                  <a:latin typeface="+mn-ea"/>
                  <a:cs typeface="Arial" panose="020B0604020202020204" pitchFamily="34" charset="0"/>
                </a:rPr>
                <a:t>▶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7,000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圓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和隊伍或選手一起，協助訓練大會或比賽時的比賽技術或致勝技巧的課程。可安心專注於競賽。訓練場所位於外地或需要住宿時，必須另外收取住宿費、交通費用。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xmlns="" id="{7210C2CF-501D-4C19-BD5A-3BB82D0B3EA5}"/>
                </a:ext>
              </a:extLst>
            </p:cNvPr>
            <p:cNvSpPr/>
            <p:nvPr/>
          </p:nvSpPr>
          <p:spPr>
            <a:xfrm>
              <a:off x="6380235" y="4963003"/>
              <a:ext cx="3044520" cy="360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71000">
                  <a:schemeClr val="accent6">
                    <a:lumMod val="5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xmlns="" id="{FBC75FB7-C293-4EEC-8B66-CA76F3F5B3C3}"/>
                </a:ext>
              </a:extLst>
            </p:cNvPr>
            <p:cNvSpPr/>
            <p:nvPr/>
          </p:nvSpPr>
          <p:spPr>
            <a:xfrm>
              <a:off x="6380235" y="4996258"/>
              <a:ext cx="12618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比賽帶領課程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6" name="図 5" descr="人, 壁, 衣類, 若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010988D2-E26F-4D8C-9ED2-7B939F888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775600"/>
              <a:ext cx="6123600" cy="408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380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xmlns="" id="{7EE2B2D7-5983-4985-9301-2ABDCE076441}"/>
              </a:ext>
            </a:extLst>
          </p:cNvPr>
          <p:cNvGrpSpPr/>
          <p:nvPr/>
        </p:nvGrpSpPr>
        <p:grpSpPr>
          <a:xfrm>
            <a:off x="0" y="97803"/>
            <a:ext cx="9906000" cy="6462474"/>
            <a:chOff x="0" y="97803"/>
            <a:chExt cx="9906000" cy="6462474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274794" y="737650"/>
              <a:ext cx="53564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為家人和參賽者準備</a:t>
              </a:r>
              <a: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36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全新的三大課程</a:t>
              </a:r>
              <a:endParaRPr lang="ja-JP" altLang="en-US" sz="36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xmlns="" id="{2420219D-83DB-4F58-AA62-C835497BB0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61610"/>
              <a:ext cx="9906000" cy="0"/>
            </a:xfrm>
            <a:prstGeom prst="line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797251" y="2494399"/>
              <a:ext cx="400700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</a:t>
              </a:r>
              <a:r>
                <a:rPr kumimoji="1"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　</a:t>
              </a:r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4,000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圓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親子共同享受愉快訓練的課程。因為是配合孩子體力的課程，所以可毫無壓力的打造健康體魄。雙親和孩子一家四口，透過和一般課程相同的課程進行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體格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訓練。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B43183B0-3D5C-4403-960D-764FDEC22056}"/>
                </a:ext>
              </a:extLst>
            </p:cNvPr>
            <p:cNvSpPr/>
            <p:nvPr/>
          </p:nvSpPr>
          <p:spPr>
            <a:xfrm>
              <a:off x="797251" y="1993050"/>
              <a:ext cx="4007004" cy="36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8A70E028-534C-4454-ABE5-0868B713D6E0}"/>
                </a:ext>
              </a:extLst>
            </p:cNvPr>
            <p:cNvSpPr/>
            <p:nvPr/>
          </p:nvSpPr>
          <p:spPr>
            <a:xfrm>
              <a:off x="797252" y="2015154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親子課程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xmlns="" id="{42D6260F-A27F-479A-9149-9FCA5955AC18}"/>
                </a:ext>
              </a:extLst>
            </p:cNvPr>
            <p:cNvSpPr txBox="1"/>
            <p:nvPr/>
          </p:nvSpPr>
          <p:spPr>
            <a:xfrm>
              <a:off x="5101744" y="2494399"/>
              <a:ext cx="400700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 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分</a:t>
              </a:r>
              <a:r>
                <a:rPr kumimoji="1"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　</a:t>
              </a:r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3,000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靠適度運動來揮灑汗水，以伸展操舒展肢體以維持健康的課程。舒展平日壓力堆積的身體，將毒素排出體外，實現健全的身體狀態。每天都令人興奮期待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課程。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xmlns="" id="{F24670C5-C108-4B85-993F-E0CA01F45C5F}"/>
                </a:ext>
              </a:extLst>
            </p:cNvPr>
            <p:cNvSpPr/>
            <p:nvPr/>
          </p:nvSpPr>
          <p:spPr>
            <a:xfrm>
              <a:off x="5101743" y="1989632"/>
              <a:ext cx="4007003" cy="36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xmlns="" id="{F426227D-DC31-469F-B6F0-DE6EDCEB9675}"/>
                </a:ext>
              </a:extLst>
            </p:cNvPr>
            <p:cNvSpPr/>
            <p:nvPr/>
          </p:nvSpPr>
          <p:spPr>
            <a:xfrm>
              <a:off x="5101745" y="2011736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健康維持課程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7A43AC4F-EB21-4D88-A1D1-531376DB69E5}"/>
                </a:ext>
              </a:extLst>
            </p:cNvPr>
            <p:cNvSpPr txBox="1"/>
            <p:nvPr/>
          </p:nvSpPr>
          <p:spPr>
            <a:xfrm>
              <a:off x="797251" y="4963780"/>
              <a:ext cx="400700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 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天</a:t>
              </a:r>
              <a:r>
                <a:rPr kumimoji="1"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　</a:t>
              </a:r>
              <a:r>
                <a:rPr kumimoji="1" lang="ja-JP" altLang="en-US" sz="140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▶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7,000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圓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和隊伍或選手一起，協助訓練大會或比賽時的比賽技術或致勝技巧的課程。可安心專注於競賽。訓練場所位於外地或需要住宿時，必須另外收取住宿費、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交通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費用</a:t>
              </a:r>
              <a:r>
                <a:rPr kumimoji="1" lang="zh-TW" alt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。</a:t>
              </a:r>
              <a:endParaRPr kumimoji="1" lang="ja-JP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xmlns="" id="{7210C2CF-501D-4C19-BD5A-3BB82D0B3EA5}"/>
                </a:ext>
              </a:extLst>
            </p:cNvPr>
            <p:cNvSpPr/>
            <p:nvPr/>
          </p:nvSpPr>
          <p:spPr>
            <a:xfrm>
              <a:off x="797250" y="4459013"/>
              <a:ext cx="4007001" cy="36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xmlns="" id="{FBC75FB7-C293-4EEC-8B66-CA76F3F5B3C3}"/>
                </a:ext>
              </a:extLst>
            </p:cNvPr>
            <p:cNvSpPr/>
            <p:nvPr/>
          </p:nvSpPr>
          <p:spPr>
            <a:xfrm>
              <a:off x="797252" y="4481117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比賽帶領課程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73632702-1634-44E4-BCFC-80F4368D081E}"/>
                </a:ext>
              </a:extLst>
            </p:cNvPr>
            <p:cNvSpPr txBox="1"/>
            <p:nvPr/>
          </p:nvSpPr>
          <p:spPr>
            <a:xfrm>
              <a:off x="3183298" y="97803"/>
              <a:ext cx="353940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16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Arial Black" panose="020B0A04020102020204" pitchFamily="34" charset="0"/>
                </a:rPr>
                <a:t>WELLCH FITNESS CENTER</a:t>
              </a:r>
              <a:endParaRPr lang="ja-JP" alt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7" name="図 16" descr="人, 壁, 衣類, 若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0AA17297-A741-4A5A-9495-9D20527CF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8312" y="4457701"/>
              <a:ext cx="3153864" cy="2102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xmlns="" id="{3F6249D9-8A75-4E39-BF46-61F4B01FD572}"/>
              </a:ext>
            </a:extLst>
          </p:cNvPr>
          <p:cNvGrpSpPr/>
          <p:nvPr/>
        </p:nvGrpSpPr>
        <p:grpSpPr>
          <a:xfrm>
            <a:off x="-334322" y="37174"/>
            <a:ext cx="10240322" cy="6820826"/>
            <a:chOff x="-334322" y="37174"/>
            <a:chExt cx="10240322" cy="6820826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274793" y="746435"/>
              <a:ext cx="53564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為家人和</a:t>
              </a:r>
              <a:r>
                <a:rPr lang="zh-TW" altLang="en-US" sz="16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參賽者</a:t>
              </a:r>
              <a:r>
                <a:rPr lang="zh-TW" altLang="en-US" sz="16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準備</a:t>
              </a:r>
              <a: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36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全新的三大課程</a:t>
              </a:r>
              <a:endParaRPr lang="ja-JP" altLang="en-US" sz="36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73632702-1634-44E4-BCFC-80F4368D081E}"/>
                </a:ext>
              </a:extLst>
            </p:cNvPr>
            <p:cNvSpPr txBox="1"/>
            <p:nvPr/>
          </p:nvSpPr>
          <p:spPr>
            <a:xfrm>
              <a:off x="-334322" y="37174"/>
              <a:ext cx="4427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18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Arial Black" panose="020B0A04020102020204" pitchFamily="34" charset="0"/>
                </a:rPr>
                <a:t>WELLCH FITNESS CENTER</a:t>
              </a:r>
              <a:endParaRPr lang="ja-JP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xmlns="" id="{2420219D-83DB-4F58-AA62-C835497BB0A4}"/>
                </a:ext>
              </a:extLst>
            </p:cNvPr>
            <p:cNvCxnSpPr>
              <a:cxnSpLocks/>
            </p:cNvCxnSpPr>
            <p:nvPr/>
          </p:nvCxnSpPr>
          <p:spPr>
            <a:xfrm>
              <a:off x="3746810" y="221840"/>
              <a:ext cx="6159190" cy="0"/>
            </a:xfrm>
            <a:prstGeom prst="line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xmlns="" id="{3AC7C35D-A142-4385-B624-945733D1817C}"/>
                </a:ext>
              </a:extLst>
            </p:cNvPr>
            <p:cNvGrpSpPr/>
            <p:nvPr/>
          </p:nvGrpSpPr>
          <p:grpSpPr>
            <a:xfrm>
              <a:off x="439466" y="2014044"/>
              <a:ext cx="2879461" cy="1290083"/>
              <a:chOff x="352712" y="1963198"/>
              <a:chExt cx="2879461" cy="1290083"/>
            </a:xfrm>
          </p:grpSpPr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xmlns="" id="{027E064C-F492-4B33-B027-A8544B17DD41}"/>
                  </a:ext>
                </a:extLst>
              </p:cNvPr>
              <p:cNvSpPr txBox="1"/>
              <p:nvPr/>
            </p:nvSpPr>
            <p:spPr>
              <a:xfrm>
                <a:off x="352713" y="2353035"/>
                <a:ext cx="2879460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05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60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分</a:t>
                </a:r>
                <a:r>
                  <a:rPr kumimoji="1" lang="ja-JP" alt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05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4,000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日圓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親子共同享受愉快訓練的課程。因為是配合孩子體力的課程，所以可毫無壓力的打造健康體魄。雙親和孩子一家四口，透過和一般課程相同的課程進行</a:t>
                </a:r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體格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訓練。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xmlns="" id="{B43183B0-3D5C-4403-960D-764FDEC22056}"/>
                  </a:ext>
                </a:extLst>
              </p:cNvPr>
              <p:cNvSpPr/>
              <p:nvPr/>
            </p:nvSpPr>
            <p:spPr>
              <a:xfrm>
                <a:off x="352712" y="1963198"/>
                <a:ext cx="2879459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xmlns="" id="{8A70E028-534C-4454-ABE5-0868B713D6E0}"/>
                  </a:ext>
                </a:extLst>
              </p:cNvPr>
              <p:cNvSpPr/>
              <p:nvPr/>
            </p:nvSpPr>
            <p:spPr>
              <a:xfrm>
                <a:off x="352712" y="1996453"/>
                <a:ext cx="9028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親子課程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xmlns="" id="{84C287C7-8EBE-4306-8CE3-B3021164F9E1}"/>
                </a:ext>
              </a:extLst>
            </p:cNvPr>
            <p:cNvGrpSpPr/>
            <p:nvPr/>
          </p:nvGrpSpPr>
          <p:grpSpPr>
            <a:xfrm>
              <a:off x="3513270" y="2012335"/>
              <a:ext cx="2879461" cy="1293501"/>
              <a:chOff x="3620862" y="1963198"/>
              <a:chExt cx="2879461" cy="1293501"/>
            </a:xfrm>
          </p:grpSpPr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xmlns="" id="{42D6260F-A27F-479A-9149-9FCA5955AC18}"/>
                  </a:ext>
                </a:extLst>
              </p:cNvPr>
              <p:cNvSpPr txBox="1"/>
              <p:nvPr/>
            </p:nvSpPr>
            <p:spPr>
              <a:xfrm>
                <a:off x="3620863" y="2356453"/>
                <a:ext cx="2879460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05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 </a:t>
                </a:r>
                <a:r>
                  <a:rPr kumimoji="1" lang="en-US" altLang="ja-JP" sz="105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60</a:t>
                </a:r>
                <a:r>
                  <a:rPr kumimoji="1" lang="ja-JP" altLang="en-US" sz="105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分</a:t>
                </a:r>
                <a:r>
                  <a:rPr kumimoji="1" lang="ja-JP" alt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05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3,000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</a:t>
                </a:r>
                <a:r>
                  <a:rPr kumimoji="1" lang="zh-TW" altLang="en-US" sz="105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圓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靠適度運動來揮灑汗水，以伸展操舒展肢體以維持健康的課程。舒展平日壓力堆積的身體，將毒素排出體外，實現健全的身體狀態。每天都令人興奮期待</a:t>
                </a:r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的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課程。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xmlns="" id="{F24670C5-C108-4B85-993F-E0CA01F45C5F}"/>
                  </a:ext>
                </a:extLst>
              </p:cNvPr>
              <p:cNvSpPr/>
              <p:nvPr/>
            </p:nvSpPr>
            <p:spPr>
              <a:xfrm>
                <a:off x="3620862" y="1963198"/>
                <a:ext cx="2879458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xmlns="" id="{F426227D-DC31-469F-B6F0-DE6EDCEB9675}"/>
                  </a:ext>
                </a:extLst>
              </p:cNvPr>
              <p:cNvSpPr/>
              <p:nvPr/>
            </p:nvSpPr>
            <p:spPr>
              <a:xfrm>
                <a:off x="3620862" y="1996453"/>
                <a:ext cx="12618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健康維持課程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xmlns="" id="{A853DF7F-FF10-4C3F-A486-DFAC04218204}"/>
                </a:ext>
              </a:extLst>
            </p:cNvPr>
            <p:cNvGrpSpPr/>
            <p:nvPr/>
          </p:nvGrpSpPr>
          <p:grpSpPr>
            <a:xfrm>
              <a:off x="6587074" y="2012335"/>
              <a:ext cx="2879461" cy="1293501"/>
              <a:chOff x="6889008" y="1963198"/>
              <a:chExt cx="2879461" cy="1293501"/>
            </a:xfrm>
          </p:grpSpPr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xmlns="" id="{7A43AC4F-EB21-4D88-A1D1-531376DB69E5}"/>
                  </a:ext>
                </a:extLst>
              </p:cNvPr>
              <p:cNvSpPr txBox="1"/>
              <p:nvPr/>
            </p:nvSpPr>
            <p:spPr>
              <a:xfrm>
                <a:off x="6889009" y="2356453"/>
                <a:ext cx="2879460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05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 </a:t>
                </a:r>
                <a:r>
                  <a:rPr kumimoji="1" lang="en-US" altLang="ja-JP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1</a:t>
                </a:r>
                <a:r>
                  <a:rPr kumimoji="1" lang="zh-TW" altLang="en-US" sz="105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天</a:t>
                </a:r>
                <a:r>
                  <a:rPr kumimoji="1" lang="ja-JP" alt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05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7,000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日圓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和隊伍或選手一起，協助訓練大會或比賽時的比賽技術或致勝技巧的課程。可安心專注於競賽。訓練場所位於外地或需要住宿時，必須另外收取住宿費、</a:t>
                </a:r>
                <a:r>
                  <a:rPr kumimoji="1" lang="zh-TW" altLang="en-US" sz="105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交通</a:t>
                </a:r>
                <a:r>
                  <a:rPr kumimoji="1" lang="zh-TW" altLang="en-US" sz="105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費用。</a:t>
                </a:r>
                <a:endParaRPr kumimoji="1"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xmlns="" id="{7210C2CF-501D-4C19-BD5A-3BB82D0B3EA5}"/>
                  </a:ext>
                </a:extLst>
              </p:cNvPr>
              <p:cNvSpPr/>
              <p:nvPr/>
            </p:nvSpPr>
            <p:spPr>
              <a:xfrm>
                <a:off x="6889008" y="1963198"/>
                <a:ext cx="2879457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xmlns="" id="{FBC75FB7-C293-4EEC-8B66-CA76F3F5B3C3}"/>
                  </a:ext>
                </a:extLst>
              </p:cNvPr>
              <p:cNvSpPr/>
              <p:nvPr/>
            </p:nvSpPr>
            <p:spPr>
              <a:xfrm>
                <a:off x="6889008" y="1996453"/>
                <a:ext cx="12618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比賽帶領課程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pic>
          <p:nvPicPr>
            <p:cNvPr id="6" name="図 5" descr="人, 壁, 衣類, 若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A627067E-7F5C-468F-8253-A21720023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17" b="37616"/>
            <a:stretch/>
          </p:blipFill>
          <p:spPr>
            <a:xfrm>
              <a:off x="2447251" y="3805639"/>
              <a:ext cx="5011498" cy="3052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269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xmlns="" id="{705559AA-4AF1-4FF0-AA2D-1B6D9DE2CCEB}"/>
              </a:ext>
            </a:extLst>
          </p:cNvPr>
          <p:cNvGrpSpPr/>
          <p:nvPr/>
        </p:nvGrpSpPr>
        <p:grpSpPr>
          <a:xfrm>
            <a:off x="0" y="-1"/>
            <a:ext cx="9906000" cy="6877255"/>
            <a:chOff x="0" y="-1"/>
            <a:chExt cx="9906000" cy="6877255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5163879" y="990186"/>
              <a:ext cx="38118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zh-TW" altLang="en-US" sz="14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為家人和</a:t>
              </a:r>
              <a:r>
                <a:rPr lang="zh-TW" altLang="en-US" sz="14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參賽者</a:t>
              </a:r>
              <a:r>
                <a:rPr lang="zh-TW" altLang="en-US" sz="14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準備</a:t>
              </a:r>
              <a: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8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全新的三大課程</a:t>
              </a:r>
              <a:endParaRPr lang="ja-JP" altLang="en-US" sz="28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xmlns="" id="{1B7AC7BF-6524-4F81-B60B-5DE93C841F91}"/>
                </a:ext>
              </a:extLst>
            </p:cNvPr>
            <p:cNvGrpSpPr/>
            <p:nvPr/>
          </p:nvGrpSpPr>
          <p:grpSpPr>
            <a:xfrm>
              <a:off x="5163877" y="2176069"/>
              <a:ext cx="3811863" cy="1159278"/>
              <a:chOff x="5163877" y="1938322"/>
              <a:chExt cx="3811863" cy="1159278"/>
            </a:xfrm>
          </p:grpSpPr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xmlns="" id="{027E064C-F492-4B33-B027-A8544B17DD41}"/>
                  </a:ext>
                </a:extLst>
              </p:cNvPr>
              <p:cNvSpPr txBox="1"/>
              <p:nvPr/>
            </p:nvSpPr>
            <p:spPr>
              <a:xfrm>
                <a:off x="5163878" y="2328159"/>
                <a:ext cx="381186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1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60</a:t>
                </a:r>
                <a:r>
                  <a:rPr kumimoji="1" lang="ja-JP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分</a:t>
                </a:r>
                <a:r>
                  <a:rPr kumimoji="1" lang="ja-JP" alt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10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4,000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</a:t>
                </a:r>
                <a:r>
                  <a:rPr kumimoji="1"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圓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親子共同享受愉快訓練的課程。因為是配合孩子體力的課程，所以可毫無壓力的打造健康體魄。雙親和孩子一家四口，透過和一般課程相同的課程進行</a:t>
                </a:r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體格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訓練。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xmlns="" id="{B43183B0-3D5C-4403-960D-764FDEC22056}"/>
                  </a:ext>
                </a:extLst>
              </p:cNvPr>
              <p:cNvSpPr/>
              <p:nvPr/>
            </p:nvSpPr>
            <p:spPr>
              <a:xfrm>
                <a:off x="5163877" y="1938322"/>
                <a:ext cx="3811861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xmlns="" id="{8A70E028-534C-4454-ABE5-0868B713D6E0}"/>
                  </a:ext>
                </a:extLst>
              </p:cNvPr>
              <p:cNvSpPr/>
              <p:nvPr/>
            </p:nvSpPr>
            <p:spPr>
              <a:xfrm>
                <a:off x="5163879" y="1971577"/>
                <a:ext cx="9028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親子課程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xmlns="" id="{2420219D-83DB-4F58-AA62-C835497BB0A4}"/>
                </a:ext>
              </a:extLst>
            </p:cNvPr>
            <p:cNvCxnSpPr>
              <a:cxnSpLocks/>
            </p:cNvCxnSpPr>
            <p:nvPr/>
          </p:nvCxnSpPr>
          <p:spPr>
            <a:xfrm>
              <a:off x="3880624" y="277778"/>
              <a:ext cx="6025376" cy="0"/>
            </a:xfrm>
            <a:prstGeom prst="line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xmlns="" id="{2CA057FB-ED72-42ED-A5B2-F8325365A9D6}"/>
                </a:ext>
              </a:extLst>
            </p:cNvPr>
            <p:cNvGrpSpPr/>
            <p:nvPr/>
          </p:nvGrpSpPr>
          <p:grpSpPr>
            <a:xfrm>
              <a:off x="5163877" y="3718533"/>
              <a:ext cx="3811863" cy="1162696"/>
              <a:chOff x="5163877" y="3599660"/>
              <a:chExt cx="3811863" cy="1162696"/>
            </a:xfrm>
          </p:grpSpPr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xmlns="" id="{42D6260F-A27F-479A-9149-9FCA5955AC18}"/>
                  </a:ext>
                </a:extLst>
              </p:cNvPr>
              <p:cNvSpPr txBox="1"/>
              <p:nvPr/>
            </p:nvSpPr>
            <p:spPr>
              <a:xfrm>
                <a:off x="5163878" y="3992915"/>
                <a:ext cx="381186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1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 </a:t>
                </a:r>
                <a:r>
                  <a:rPr kumimoji="1" lang="en-US" altLang="ja-JP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60</a:t>
                </a:r>
                <a:r>
                  <a:rPr kumimoji="1" lang="ja-JP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分</a:t>
                </a:r>
                <a:r>
                  <a:rPr kumimoji="1" lang="ja-JP" alt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10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3,000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</a:t>
                </a:r>
                <a:r>
                  <a:rPr kumimoji="1"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圓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靠適度運動來揮灑汗水，以伸展操舒展肢體以維持健康的課程。舒展平日壓力堆積的身體，將毒素排出體外，實現健全的身體狀態。每天都令人興奮期待</a:t>
                </a:r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的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課程。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xmlns="" id="{F24670C5-C108-4B85-993F-E0CA01F45C5F}"/>
                  </a:ext>
                </a:extLst>
              </p:cNvPr>
              <p:cNvSpPr/>
              <p:nvPr/>
            </p:nvSpPr>
            <p:spPr>
              <a:xfrm>
                <a:off x="5163877" y="3599660"/>
                <a:ext cx="3811860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xmlns="" id="{F426227D-DC31-469F-B6F0-DE6EDCEB9675}"/>
                  </a:ext>
                </a:extLst>
              </p:cNvPr>
              <p:cNvSpPr/>
              <p:nvPr/>
            </p:nvSpPr>
            <p:spPr>
              <a:xfrm>
                <a:off x="5163879" y="3632915"/>
                <a:ext cx="12618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健康維持課程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xmlns="" id="{F063C9C4-5AD2-4BA5-A0EB-0B967DDCAFBC}"/>
                </a:ext>
              </a:extLst>
            </p:cNvPr>
            <p:cNvGrpSpPr/>
            <p:nvPr/>
          </p:nvGrpSpPr>
          <p:grpSpPr>
            <a:xfrm>
              <a:off x="5163877" y="5264416"/>
              <a:ext cx="3811863" cy="1162696"/>
              <a:chOff x="5163877" y="5264416"/>
              <a:chExt cx="3811863" cy="1162696"/>
            </a:xfrm>
          </p:grpSpPr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xmlns="" id="{7A43AC4F-EB21-4D88-A1D1-531376DB69E5}"/>
                  </a:ext>
                </a:extLst>
              </p:cNvPr>
              <p:cNvSpPr txBox="1"/>
              <p:nvPr/>
            </p:nvSpPr>
            <p:spPr>
              <a:xfrm>
                <a:off x="5163878" y="5657671"/>
                <a:ext cx="381186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kumimoji="1" lang="ja-JP" altLang="en-US" sz="110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 </a:t>
                </a:r>
                <a:r>
                  <a:rPr kumimoji="1" lang="en-US" altLang="ja-JP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1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天</a:t>
                </a:r>
                <a:r>
                  <a:rPr kumimoji="1" lang="ja-JP" alt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　</a:t>
                </a:r>
                <a:r>
                  <a:rPr kumimoji="1" lang="ja-JP" altLang="en-US" sz="110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▶</a:t>
                </a:r>
                <a:r>
                  <a:rPr kumimoji="1" lang="en-US" altLang="ja-JP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7,000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日圓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和隊伍或選手一起，協助訓練大會或比賽時的比賽技術或致勝技巧的課程。可安心專注於競賽。訓練場所位於外地或需要住宿時，必須另外收取住宿費、</a:t>
                </a:r>
                <a:r>
                  <a:rPr kumimoji="1" lang="zh-TW" altLang="en-US" sz="11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交通</a:t>
                </a:r>
                <a:r>
                  <a:rPr kumimoji="1" lang="zh-TW" altLang="en-US" sz="11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費用。</a:t>
                </a:r>
                <a:endParaRPr kumimoji="1"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xmlns="" id="{7210C2CF-501D-4C19-BD5A-3BB82D0B3EA5}"/>
                  </a:ext>
                </a:extLst>
              </p:cNvPr>
              <p:cNvSpPr/>
              <p:nvPr/>
            </p:nvSpPr>
            <p:spPr>
              <a:xfrm>
                <a:off x="5163877" y="5264416"/>
                <a:ext cx="3811859" cy="36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71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xmlns="" id="{FBC75FB7-C293-4EEC-8B66-CA76F3F5B3C3}"/>
                  </a:ext>
                </a:extLst>
              </p:cNvPr>
              <p:cNvSpPr/>
              <p:nvPr/>
            </p:nvSpPr>
            <p:spPr>
              <a:xfrm>
                <a:off x="5163879" y="5297671"/>
                <a:ext cx="14924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sz="1400" b="1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比賽帶領課程</a:t>
                </a:r>
                <a:endParaRPr lang="ja-JP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pic>
          <p:nvPicPr>
            <p:cNvPr id="6" name="図 5" descr="人, 男性, スポーツ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A3AD8270-9E9F-493A-B2D1-7D2321CE6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4586748" cy="6877255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73632702-1634-44E4-BCFC-80F4368D081E}"/>
                </a:ext>
              </a:extLst>
            </p:cNvPr>
            <p:cNvSpPr txBox="1"/>
            <p:nvPr/>
          </p:nvSpPr>
          <p:spPr>
            <a:xfrm>
              <a:off x="7426602" y="139279"/>
              <a:ext cx="247939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Arial Black" panose="020B0A04020102020204" pitchFamily="34" charset="0"/>
                </a:rPr>
                <a:t>WELLCH FITNESS CENTER</a:t>
              </a:r>
              <a:endParaRPr lang="ja-JP" alt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25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</TotalTime>
  <Words>104</Words>
  <Application>Microsoft Office PowerPoint</Application>
  <PresentationFormat>A4 紙張 (210x297 公釐)</PresentationFormat>
  <Paragraphs>44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游ゴシック</vt:lpstr>
      <vt:lpstr>游ゴシック Light</vt:lpstr>
      <vt:lpstr>微軟正黑體</vt:lpstr>
      <vt:lpstr>新細明體</vt:lpstr>
      <vt:lpstr>Arial</vt:lpstr>
      <vt:lpstr>Arial Black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48</cp:revision>
  <dcterms:created xsi:type="dcterms:W3CDTF">2017-11-09T07:26:57Z</dcterms:created>
  <dcterms:modified xsi:type="dcterms:W3CDTF">2018-09-24T14:44:34Z</dcterms:modified>
</cp:coreProperties>
</file>