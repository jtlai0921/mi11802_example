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xmlns="" id="{E76E3A37-BBE0-4CDA-B5D2-C50DAC37A8A8}"/>
              </a:ext>
            </a:extLst>
          </p:cNvPr>
          <p:cNvGrpSpPr/>
          <p:nvPr/>
        </p:nvGrpSpPr>
        <p:grpSpPr>
          <a:xfrm>
            <a:off x="666692" y="393751"/>
            <a:ext cx="8572616" cy="6034149"/>
            <a:chOff x="666692" y="393751"/>
            <a:chExt cx="8572616" cy="6034149"/>
          </a:xfrm>
        </p:grpSpPr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xmlns="" id="{559FD070-E291-484B-96DB-E04F2A8F71C2}"/>
                </a:ext>
              </a:extLst>
            </p:cNvPr>
            <p:cNvSpPr/>
            <p:nvPr/>
          </p:nvSpPr>
          <p:spPr>
            <a:xfrm>
              <a:off x="666692" y="1496408"/>
              <a:ext cx="8572616" cy="270729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311900" y="5220334"/>
              <a:ext cx="29274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幫助製造商、銷售店和用戶溝通的「用戶資訊誌」。針對產品介紹使用者的意見和活用術，並提供新產品和活動資訊，如此一來，三方都可以取得、發佈有用的資訊給彼此。</a:t>
              </a:r>
              <a:endParaRPr kumimoji="1"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DB014CA0-80B9-47D9-89AB-FE6B31F91E1C}"/>
                </a:ext>
              </a:extLst>
            </p:cNvPr>
            <p:cNvSpPr txBox="1"/>
            <p:nvPr/>
          </p:nvSpPr>
          <p:spPr>
            <a:xfrm>
              <a:off x="1182812" y="5220334"/>
              <a:ext cx="2291985" cy="584775"/>
            </a:xfrm>
            <a:prstGeom prst="rect">
              <a:avLst/>
            </a:prstGeom>
            <a:noFill/>
          </p:spPr>
          <p:txBody>
            <a:bodyPr wrap="square" numCol="1" spcCol="144000" rtlCol="0">
              <a:spAutoFit/>
            </a:bodyPr>
            <a:lstStyle/>
            <a:p>
              <a:pPr algn="just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交換、共享資訊的用戶資訊誌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C912E496-77D2-4223-B81F-059776A088A6}"/>
                </a:ext>
              </a:extLst>
            </p:cNvPr>
            <p:cNvSpPr txBox="1"/>
            <p:nvPr/>
          </p:nvSpPr>
          <p:spPr>
            <a:xfrm>
              <a:off x="5576322" y="1909225"/>
              <a:ext cx="1377552" cy="338554"/>
            </a:xfrm>
            <a:prstGeom prst="rect">
              <a:avLst/>
            </a:prstGeom>
            <a:noFill/>
          </p:spPr>
          <p:txBody>
            <a:bodyPr wrap="square" numCol="1" spcCol="144000" rtlCol="0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傾聽心聲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229AC4FA-4240-4AA2-BF14-ED8B3AE0B009}"/>
                </a:ext>
              </a:extLst>
            </p:cNvPr>
            <p:cNvSpPr txBox="1"/>
            <p:nvPr/>
          </p:nvSpPr>
          <p:spPr>
            <a:xfrm>
              <a:off x="2983118" y="1909225"/>
              <a:ext cx="1315570" cy="338554"/>
            </a:xfrm>
            <a:prstGeom prst="rect">
              <a:avLst/>
            </a:prstGeom>
            <a:noFill/>
          </p:spPr>
          <p:txBody>
            <a:bodyPr wrap="square" numCol="1" spcCol="144000" rtlCol="0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提供資訊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10AF2A5B-67B0-4417-9574-235BAB17443E}"/>
                </a:ext>
              </a:extLst>
            </p:cNvPr>
            <p:cNvSpPr txBox="1"/>
            <p:nvPr/>
          </p:nvSpPr>
          <p:spPr>
            <a:xfrm>
              <a:off x="2879255" y="3510650"/>
              <a:ext cx="1514006" cy="338554"/>
            </a:xfrm>
            <a:prstGeom prst="rect">
              <a:avLst/>
            </a:prstGeom>
            <a:noFill/>
          </p:spPr>
          <p:txBody>
            <a:bodyPr wrap="square" numCol="1" spcCol="144000" rtlCol="0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橫向移動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xmlns="" id="{2A894C06-4350-4377-B1ED-CB464FC3C51B}"/>
                </a:ext>
              </a:extLst>
            </p:cNvPr>
            <p:cNvSpPr txBox="1"/>
            <p:nvPr/>
          </p:nvSpPr>
          <p:spPr>
            <a:xfrm>
              <a:off x="768292" y="708615"/>
              <a:ext cx="2797996" cy="461665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 rtlCol="0">
              <a:prstTxWarp prst="textPlain">
                <a:avLst/>
              </a:prstTxWarp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en-US" altLang="ja-JP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PLOT</a:t>
              </a:r>
              <a:r>
                <a:rPr lang="ja-JP" alt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altLang="ja-JP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AND</a:t>
              </a:r>
              <a:r>
                <a:rPr lang="ja-JP" alt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altLang="ja-JP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ROLE</a:t>
              </a:r>
              <a:endPara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2CCD3090-CFE7-4071-AF92-1C92610B2EAE}"/>
                </a:ext>
              </a:extLst>
            </p:cNvPr>
            <p:cNvSpPr txBox="1"/>
            <p:nvPr/>
          </p:nvSpPr>
          <p:spPr>
            <a:xfrm>
              <a:off x="768292" y="393751"/>
              <a:ext cx="1799304" cy="30777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ja-JP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結構</a:t>
              </a:r>
              <a:r>
                <a:rPr lang="ja-JP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</a:t>
              </a:r>
              <a:r>
                <a:rPr lang="ja-JP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作用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矢印: 下 26">
              <a:extLst>
                <a:ext uri="{FF2B5EF4-FFF2-40B4-BE49-F238E27FC236}">
                  <a16:creationId xmlns:a16="http://schemas.microsoft.com/office/drawing/2014/main" xmlns="" id="{514D5DE5-4CDB-47EB-B4CE-A5113522D1D3}"/>
                </a:ext>
              </a:extLst>
            </p:cNvPr>
            <p:cNvSpPr/>
            <p:nvPr/>
          </p:nvSpPr>
          <p:spPr>
            <a:xfrm>
              <a:off x="4333170" y="4394763"/>
              <a:ext cx="1239660" cy="634507"/>
            </a:xfrm>
            <a:prstGeom prst="downArrow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xmlns="" id="{4C26E219-DAA3-43A1-A7EA-480A2FD7A9F2}"/>
                </a:ext>
              </a:extLst>
            </p:cNvPr>
            <p:cNvSpPr/>
            <p:nvPr/>
          </p:nvSpPr>
          <p:spPr>
            <a:xfrm>
              <a:off x="1518805" y="2063034"/>
              <a:ext cx="1620000" cy="1620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1514162" y="2672979"/>
              <a:ext cx="1629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製造商</a:t>
              </a:r>
              <a:endParaRPr lang="ja-JP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xmlns="" id="{3D30105E-63EB-4009-8ED3-7829C9DA177E}"/>
                </a:ext>
              </a:extLst>
            </p:cNvPr>
            <p:cNvSpPr/>
            <p:nvPr/>
          </p:nvSpPr>
          <p:spPr>
            <a:xfrm>
              <a:off x="6767195" y="2063034"/>
              <a:ext cx="1620000" cy="1620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46FA5C8E-E9BB-414F-86E6-66EF854F296F}"/>
                </a:ext>
              </a:extLst>
            </p:cNvPr>
            <p:cNvSpPr txBox="1"/>
            <p:nvPr/>
          </p:nvSpPr>
          <p:spPr>
            <a:xfrm>
              <a:off x="6762552" y="2672979"/>
              <a:ext cx="1629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使用者</a:t>
              </a:r>
              <a:endParaRPr lang="ja-JP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xmlns="" id="{30400A37-1F60-44C7-896A-8DF7578AFA2F}"/>
                </a:ext>
              </a:extLst>
            </p:cNvPr>
            <p:cNvSpPr/>
            <p:nvPr/>
          </p:nvSpPr>
          <p:spPr>
            <a:xfrm>
              <a:off x="4143000" y="2063034"/>
              <a:ext cx="1620000" cy="1620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xmlns="" id="{D1880FA3-9C33-4D31-8044-4CB11589865D}"/>
                </a:ext>
              </a:extLst>
            </p:cNvPr>
            <p:cNvSpPr txBox="1"/>
            <p:nvPr/>
          </p:nvSpPr>
          <p:spPr>
            <a:xfrm>
              <a:off x="4138357" y="2672979"/>
              <a:ext cx="16292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0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銷售代理店</a:t>
              </a:r>
              <a:endParaRPr lang="ja-JP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四角形: メモ 25">
              <a:extLst>
                <a:ext uri="{FF2B5EF4-FFF2-40B4-BE49-F238E27FC236}">
                  <a16:creationId xmlns:a16="http://schemas.microsoft.com/office/drawing/2014/main" xmlns="" id="{295E636D-E966-498C-9C3E-F0488F650622}"/>
                </a:ext>
              </a:extLst>
            </p:cNvPr>
            <p:cNvSpPr/>
            <p:nvPr/>
          </p:nvSpPr>
          <p:spPr>
            <a:xfrm>
              <a:off x="3869951" y="5220334"/>
              <a:ext cx="2166098" cy="1207566"/>
            </a:xfrm>
            <a:prstGeom prst="foldedCorner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7150" cap="sq"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xmlns="" id="{7A4204F2-5A85-422D-9683-29490EF00210}"/>
                </a:ext>
              </a:extLst>
            </p:cNvPr>
            <p:cNvSpPr/>
            <p:nvPr/>
          </p:nvSpPr>
          <p:spPr>
            <a:xfrm>
              <a:off x="3962986" y="5586976"/>
              <a:ext cx="19800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 Magazine</a:t>
              </a:r>
              <a:endParaRPr kumimoji="1" lang="ja-JP" alt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矢印: 下 39">
              <a:extLst>
                <a:ext uri="{FF2B5EF4-FFF2-40B4-BE49-F238E27FC236}">
                  <a16:creationId xmlns:a16="http://schemas.microsoft.com/office/drawing/2014/main" xmlns="" id="{116E331B-F8A3-45FA-BD6B-E28B4748036A}"/>
                </a:ext>
              </a:extLst>
            </p:cNvPr>
            <p:cNvSpPr/>
            <p:nvPr/>
          </p:nvSpPr>
          <p:spPr>
            <a:xfrm rot="16200000">
              <a:off x="3420259" y="2290368"/>
              <a:ext cx="432000" cy="612000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矢印: 下 40">
              <a:extLst>
                <a:ext uri="{FF2B5EF4-FFF2-40B4-BE49-F238E27FC236}">
                  <a16:creationId xmlns:a16="http://schemas.microsoft.com/office/drawing/2014/main" xmlns="" id="{C16A5893-D80F-4C74-9981-E659F2B8AEDF}"/>
                </a:ext>
              </a:extLst>
            </p:cNvPr>
            <p:cNvSpPr/>
            <p:nvPr/>
          </p:nvSpPr>
          <p:spPr>
            <a:xfrm rot="16200000">
              <a:off x="6049098" y="2290368"/>
              <a:ext cx="432000" cy="612000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矢印: 下 43">
              <a:extLst>
                <a:ext uri="{FF2B5EF4-FFF2-40B4-BE49-F238E27FC236}">
                  <a16:creationId xmlns:a16="http://schemas.microsoft.com/office/drawing/2014/main" xmlns="" id="{9833F53A-E431-42C8-BA7B-067960077C49}"/>
                </a:ext>
              </a:extLst>
            </p:cNvPr>
            <p:cNvSpPr/>
            <p:nvPr/>
          </p:nvSpPr>
          <p:spPr>
            <a:xfrm rot="5400000" flipH="1">
              <a:off x="3420259" y="2856061"/>
              <a:ext cx="432000" cy="612000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矢印: 下 44">
              <a:extLst>
                <a:ext uri="{FF2B5EF4-FFF2-40B4-BE49-F238E27FC236}">
                  <a16:creationId xmlns:a16="http://schemas.microsoft.com/office/drawing/2014/main" xmlns="" id="{974A919B-68F5-4345-B029-F17A3E5D0BF7}"/>
                </a:ext>
              </a:extLst>
            </p:cNvPr>
            <p:cNvSpPr/>
            <p:nvPr/>
          </p:nvSpPr>
          <p:spPr>
            <a:xfrm rot="5400000" flipH="1">
              <a:off x="6049098" y="2856061"/>
              <a:ext cx="432000" cy="612000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xmlns="" id="{97B97398-20BF-460E-831A-211E6E53B92E}"/>
                </a:ext>
              </a:extLst>
            </p:cNvPr>
            <p:cNvSpPr txBox="1"/>
            <p:nvPr/>
          </p:nvSpPr>
          <p:spPr>
            <a:xfrm>
              <a:off x="5576322" y="3510650"/>
              <a:ext cx="1377552" cy="338554"/>
            </a:xfrm>
            <a:prstGeom prst="rect">
              <a:avLst/>
            </a:prstGeom>
            <a:noFill/>
          </p:spPr>
          <p:txBody>
            <a:bodyPr wrap="square" numCol="1" spcCol="144000" rtlCol="0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傾聽心聲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2A894C06-4350-4377-B1ED-CB464FC3C51B}"/>
              </a:ext>
            </a:extLst>
          </p:cNvPr>
          <p:cNvSpPr txBox="1"/>
          <p:nvPr/>
        </p:nvSpPr>
        <p:spPr>
          <a:xfrm>
            <a:off x="998702" y="1501148"/>
            <a:ext cx="2797996" cy="461665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prstTxWarp prst="textPlain">
              <a:avLst/>
            </a:prstTxWarp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Aft>
                <a:spcPts val="0"/>
              </a:spcAft>
            </a:pPr>
            <a:r>
              <a:rPr lang="en-US" altLang="ja-JP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PLOT</a:t>
            </a:r>
            <a:r>
              <a: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</a:t>
            </a:r>
            <a:endParaRPr lang="ja-JP" alt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2CCD3090-CFE7-4071-AF92-1C92610B2EAE}"/>
              </a:ext>
            </a:extLst>
          </p:cNvPr>
          <p:cNvSpPr txBox="1"/>
          <p:nvPr/>
        </p:nvSpPr>
        <p:spPr>
          <a:xfrm>
            <a:off x="998702" y="1186284"/>
            <a:ext cx="1799304" cy="307777"/>
          </a:xfrm>
          <a:prstGeom prst="rect">
            <a:avLst/>
          </a:prstGeom>
          <a:noFill/>
        </p:spPr>
        <p:txBody>
          <a:bodyPr wrap="square" numCol="1" spcCol="144000" rtlCol="0">
            <a:spAutoFit/>
          </a:bodyPr>
          <a:lstStyle>
            <a:defPPr>
              <a:defRPr lang="en-US"/>
            </a:defPPr>
            <a:lvl1pPr algn="just">
              <a:defRPr sz="16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lang="zh-TW" altLang="en-US" sz="14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結構和作用</a:t>
            </a:r>
            <a:endParaRPr lang="ja-JP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xmlns="" id="{F3894889-DE03-48F3-A507-70AFF16AE5AA}"/>
              </a:ext>
            </a:extLst>
          </p:cNvPr>
          <p:cNvSpPr/>
          <p:nvPr/>
        </p:nvSpPr>
        <p:spPr>
          <a:xfrm>
            <a:off x="4993411" y="1186284"/>
            <a:ext cx="4144297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xmlns="" id="{E7424180-05CC-4CDC-ACF0-7121FD9F618C}"/>
              </a:ext>
            </a:extLst>
          </p:cNvPr>
          <p:cNvSpPr/>
          <p:nvPr/>
        </p:nvSpPr>
        <p:spPr>
          <a:xfrm>
            <a:off x="5947304" y="1351097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用戶</a:t>
            </a:r>
            <a:r>
              <a:rPr lang="ja-JP" altLang="en-US" sz="32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xmlns="" id="{EC95A083-BA31-49EA-A32B-E1DD8AC1AA14}"/>
              </a:ext>
            </a:extLst>
          </p:cNvPr>
          <p:cNvSpPr txBox="1"/>
          <p:nvPr/>
        </p:nvSpPr>
        <p:spPr>
          <a:xfrm>
            <a:off x="998702" y="4614981"/>
            <a:ext cx="2797996" cy="461665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prstTxWarp prst="textPlain">
              <a:avLst/>
            </a:prstTxWarp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Aft>
                <a:spcPts val="0"/>
              </a:spcAft>
            </a:pPr>
            <a:r>
              <a:rPr lang="en-US" altLang="ja-JP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PLOT</a:t>
            </a:r>
            <a:r>
              <a: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ja-JP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</a:t>
            </a:r>
            <a:endParaRPr lang="ja-JP" alt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xmlns="" id="{72B44FD8-D84F-4015-8A34-9060DF750C6C}"/>
              </a:ext>
            </a:extLst>
          </p:cNvPr>
          <p:cNvSpPr txBox="1"/>
          <p:nvPr/>
        </p:nvSpPr>
        <p:spPr>
          <a:xfrm>
            <a:off x="998702" y="4300117"/>
            <a:ext cx="1799304" cy="307777"/>
          </a:xfrm>
          <a:prstGeom prst="rect">
            <a:avLst/>
          </a:prstGeom>
          <a:noFill/>
        </p:spPr>
        <p:txBody>
          <a:bodyPr wrap="square" lIns="0" numCol="1" spcCol="144000" rtlCol="0">
            <a:spAutoFit/>
          </a:bodyPr>
          <a:lstStyle>
            <a:defPPr>
              <a:defRPr lang="en-US"/>
            </a:defPPr>
            <a:lvl1pPr algn="just">
              <a:defRPr sz="16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</a:t>
            </a:r>
            <a:r>
              <a: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sz="14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作用</a:t>
            </a:r>
            <a:endParaRPr lang="ja-JP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xmlns="" id="{17CE3EB4-B6DA-4D12-83D0-76083DCCD069}"/>
              </a:ext>
            </a:extLst>
          </p:cNvPr>
          <p:cNvSpPr/>
          <p:nvPr/>
        </p:nvSpPr>
        <p:spPr>
          <a:xfrm>
            <a:off x="4993411" y="4300117"/>
            <a:ext cx="4144297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xmlns="" id="{C8FABEF1-9454-4B7D-A0C9-75B42E8EE539}"/>
              </a:ext>
            </a:extLst>
          </p:cNvPr>
          <p:cNvSpPr/>
          <p:nvPr/>
        </p:nvSpPr>
        <p:spPr>
          <a:xfrm>
            <a:off x="5947304" y="4517572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2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用戶</a:t>
            </a:r>
            <a:r>
              <a:rPr lang="ja-JP" altLang="en-US"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ja-JP" altLang="en-US" sz="3200" b="1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誌</a:t>
            </a:r>
            <a:endParaRPr lang="ja-JP" altLang="en-US" sz="32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xmlns="" id="{E8EA6728-B610-43F2-BDB7-69E31CC369D7}"/>
              </a:ext>
            </a:extLst>
          </p:cNvPr>
          <p:cNvSpPr/>
          <p:nvPr/>
        </p:nvSpPr>
        <p:spPr>
          <a:xfrm>
            <a:off x="2126948" y="2993923"/>
            <a:ext cx="541503" cy="6489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xmlns="" id="{C4E02B41-DB2B-4570-9AB3-38264FE760B0}"/>
              </a:ext>
            </a:extLst>
          </p:cNvPr>
          <p:cNvSpPr/>
          <p:nvPr/>
        </p:nvSpPr>
        <p:spPr>
          <a:xfrm>
            <a:off x="6794807" y="2993923"/>
            <a:ext cx="541503" cy="6489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61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</TotalTime>
  <Words>94</Words>
  <Application>Microsoft Office PowerPoint</Application>
  <PresentationFormat>A4 紙張 (210x297 公釐)</PresentationFormat>
  <Paragraphs>18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48</cp:revision>
  <dcterms:created xsi:type="dcterms:W3CDTF">2017-11-09T07:26:57Z</dcterms:created>
  <dcterms:modified xsi:type="dcterms:W3CDTF">2018-09-24T14:29:41Z</dcterms:modified>
</cp:coreProperties>
</file>