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9" r:id="rId3"/>
    <p:sldId id="262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3A21B2F-E3DC-4F7A-8457-704759960510}"/>
              </a:ext>
            </a:extLst>
          </p:cNvPr>
          <p:cNvGrpSpPr/>
          <p:nvPr/>
        </p:nvGrpSpPr>
        <p:grpSpPr>
          <a:xfrm>
            <a:off x="0" y="-1"/>
            <a:ext cx="9906000" cy="6858000"/>
            <a:chOff x="0" y="-1"/>
            <a:chExt cx="9906000" cy="685800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566424C-E41D-4718-919F-83E6655D0C13}"/>
                </a:ext>
              </a:extLst>
            </p:cNvPr>
            <p:cNvSpPr/>
            <p:nvPr/>
          </p:nvSpPr>
          <p:spPr>
            <a:xfrm>
              <a:off x="0" y="-1"/>
              <a:ext cx="9906000" cy="90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314045" y="298786"/>
              <a:ext cx="31295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Aft>
                  <a:spcPts val="0"/>
                </a:spcAft>
                <a:defRPr kumimoji="1" sz="2400" b="1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企劃的目標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5609A8F-4382-40C3-AFE3-4DEE54B07672}"/>
                </a:ext>
              </a:extLst>
            </p:cNvPr>
            <p:cNvSpPr/>
            <p:nvPr/>
          </p:nvSpPr>
          <p:spPr>
            <a:xfrm>
              <a:off x="0" y="6684170"/>
              <a:ext cx="9905999" cy="17382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414B07B-EA20-4991-AC61-B7A77A82EABB}"/>
                </a:ext>
              </a:extLst>
            </p:cNvPr>
            <p:cNvSpPr txBox="1"/>
            <p:nvPr/>
          </p:nvSpPr>
          <p:spPr>
            <a:xfrm>
              <a:off x="8980917" y="6222505"/>
              <a:ext cx="5756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400" dirty="0">
                  <a:solidFill>
                    <a:schemeClr val="accent6">
                      <a:lumMod val="75000"/>
                    </a:schemeClr>
                  </a:solidFill>
                </a:rPr>
                <a:t>3</a:t>
              </a:r>
              <a:endParaRPr lang="ja-JP" altLang="en-US" sz="2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3D0AB19-A023-41E5-BF21-2A5136FD7945}"/>
                </a:ext>
              </a:extLst>
            </p:cNvPr>
            <p:cNvSpPr txBox="1"/>
            <p:nvPr/>
          </p:nvSpPr>
          <p:spPr>
            <a:xfrm>
              <a:off x="483453" y="206452"/>
              <a:ext cx="7097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3600" dirty="0">
                  <a:solidFill>
                    <a:schemeClr val="bg1"/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Ⅲ</a:t>
              </a:r>
              <a:endParaRPr lang="ja-JP" altLang="en-US" sz="3600" dirty="0">
                <a:solidFill>
                  <a:schemeClr val="bg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A8CB067-EA6E-4294-8010-44C2CF8493F5}"/>
                </a:ext>
              </a:extLst>
            </p:cNvPr>
            <p:cNvSpPr txBox="1"/>
            <p:nvPr/>
          </p:nvSpPr>
          <p:spPr>
            <a:xfrm>
              <a:off x="1314045" y="1236525"/>
              <a:ext cx="7277910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TW" altLang="en-US" sz="20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發掘自我的網站</a:t>
              </a:r>
              <a:endParaRPr kumimoji="1" lang="en-US" altLang="ja-JP" sz="2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indent="268288" algn="just">
                <a:lnSpc>
                  <a:spcPct val="150000"/>
                </a:lnSpc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商品的核心目標是參加就職活動的學生和社會新鮮人。心生好奇時，只要連接社交網絡，我們就能提供簡單分析自己的網路服務。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indent="268288" algn="just">
                <a:lnSpc>
                  <a:spcPct val="150000"/>
                </a:lnSpc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診斷類型的服務，任何人都會想試試看。分析自己的性格以及適合自己的工作，並進一步分享那個結果。看到分析結果之後，便可結交新的朋友，藉此進一步宣傳自己。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indent="268288" algn="just">
                <a:lnSpc>
                  <a:spcPct val="150000"/>
                </a:lnSpc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本公司男性用化妝品和許多「成熟風格」的概念重疊，如此應該可以提升產品的認知度和好感度吧！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F49763-51BE-480A-B2D8-E41692D2EFF5}"/>
              </a:ext>
            </a:extLst>
          </p:cNvPr>
          <p:cNvSpPr txBox="1"/>
          <p:nvPr/>
        </p:nvSpPr>
        <p:spPr>
          <a:xfrm>
            <a:off x="-2141033" y="1236525"/>
            <a:ext cx="1944000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文字大小</a:t>
            </a:r>
            <a:r>
              <a:rPr kumimoji="1" lang="en-US" altLang="ja-JP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ja-JP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pt</a:t>
            </a:r>
            <a:endParaRPr kumimoji="1" lang="en-US" altLang="ja-JP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行距</a:t>
            </a:r>
            <a:r>
              <a:rPr kumimoji="1" lang="en-US" altLang="ja-JP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1.5</a:t>
            </a:r>
            <a:r>
              <a:rPr kumimoji="1" lang="ja-JP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kumimoji="1" lang="en-US" altLang="ja-JP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0819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E87D4574-9339-4543-A5AF-B6D9ABE5BDFA}"/>
              </a:ext>
            </a:extLst>
          </p:cNvPr>
          <p:cNvGrpSpPr/>
          <p:nvPr/>
        </p:nvGrpSpPr>
        <p:grpSpPr>
          <a:xfrm>
            <a:off x="0" y="-1"/>
            <a:ext cx="9906000" cy="6858000"/>
            <a:chOff x="0" y="-1"/>
            <a:chExt cx="9906000" cy="685800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566424C-E41D-4718-919F-83E6655D0C13}"/>
                </a:ext>
              </a:extLst>
            </p:cNvPr>
            <p:cNvSpPr/>
            <p:nvPr/>
          </p:nvSpPr>
          <p:spPr>
            <a:xfrm>
              <a:off x="0" y="-1"/>
              <a:ext cx="9906000" cy="90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314045" y="1236525"/>
              <a:ext cx="7277910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20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發掘自我的網站</a:t>
              </a:r>
              <a:endParaRPr kumimoji="1" lang="en-US" altLang="ja-JP" sz="2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indent="268288"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商品的核心目標是參加就職活動的學生和社會新鮮人。心生好奇時，只要連接社交網絡，我們就能提供簡單分析自己的網路服務。</a:t>
              </a:r>
            </a:p>
            <a:p>
              <a:pPr indent="268288"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診斷類型的服務，任何人都會想試試看。分析自己的性格以及適合自己的工作，並進一步分享那個結果。看到分析結果之後，便可結交新的朋友，藉此進一步宣傳自己。</a:t>
              </a:r>
            </a:p>
            <a:p>
              <a:pPr indent="268288" algn="just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本公司男性用化妝品和許多「成熟風格」的概念重疊，如此應該可以提升產品的認知度和好感度吧！</a:t>
              </a: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314045" y="298786"/>
              <a:ext cx="31295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>
                <a:spcAft>
                  <a:spcPts val="0"/>
                </a:spcAft>
              </a:pPr>
              <a:r>
                <a:rPr lang="zh-TW" altLang="en-US" sz="24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企劃的目標</a:t>
              </a:r>
              <a:endParaRPr lang="ja-JP" alt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5609A8F-4382-40C3-AFE3-4DEE54B07672}"/>
                </a:ext>
              </a:extLst>
            </p:cNvPr>
            <p:cNvSpPr/>
            <p:nvPr/>
          </p:nvSpPr>
          <p:spPr>
            <a:xfrm>
              <a:off x="0" y="6684170"/>
              <a:ext cx="9905999" cy="17382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414B07B-EA20-4991-AC61-B7A77A82EABB}"/>
                </a:ext>
              </a:extLst>
            </p:cNvPr>
            <p:cNvSpPr txBox="1"/>
            <p:nvPr/>
          </p:nvSpPr>
          <p:spPr>
            <a:xfrm>
              <a:off x="8980917" y="6222505"/>
              <a:ext cx="5756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400" dirty="0">
                  <a:solidFill>
                    <a:schemeClr val="accent6">
                      <a:lumMod val="75000"/>
                    </a:schemeClr>
                  </a:solidFill>
                </a:rPr>
                <a:t>3</a:t>
              </a:r>
              <a:endParaRPr lang="ja-JP" altLang="en-US" sz="2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3D0AB19-A023-41E5-BF21-2A5136FD7945}"/>
                </a:ext>
              </a:extLst>
            </p:cNvPr>
            <p:cNvSpPr txBox="1"/>
            <p:nvPr/>
          </p:nvSpPr>
          <p:spPr>
            <a:xfrm>
              <a:off x="483453" y="206452"/>
              <a:ext cx="7097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3600" dirty="0">
                  <a:solidFill>
                    <a:schemeClr val="bg1"/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Ⅲ</a:t>
              </a:r>
              <a:endParaRPr lang="ja-JP" altLang="en-US" sz="3600" dirty="0">
                <a:solidFill>
                  <a:schemeClr val="bg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endParaRP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A62379-A170-4185-B297-9C3BAEAF0278}"/>
              </a:ext>
            </a:extLst>
          </p:cNvPr>
          <p:cNvSpPr txBox="1"/>
          <p:nvPr/>
        </p:nvSpPr>
        <p:spPr>
          <a:xfrm>
            <a:off x="-2141033" y="1236525"/>
            <a:ext cx="1944000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文字大小</a:t>
            </a:r>
            <a:r>
              <a:rPr kumimoji="1" lang="en-US" altLang="ja-JP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 pt</a:t>
            </a:r>
            <a:endParaRPr kumimoji="1" lang="en-US" altLang="ja-JP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行距</a:t>
            </a:r>
            <a:r>
              <a:rPr kumimoji="1" lang="en-US" altLang="ja-JP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1.0</a:t>
            </a:r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標準</a:t>
            </a:r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r>
              <a:rPr kumimoji="1" lang="zh-TW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</a:t>
            </a:r>
            <a:endParaRPr kumimoji="1" lang="en-US" altLang="ja-JP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551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C0ED351-74F7-48BE-A2B1-AD7B43736BF0}"/>
              </a:ext>
            </a:extLst>
          </p:cNvPr>
          <p:cNvGrpSpPr/>
          <p:nvPr/>
        </p:nvGrpSpPr>
        <p:grpSpPr>
          <a:xfrm>
            <a:off x="0" y="-1"/>
            <a:ext cx="9906000" cy="6858000"/>
            <a:chOff x="0" y="-1"/>
            <a:chExt cx="9906000" cy="685800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566424C-E41D-4718-919F-83E6655D0C13}"/>
                </a:ext>
              </a:extLst>
            </p:cNvPr>
            <p:cNvSpPr/>
            <p:nvPr/>
          </p:nvSpPr>
          <p:spPr>
            <a:xfrm>
              <a:off x="0" y="-1"/>
              <a:ext cx="9906000" cy="90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314045" y="298786"/>
              <a:ext cx="31295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Aft>
                  <a:spcPts val="0"/>
                </a:spcAft>
                <a:defRPr kumimoji="1" sz="2400" b="1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企劃的目標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5609A8F-4382-40C3-AFE3-4DEE54B07672}"/>
                </a:ext>
              </a:extLst>
            </p:cNvPr>
            <p:cNvSpPr/>
            <p:nvPr/>
          </p:nvSpPr>
          <p:spPr>
            <a:xfrm>
              <a:off x="0" y="6684170"/>
              <a:ext cx="9905999" cy="17382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414B07B-EA20-4991-AC61-B7A77A82EABB}"/>
                </a:ext>
              </a:extLst>
            </p:cNvPr>
            <p:cNvSpPr txBox="1"/>
            <p:nvPr/>
          </p:nvSpPr>
          <p:spPr>
            <a:xfrm>
              <a:off x="8980917" y="6222505"/>
              <a:ext cx="5756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2400" dirty="0">
                  <a:solidFill>
                    <a:schemeClr val="accent6">
                      <a:lumMod val="75000"/>
                    </a:schemeClr>
                  </a:solidFill>
                </a:rPr>
                <a:t>3</a:t>
              </a:r>
              <a:endParaRPr lang="ja-JP" altLang="en-US" sz="2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3D0AB19-A023-41E5-BF21-2A5136FD7945}"/>
                </a:ext>
              </a:extLst>
            </p:cNvPr>
            <p:cNvSpPr txBox="1"/>
            <p:nvPr/>
          </p:nvSpPr>
          <p:spPr>
            <a:xfrm>
              <a:off x="483453" y="206452"/>
              <a:ext cx="7097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en-US" altLang="ja-JP" sz="3600" dirty="0">
                  <a:solidFill>
                    <a:schemeClr val="bg1"/>
                  </a:solidFill>
                  <a:latin typeface="游ゴシック Medium" panose="020B0500000000000000" pitchFamily="50" charset="-128"/>
                  <a:ea typeface="游ゴシック Medium" panose="020B0500000000000000" pitchFamily="50" charset="-128"/>
                </a:rPr>
                <a:t>Ⅲ</a:t>
              </a:r>
              <a:endParaRPr lang="ja-JP" altLang="en-US" sz="3600" dirty="0">
                <a:solidFill>
                  <a:schemeClr val="bg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DA8CB067-EA6E-4294-8010-44C2CF8493F5}"/>
                </a:ext>
              </a:extLst>
            </p:cNvPr>
            <p:cNvSpPr txBox="1"/>
            <p:nvPr/>
          </p:nvSpPr>
          <p:spPr>
            <a:xfrm>
              <a:off x="1314045" y="1236525"/>
              <a:ext cx="7277910" cy="3554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kumimoji="1" lang="zh-TW" altLang="en-US" sz="2000" b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發掘自我的網站</a:t>
              </a:r>
              <a:endParaRPr kumimoji="1" lang="en-US" altLang="ja-JP" sz="2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indent="268288" algn="just">
                <a:lnSpc>
                  <a:spcPts val="3000"/>
                </a:lnSpc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商品的核心目標是參加就職活動的學生和社會新鮮人。心生好奇時，只要連接社交網絡，我們就能提供簡單分析自己的網路服務。</a:t>
              </a:r>
            </a:p>
            <a:p>
              <a:pPr indent="268288" algn="just">
                <a:lnSpc>
                  <a:spcPts val="3000"/>
                </a:lnSpc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診斷類型的服務，任何人都會想試試看。分析自己的性格以及適合自己的工作，並進一步分享那個結果。看到分析結果之後，便可結交新的朋友，藉此進一步宣傳自己。</a:t>
              </a:r>
            </a:p>
            <a:p>
              <a:pPr indent="268288" algn="just">
                <a:lnSpc>
                  <a:spcPts val="3000"/>
                </a:lnSpc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本公司男性用化妝品和許多「成熟風格」的概念重疊，如此應該可以提升產品的認知度和好感度吧！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4F49763-51BE-480A-B2D8-E41692D2EFF5}"/>
              </a:ext>
            </a:extLst>
          </p:cNvPr>
          <p:cNvSpPr txBox="1"/>
          <p:nvPr/>
        </p:nvSpPr>
        <p:spPr>
          <a:xfrm>
            <a:off x="-2141033" y="1236525"/>
            <a:ext cx="1944000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文字大小</a:t>
            </a:r>
            <a:r>
              <a:rPr kumimoji="1" lang="en-US" altLang="ja-JP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pt</a:t>
            </a:r>
            <a:endParaRPr kumimoji="1" lang="en-US" altLang="ja-JP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・「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行距</a:t>
            </a:r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」の［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固定行高</a:t>
            </a:r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］「</a:t>
            </a:r>
            <a:r>
              <a:rPr kumimoji="1" lang="zh-TW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位於</a:t>
            </a:r>
            <a:r>
              <a:rPr kumimoji="1" lang="ja-JP" altLang="en-US" sz="120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」［</a:t>
            </a:r>
            <a:r>
              <a:rPr kumimoji="1" lang="en-US" altLang="ja-JP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30pt</a:t>
            </a:r>
            <a:r>
              <a:rPr kumimoji="1" lang="ja-JP" altLang="en-US" sz="1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］</a:t>
            </a:r>
            <a:endParaRPr kumimoji="1" lang="en-US" altLang="ja-JP" sz="12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5826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赤紫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628</TotalTime>
  <Words>396</Words>
  <Application>Microsoft Office PowerPoint</Application>
  <PresentationFormat>A4 紙張 (210x297 公釐)</PresentationFormat>
  <Paragraphs>27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68</cp:revision>
  <dcterms:created xsi:type="dcterms:W3CDTF">2017-11-09T07:26:57Z</dcterms:created>
  <dcterms:modified xsi:type="dcterms:W3CDTF">2018-11-07T15:25:33Z</dcterms:modified>
</cp:coreProperties>
</file>