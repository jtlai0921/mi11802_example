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8" r:id="rId3"/>
    <p:sldId id="260" r:id="rId4"/>
    <p:sldId id="261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66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90192EE-B07E-465D-88D6-016AAC6EC49B}"/>
              </a:ext>
            </a:extLst>
          </p:cNvPr>
          <p:cNvGrpSpPr/>
          <p:nvPr/>
        </p:nvGrpSpPr>
        <p:grpSpPr>
          <a:xfrm>
            <a:off x="340596" y="365071"/>
            <a:ext cx="9224809" cy="6127858"/>
            <a:chOff x="340596" y="365071"/>
            <a:chExt cx="9224809" cy="6127858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63FC6F8-20FF-4B6B-B56A-A74ED4F743C3}"/>
                </a:ext>
              </a:extLst>
            </p:cNvPr>
            <p:cNvSpPr/>
            <p:nvPr/>
          </p:nvSpPr>
          <p:spPr>
            <a:xfrm>
              <a:off x="4948596" y="365071"/>
              <a:ext cx="4608000" cy="3060000"/>
            </a:xfrm>
            <a:prstGeom prst="rect">
              <a:avLst/>
            </a:prstGeom>
            <a:solidFill>
              <a:schemeClr val="bg1"/>
            </a:solidFill>
            <a:ln w="152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FA004A1-F565-4520-A424-FA0BB9317526}"/>
                </a:ext>
              </a:extLst>
            </p:cNvPr>
            <p:cNvSpPr/>
            <p:nvPr/>
          </p:nvSpPr>
          <p:spPr>
            <a:xfrm flipV="1">
              <a:off x="4957405" y="3432929"/>
              <a:ext cx="4608000" cy="3060000"/>
            </a:xfrm>
            <a:prstGeom prst="rect">
              <a:avLst/>
            </a:prstGeom>
            <a:solidFill>
              <a:schemeClr val="bg1"/>
            </a:solidFill>
            <a:ln w="152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E54145F5-C505-45BB-8323-83E50505E544}"/>
                </a:ext>
              </a:extLst>
            </p:cNvPr>
            <p:cNvSpPr/>
            <p:nvPr/>
          </p:nvSpPr>
          <p:spPr>
            <a:xfrm flipH="1">
              <a:off x="340596" y="365071"/>
              <a:ext cx="4608000" cy="30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2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C90C4992-69F0-4C61-8FA3-E3C7361EBC1C}"/>
                </a:ext>
              </a:extLst>
            </p:cNvPr>
            <p:cNvSpPr/>
            <p:nvPr/>
          </p:nvSpPr>
          <p:spPr>
            <a:xfrm flipH="1" flipV="1">
              <a:off x="340596" y="3432929"/>
              <a:ext cx="4608000" cy="3060000"/>
            </a:xfrm>
            <a:prstGeom prst="rect">
              <a:avLst/>
            </a:prstGeom>
            <a:solidFill>
              <a:schemeClr val="bg1"/>
            </a:solidFill>
            <a:ln w="152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8D8C0E8-DD5F-4D59-80B8-D91B681C5FC0}"/>
                </a:ext>
              </a:extLst>
            </p:cNvPr>
            <p:cNvSpPr/>
            <p:nvPr/>
          </p:nvSpPr>
          <p:spPr>
            <a:xfrm>
              <a:off x="3792192" y="2273071"/>
              <a:ext cx="2304000" cy="23040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1524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DC61EC9-41CF-4384-B6BD-254015876D61}"/>
                </a:ext>
              </a:extLst>
            </p:cNvPr>
            <p:cNvSpPr txBox="1"/>
            <p:nvPr/>
          </p:nvSpPr>
          <p:spPr>
            <a:xfrm>
              <a:off x="745546" y="737037"/>
              <a:ext cx="379810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超越組織與公司、日本之類的框架，為了以世界為舞台，創造全新商業的領導者所設計的海外研修</a:t>
              </a:r>
              <a:endParaRPr lang="ja-JP" altLang="en-US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05C97B92-C2F6-4CA5-ABD9-E0841937BA64}"/>
                </a:ext>
              </a:extLst>
            </p:cNvPr>
            <p:cNvSpPr/>
            <p:nvPr/>
          </p:nvSpPr>
          <p:spPr>
            <a:xfrm>
              <a:off x="3909348" y="3078986"/>
              <a:ext cx="2087306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TW" altLang="en-US" sz="2400" spc="-3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實施</a:t>
              </a:r>
              <a:endParaRPr lang="en-US" altLang="zh-TW" sz="2400" spc="-30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lang="zh-TW" altLang="en-US" sz="2400" spc="-3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海外培訓</a:t>
              </a:r>
              <a:endParaRPr lang="ja-JP" altLang="en-US" sz="24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2557DA7-314E-42AC-9381-8CC372F24F01}"/>
                </a:ext>
              </a:extLst>
            </p:cNvPr>
            <p:cNvSpPr txBox="1"/>
            <p:nvPr/>
          </p:nvSpPr>
          <p:spPr>
            <a:xfrm>
              <a:off x="5362354" y="737037"/>
              <a:ext cx="3798101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▸ </a:t>
              </a:r>
              <a:r>
                <a:rPr lang="zh-TW" altLang="en-US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特徵</a:t>
              </a:r>
              <a:r>
                <a:rPr lang="en-US" altLang="zh-TW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endParaRPr lang="en-US" altLang="ja-JP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可規劃並實施從語學乃至管理等符合需求的研修。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B1C053B1-E6FD-465C-A461-6FA1EF1B44D7}"/>
                </a:ext>
              </a:extLst>
            </p:cNvPr>
            <p:cNvSpPr txBox="1"/>
            <p:nvPr/>
          </p:nvSpPr>
          <p:spPr>
            <a:xfrm>
              <a:off x="745546" y="4551303"/>
              <a:ext cx="3798101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▸ </a:t>
              </a:r>
              <a:r>
                <a:rPr lang="zh-TW" altLang="en-US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特徵</a:t>
              </a:r>
              <a:r>
                <a:rPr lang="en-US" altLang="zh-TW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endParaRPr lang="en-US" altLang="ja-JP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可自由設定品質和期間的客製化。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E84BD451-156C-4A47-B707-074ECA69D475}"/>
                </a:ext>
              </a:extLst>
            </p:cNvPr>
            <p:cNvSpPr txBox="1"/>
            <p:nvPr/>
          </p:nvSpPr>
          <p:spPr>
            <a:xfrm>
              <a:off x="5362353" y="4551303"/>
              <a:ext cx="3798101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ja-JP" altLang="en-US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▸ </a:t>
              </a:r>
              <a:r>
                <a:rPr lang="zh-TW" altLang="en-US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特徵</a:t>
              </a:r>
              <a:r>
                <a:rPr lang="en-US" altLang="zh-TW" sz="2400">
                  <a:solidFill>
                    <a:schemeClr val="accent1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endParaRPr lang="en-US" altLang="ja-JP" sz="2400" dirty="0">
                <a:solidFill>
                  <a:schemeClr val="accent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r>
                <a:rPr lang="zh-TW" altLang="en-US" sz="24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可和來自世界各國的各種人才交流。</a:t>
              </a:r>
              <a:endParaRPr lang="ja-JP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3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23A6044-1E41-49FD-B05F-E0D5DDEF7E2C}"/>
              </a:ext>
            </a:extLst>
          </p:cNvPr>
          <p:cNvGrpSpPr/>
          <p:nvPr/>
        </p:nvGrpSpPr>
        <p:grpSpPr>
          <a:xfrm>
            <a:off x="0" y="0"/>
            <a:ext cx="9906000" cy="6408615"/>
            <a:chOff x="0" y="0"/>
            <a:chExt cx="9906000" cy="6408615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32433A0C-CFA2-4ED7-B6D7-DDAFAC9CAAB7}"/>
                </a:ext>
              </a:extLst>
            </p:cNvPr>
            <p:cNvSpPr/>
            <p:nvPr/>
          </p:nvSpPr>
          <p:spPr>
            <a:xfrm>
              <a:off x="0" y="0"/>
              <a:ext cx="9906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70D6BC8-6D3D-4BEC-85F2-B414BD8CA966}"/>
                </a:ext>
              </a:extLst>
            </p:cNvPr>
            <p:cNvSpPr/>
            <p:nvPr/>
          </p:nvSpPr>
          <p:spPr>
            <a:xfrm>
              <a:off x="853998" y="1784195"/>
              <a:ext cx="2520176" cy="2520176"/>
            </a:xfrm>
            <a:prstGeom prst="ellipse">
              <a:avLst/>
            </a:prstGeom>
            <a:noFill/>
            <a:ln w="101600" cmpd="thinThick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19830A52-AE3F-46E3-BE74-8DFA4E3245F9}"/>
                </a:ext>
              </a:extLst>
            </p:cNvPr>
            <p:cNvSpPr/>
            <p:nvPr/>
          </p:nvSpPr>
          <p:spPr>
            <a:xfrm>
              <a:off x="3692912" y="1784195"/>
              <a:ext cx="2520176" cy="2520176"/>
            </a:xfrm>
            <a:prstGeom prst="ellipse">
              <a:avLst/>
            </a:prstGeom>
            <a:noFill/>
            <a:ln w="101600" cmpd="thinThick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7B9F358E-C043-4A1C-97FF-CD55E03CA557}"/>
                </a:ext>
              </a:extLst>
            </p:cNvPr>
            <p:cNvSpPr/>
            <p:nvPr/>
          </p:nvSpPr>
          <p:spPr>
            <a:xfrm>
              <a:off x="6531827" y="1784195"/>
              <a:ext cx="2520176" cy="2520176"/>
            </a:xfrm>
            <a:prstGeom prst="ellipse">
              <a:avLst/>
            </a:prstGeom>
            <a:noFill/>
            <a:ln w="101600" cmpd="thinThick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BC0BBE47-B9DB-4903-9716-EBF5F908C923}"/>
                </a:ext>
              </a:extLst>
            </p:cNvPr>
            <p:cNvSpPr txBox="1"/>
            <p:nvPr/>
          </p:nvSpPr>
          <p:spPr>
            <a:xfrm>
              <a:off x="2044390" y="881385"/>
              <a:ext cx="58172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/>
              <a:r>
                <a: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實施海外培訓</a:t>
              </a:r>
              <a:endParaRPr lang="ja-JP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6" name="グループ化 65">
              <a:extLst>
                <a:ext uri="{FF2B5EF4-FFF2-40B4-BE49-F238E27FC236}">
                  <a16:creationId xmlns:a16="http://schemas.microsoft.com/office/drawing/2014/main" id="{B6117EE2-1C81-4EBB-9399-129427907492}"/>
                </a:ext>
              </a:extLst>
            </p:cNvPr>
            <p:cNvGrpSpPr/>
            <p:nvPr/>
          </p:nvGrpSpPr>
          <p:grpSpPr>
            <a:xfrm>
              <a:off x="1682086" y="4602632"/>
              <a:ext cx="864000" cy="648000"/>
              <a:chOff x="7314632" y="4033103"/>
              <a:chExt cx="936000" cy="864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67" name="矢印: 山形 66">
                <a:extLst>
                  <a:ext uri="{FF2B5EF4-FFF2-40B4-BE49-F238E27FC236}">
                    <a16:creationId xmlns:a16="http://schemas.microsoft.com/office/drawing/2014/main" id="{5A295BFD-308B-45FA-BD1C-158A61A3BB8A}"/>
                  </a:ext>
                </a:extLst>
              </p:cNvPr>
              <p:cNvSpPr/>
              <p:nvPr/>
            </p:nvSpPr>
            <p:spPr>
              <a:xfrm rot="16200000" flipH="1">
                <a:off x="7517547" y="416401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8" name="矢印: 山形 67">
                <a:extLst>
                  <a:ext uri="{FF2B5EF4-FFF2-40B4-BE49-F238E27FC236}">
                    <a16:creationId xmlns:a16="http://schemas.microsoft.com/office/drawing/2014/main" id="{2680363F-A10D-49F7-AF54-024E7455B7CF}"/>
                  </a:ext>
                </a:extLst>
              </p:cNvPr>
              <p:cNvSpPr/>
              <p:nvPr/>
            </p:nvSpPr>
            <p:spPr>
              <a:xfrm rot="16200000" flipH="1">
                <a:off x="7517548" y="383018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grpSp>
          <p:nvGrpSpPr>
            <p:cNvPr id="69" name="グループ化 68">
              <a:extLst>
                <a:ext uri="{FF2B5EF4-FFF2-40B4-BE49-F238E27FC236}">
                  <a16:creationId xmlns:a16="http://schemas.microsoft.com/office/drawing/2014/main" id="{E838B6EB-D704-4C92-AC35-31FD34FA0ACB}"/>
                </a:ext>
              </a:extLst>
            </p:cNvPr>
            <p:cNvGrpSpPr/>
            <p:nvPr/>
          </p:nvGrpSpPr>
          <p:grpSpPr>
            <a:xfrm>
              <a:off x="4521000" y="4602632"/>
              <a:ext cx="864000" cy="648000"/>
              <a:chOff x="7314632" y="4033103"/>
              <a:chExt cx="936000" cy="864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70" name="矢印: 山形 69">
                <a:extLst>
                  <a:ext uri="{FF2B5EF4-FFF2-40B4-BE49-F238E27FC236}">
                    <a16:creationId xmlns:a16="http://schemas.microsoft.com/office/drawing/2014/main" id="{549E5C17-6AA2-4D73-A95F-5A7DE720B7F1}"/>
                  </a:ext>
                </a:extLst>
              </p:cNvPr>
              <p:cNvSpPr/>
              <p:nvPr/>
            </p:nvSpPr>
            <p:spPr>
              <a:xfrm rot="16200000" flipH="1">
                <a:off x="7517547" y="416401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1" name="矢印: 山形 70">
                <a:extLst>
                  <a:ext uri="{FF2B5EF4-FFF2-40B4-BE49-F238E27FC236}">
                    <a16:creationId xmlns:a16="http://schemas.microsoft.com/office/drawing/2014/main" id="{6EE2A473-BFDC-430C-8FB8-3F31762986D5}"/>
                  </a:ext>
                </a:extLst>
              </p:cNvPr>
              <p:cNvSpPr/>
              <p:nvPr/>
            </p:nvSpPr>
            <p:spPr>
              <a:xfrm rot="16200000" flipH="1">
                <a:off x="7517548" y="383018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grpSp>
          <p:nvGrpSpPr>
            <p:cNvPr id="72" name="グループ化 71">
              <a:extLst>
                <a:ext uri="{FF2B5EF4-FFF2-40B4-BE49-F238E27FC236}">
                  <a16:creationId xmlns:a16="http://schemas.microsoft.com/office/drawing/2014/main" id="{871F3E38-B0C6-4C70-AA2A-783F6964D7CC}"/>
                </a:ext>
              </a:extLst>
            </p:cNvPr>
            <p:cNvGrpSpPr/>
            <p:nvPr/>
          </p:nvGrpSpPr>
          <p:grpSpPr>
            <a:xfrm>
              <a:off x="7359915" y="4602632"/>
              <a:ext cx="864000" cy="648000"/>
              <a:chOff x="7314632" y="4033103"/>
              <a:chExt cx="936000" cy="864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73" name="矢印: 山形 72">
                <a:extLst>
                  <a:ext uri="{FF2B5EF4-FFF2-40B4-BE49-F238E27FC236}">
                    <a16:creationId xmlns:a16="http://schemas.microsoft.com/office/drawing/2014/main" id="{F236C3B9-2D8F-44A7-BD5F-A7DFAF2E42BA}"/>
                  </a:ext>
                </a:extLst>
              </p:cNvPr>
              <p:cNvSpPr/>
              <p:nvPr/>
            </p:nvSpPr>
            <p:spPr>
              <a:xfrm rot="16200000" flipH="1">
                <a:off x="7517547" y="416401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4" name="矢印: 山形 73">
                <a:extLst>
                  <a:ext uri="{FF2B5EF4-FFF2-40B4-BE49-F238E27FC236}">
                    <a16:creationId xmlns:a16="http://schemas.microsoft.com/office/drawing/2014/main" id="{DB95F05C-8FAE-4F42-A6F8-45D5963F0E80}"/>
                  </a:ext>
                </a:extLst>
              </p:cNvPr>
              <p:cNvSpPr/>
              <p:nvPr/>
            </p:nvSpPr>
            <p:spPr>
              <a:xfrm rot="16200000" flipH="1">
                <a:off x="7517548" y="383018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77" name="四角形: 角を丸くする 76">
              <a:extLst>
                <a:ext uri="{FF2B5EF4-FFF2-40B4-BE49-F238E27FC236}">
                  <a16:creationId xmlns:a16="http://schemas.microsoft.com/office/drawing/2014/main" id="{7DBE314C-7919-4FED-9AFA-E758FC26CC7A}"/>
                </a:ext>
              </a:extLst>
            </p:cNvPr>
            <p:cNvSpPr/>
            <p:nvPr/>
          </p:nvSpPr>
          <p:spPr>
            <a:xfrm>
              <a:off x="1263000" y="5544615"/>
              <a:ext cx="7380000" cy="864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DF809AD7-C30D-411E-B4D8-62708EAA4013}"/>
                </a:ext>
              </a:extLst>
            </p:cNvPr>
            <p:cNvSpPr txBox="1"/>
            <p:nvPr/>
          </p:nvSpPr>
          <p:spPr>
            <a:xfrm>
              <a:off x="1455174" y="5643930"/>
              <a:ext cx="699565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超越組織與公司、日本之類的框架，為了以世界為舞台，創造全新商業的領導者所設計的海外研修</a:t>
              </a:r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9B84AE1D-CA0B-420E-9AA1-DA884D0E16B9}"/>
                </a:ext>
              </a:extLst>
            </p:cNvPr>
            <p:cNvSpPr/>
            <p:nvPr/>
          </p:nvSpPr>
          <p:spPr>
            <a:xfrm>
              <a:off x="1071904" y="2536452"/>
              <a:ext cx="208436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規劃並實施語學乃至管理等符合需求的研修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C65F04A-E6B1-41C2-A402-A972C2864EAF}"/>
                </a:ext>
              </a:extLst>
            </p:cNvPr>
            <p:cNvSpPr/>
            <p:nvPr/>
          </p:nvSpPr>
          <p:spPr>
            <a:xfrm>
              <a:off x="3910818" y="2536452"/>
              <a:ext cx="208436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可自由設定品質和期間的客製化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381FAAA6-645C-48B0-BC0C-FF83BC735F4D}"/>
                </a:ext>
              </a:extLst>
            </p:cNvPr>
            <p:cNvSpPr/>
            <p:nvPr/>
          </p:nvSpPr>
          <p:spPr>
            <a:xfrm>
              <a:off x="6749733" y="2536452"/>
              <a:ext cx="208436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和來自世界各國的各種人才交流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059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01E6CB5-F13F-49A7-82D2-55D7F467E146}"/>
              </a:ext>
            </a:extLst>
          </p:cNvPr>
          <p:cNvGrpSpPr/>
          <p:nvPr/>
        </p:nvGrpSpPr>
        <p:grpSpPr>
          <a:xfrm>
            <a:off x="0" y="0"/>
            <a:ext cx="9906000" cy="6408615"/>
            <a:chOff x="0" y="0"/>
            <a:chExt cx="9906000" cy="6408615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32433A0C-CFA2-4ED7-B6D7-DDAFAC9CAAB7}"/>
                </a:ext>
              </a:extLst>
            </p:cNvPr>
            <p:cNvSpPr/>
            <p:nvPr/>
          </p:nvSpPr>
          <p:spPr>
            <a:xfrm>
              <a:off x="0" y="0"/>
              <a:ext cx="9906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70D6BC8-6D3D-4BEC-85F2-B414BD8CA966}"/>
                </a:ext>
              </a:extLst>
            </p:cNvPr>
            <p:cNvSpPr/>
            <p:nvPr/>
          </p:nvSpPr>
          <p:spPr>
            <a:xfrm>
              <a:off x="853998" y="1784195"/>
              <a:ext cx="2520176" cy="2520176"/>
            </a:xfrm>
            <a:prstGeom prst="ellipse">
              <a:avLst/>
            </a:prstGeom>
            <a:noFill/>
            <a:ln w="101600" cmpd="thinThick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楕円 23">
              <a:extLst>
                <a:ext uri="{FF2B5EF4-FFF2-40B4-BE49-F238E27FC236}">
                  <a16:creationId xmlns:a16="http://schemas.microsoft.com/office/drawing/2014/main" id="{19830A52-AE3F-46E3-BE74-8DFA4E3245F9}"/>
                </a:ext>
              </a:extLst>
            </p:cNvPr>
            <p:cNvSpPr/>
            <p:nvPr/>
          </p:nvSpPr>
          <p:spPr>
            <a:xfrm>
              <a:off x="3692912" y="1784195"/>
              <a:ext cx="2520176" cy="2520176"/>
            </a:xfrm>
            <a:prstGeom prst="ellipse">
              <a:avLst/>
            </a:prstGeom>
            <a:noFill/>
            <a:ln w="101600" cmpd="thinThick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7B9F358E-C043-4A1C-97FF-CD55E03CA557}"/>
                </a:ext>
              </a:extLst>
            </p:cNvPr>
            <p:cNvSpPr/>
            <p:nvPr/>
          </p:nvSpPr>
          <p:spPr>
            <a:xfrm>
              <a:off x="6531827" y="1784195"/>
              <a:ext cx="2520176" cy="2520176"/>
            </a:xfrm>
            <a:prstGeom prst="ellipse">
              <a:avLst/>
            </a:prstGeom>
            <a:noFill/>
            <a:ln w="101600" cmpd="thinThick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BC0BBE47-B9DB-4903-9716-EBF5F908C923}"/>
                </a:ext>
              </a:extLst>
            </p:cNvPr>
            <p:cNvSpPr txBox="1"/>
            <p:nvPr/>
          </p:nvSpPr>
          <p:spPr>
            <a:xfrm>
              <a:off x="852957" y="881385"/>
              <a:ext cx="5817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36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實施海外培訓</a:t>
              </a:r>
              <a:endParaRPr lang="ja-JP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四角形: 角を丸くする 27">
              <a:extLst>
                <a:ext uri="{FF2B5EF4-FFF2-40B4-BE49-F238E27FC236}">
                  <a16:creationId xmlns:a16="http://schemas.microsoft.com/office/drawing/2014/main" id="{7581381F-A3EB-42F2-8EBF-36294B2CB0E4}"/>
                </a:ext>
              </a:extLst>
            </p:cNvPr>
            <p:cNvSpPr/>
            <p:nvPr/>
          </p:nvSpPr>
          <p:spPr>
            <a:xfrm>
              <a:off x="1263000" y="5544615"/>
              <a:ext cx="7380000" cy="864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1D536373-30F3-4106-997D-4CB68C6DB84F}"/>
                </a:ext>
              </a:extLst>
            </p:cNvPr>
            <p:cNvSpPr txBox="1"/>
            <p:nvPr/>
          </p:nvSpPr>
          <p:spPr>
            <a:xfrm>
              <a:off x="1455174" y="5635692"/>
              <a:ext cx="699565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zh-TW" altLang="en-US" sz="20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超越組織與公司、日本之類的框架，為了以世界為舞台，創造全新商業的領導者所設計的海外研修</a:t>
              </a:r>
              <a:endParaRPr lang="ja-JP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6" name="グループ化 65">
              <a:extLst>
                <a:ext uri="{FF2B5EF4-FFF2-40B4-BE49-F238E27FC236}">
                  <a16:creationId xmlns:a16="http://schemas.microsoft.com/office/drawing/2014/main" id="{B6117EE2-1C81-4EBB-9399-129427907492}"/>
                </a:ext>
              </a:extLst>
            </p:cNvPr>
            <p:cNvGrpSpPr/>
            <p:nvPr/>
          </p:nvGrpSpPr>
          <p:grpSpPr>
            <a:xfrm>
              <a:off x="1682086" y="4602632"/>
              <a:ext cx="864000" cy="648000"/>
              <a:chOff x="7314632" y="4033103"/>
              <a:chExt cx="936000" cy="864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67" name="矢印: 山形 66">
                <a:extLst>
                  <a:ext uri="{FF2B5EF4-FFF2-40B4-BE49-F238E27FC236}">
                    <a16:creationId xmlns:a16="http://schemas.microsoft.com/office/drawing/2014/main" id="{5A295BFD-308B-45FA-BD1C-158A61A3BB8A}"/>
                  </a:ext>
                </a:extLst>
              </p:cNvPr>
              <p:cNvSpPr/>
              <p:nvPr/>
            </p:nvSpPr>
            <p:spPr>
              <a:xfrm rot="16200000" flipH="1">
                <a:off x="7517547" y="416401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68" name="矢印: 山形 67">
                <a:extLst>
                  <a:ext uri="{FF2B5EF4-FFF2-40B4-BE49-F238E27FC236}">
                    <a16:creationId xmlns:a16="http://schemas.microsoft.com/office/drawing/2014/main" id="{2680363F-A10D-49F7-AF54-024E7455B7CF}"/>
                  </a:ext>
                </a:extLst>
              </p:cNvPr>
              <p:cNvSpPr/>
              <p:nvPr/>
            </p:nvSpPr>
            <p:spPr>
              <a:xfrm rot="16200000" flipH="1">
                <a:off x="7517548" y="383018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grpSp>
          <p:nvGrpSpPr>
            <p:cNvPr id="69" name="グループ化 68">
              <a:extLst>
                <a:ext uri="{FF2B5EF4-FFF2-40B4-BE49-F238E27FC236}">
                  <a16:creationId xmlns:a16="http://schemas.microsoft.com/office/drawing/2014/main" id="{E838B6EB-D704-4C92-AC35-31FD34FA0ACB}"/>
                </a:ext>
              </a:extLst>
            </p:cNvPr>
            <p:cNvGrpSpPr/>
            <p:nvPr/>
          </p:nvGrpSpPr>
          <p:grpSpPr>
            <a:xfrm>
              <a:off x="4521000" y="4602632"/>
              <a:ext cx="864000" cy="648000"/>
              <a:chOff x="7314632" y="4033103"/>
              <a:chExt cx="936000" cy="864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70" name="矢印: 山形 69">
                <a:extLst>
                  <a:ext uri="{FF2B5EF4-FFF2-40B4-BE49-F238E27FC236}">
                    <a16:creationId xmlns:a16="http://schemas.microsoft.com/office/drawing/2014/main" id="{549E5C17-6AA2-4D73-A95F-5A7DE720B7F1}"/>
                  </a:ext>
                </a:extLst>
              </p:cNvPr>
              <p:cNvSpPr/>
              <p:nvPr/>
            </p:nvSpPr>
            <p:spPr>
              <a:xfrm rot="16200000" flipH="1">
                <a:off x="7517547" y="416401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1" name="矢印: 山形 70">
                <a:extLst>
                  <a:ext uri="{FF2B5EF4-FFF2-40B4-BE49-F238E27FC236}">
                    <a16:creationId xmlns:a16="http://schemas.microsoft.com/office/drawing/2014/main" id="{6EE2A473-BFDC-430C-8FB8-3F31762986D5}"/>
                  </a:ext>
                </a:extLst>
              </p:cNvPr>
              <p:cNvSpPr/>
              <p:nvPr/>
            </p:nvSpPr>
            <p:spPr>
              <a:xfrm rot="16200000" flipH="1">
                <a:off x="7517548" y="383018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grpSp>
          <p:nvGrpSpPr>
            <p:cNvPr id="72" name="グループ化 71">
              <a:extLst>
                <a:ext uri="{FF2B5EF4-FFF2-40B4-BE49-F238E27FC236}">
                  <a16:creationId xmlns:a16="http://schemas.microsoft.com/office/drawing/2014/main" id="{871F3E38-B0C6-4C70-AA2A-783F6964D7CC}"/>
                </a:ext>
              </a:extLst>
            </p:cNvPr>
            <p:cNvGrpSpPr/>
            <p:nvPr/>
          </p:nvGrpSpPr>
          <p:grpSpPr>
            <a:xfrm>
              <a:off x="7359915" y="4602632"/>
              <a:ext cx="864000" cy="648000"/>
              <a:chOff x="7314632" y="4033103"/>
              <a:chExt cx="936000" cy="864000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73" name="矢印: 山形 72">
                <a:extLst>
                  <a:ext uri="{FF2B5EF4-FFF2-40B4-BE49-F238E27FC236}">
                    <a16:creationId xmlns:a16="http://schemas.microsoft.com/office/drawing/2014/main" id="{F236C3B9-2D8F-44A7-BD5F-A7DFAF2E42BA}"/>
                  </a:ext>
                </a:extLst>
              </p:cNvPr>
              <p:cNvSpPr/>
              <p:nvPr/>
            </p:nvSpPr>
            <p:spPr>
              <a:xfrm rot="16200000" flipH="1">
                <a:off x="7517547" y="416401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74" name="矢印: 山形 73">
                <a:extLst>
                  <a:ext uri="{FF2B5EF4-FFF2-40B4-BE49-F238E27FC236}">
                    <a16:creationId xmlns:a16="http://schemas.microsoft.com/office/drawing/2014/main" id="{DB95F05C-8FAE-4F42-A6F8-45D5963F0E80}"/>
                  </a:ext>
                </a:extLst>
              </p:cNvPr>
              <p:cNvSpPr/>
              <p:nvPr/>
            </p:nvSpPr>
            <p:spPr>
              <a:xfrm rot="16200000" flipH="1">
                <a:off x="7517548" y="3830188"/>
                <a:ext cx="530170" cy="935999"/>
              </a:xfrm>
              <a:prstGeom prst="chevron">
                <a:avLst>
                  <a:gd name="adj" fmla="val 62310"/>
                </a:avLst>
              </a:prstGeom>
              <a:grpFill/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</p:grp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A2B0737C-3DD0-41DB-953B-0FAD94CC084B}"/>
                </a:ext>
              </a:extLst>
            </p:cNvPr>
            <p:cNvSpPr/>
            <p:nvPr/>
          </p:nvSpPr>
          <p:spPr>
            <a:xfrm>
              <a:off x="873178" y="98322"/>
              <a:ext cx="636072" cy="63607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テキスト ボックス 74">
              <a:extLst>
                <a:ext uri="{FF2B5EF4-FFF2-40B4-BE49-F238E27FC236}">
                  <a16:creationId xmlns:a16="http://schemas.microsoft.com/office/drawing/2014/main" id="{D0BFBB81-72D2-4BBF-8CF9-86C521BB1D22}"/>
                </a:ext>
              </a:extLst>
            </p:cNvPr>
            <p:cNvSpPr txBox="1"/>
            <p:nvPr/>
          </p:nvSpPr>
          <p:spPr>
            <a:xfrm>
              <a:off x="852959" y="50388"/>
              <a:ext cx="6765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just">
                <a:spcAft>
                  <a:spcPts val="600"/>
                </a:spcAft>
                <a:defRPr kumimoji="1" sz="1200"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pPr algn="ctr"/>
              <a:r>
                <a:rPr lang="en-US" altLang="ja-JP" sz="4800" b="1" dirty="0">
                  <a:solidFill>
                    <a:schemeClr val="accent6">
                      <a:lumMod val="75000"/>
                    </a:schemeClr>
                  </a:solidFill>
                </a:rPr>
                <a:t>4</a:t>
              </a: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22043D00-C684-4FCC-897F-2796B421BC80}"/>
                </a:ext>
              </a:extLst>
            </p:cNvPr>
            <p:cNvSpPr/>
            <p:nvPr/>
          </p:nvSpPr>
          <p:spPr>
            <a:xfrm>
              <a:off x="1071905" y="2666027"/>
              <a:ext cx="2084363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規劃並實施語學乃至管理等符合需求的研修</a:t>
              </a: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2C1489B-5361-4963-BF80-158F2FA5B932}"/>
                </a:ext>
              </a:extLst>
            </p:cNvPr>
            <p:cNvSpPr/>
            <p:nvPr/>
          </p:nvSpPr>
          <p:spPr>
            <a:xfrm>
              <a:off x="3910818" y="2666027"/>
              <a:ext cx="208436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可自由設定品質和期間的客製化</a:t>
              </a: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EA2150BF-405C-4078-8509-F927E02B87A0}"/>
                </a:ext>
              </a:extLst>
            </p:cNvPr>
            <p:cNvSpPr/>
            <p:nvPr/>
          </p:nvSpPr>
          <p:spPr>
            <a:xfrm>
              <a:off x="6749733" y="2666027"/>
              <a:ext cx="2084363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20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和來自世界各國的各種人才交流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8434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9B62B399-B233-4376-A077-4D6E14349D4C}"/>
              </a:ext>
            </a:extLst>
          </p:cNvPr>
          <p:cNvGrpSpPr/>
          <p:nvPr/>
        </p:nvGrpSpPr>
        <p:grpSpPr>
          <a:xfrm>
            <a:off x="500690" y="555848"/>
            <a:ext cx="8904613" cy="5745829"/>
            <a:chOff x="500690" y="555848"/>
            <a:chExt cx="8904613" cy="5745829"/>
          </a:xfrm>
        </p:grpSpPr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D46CC354-27EF-4F64-973E-001EAFF3EA8F}"/>
                </a:ext>
              </a:extLst>
            </p:cNvPr>
            <p:cNvGrpSpPr/>
            <p:nvPr/>
          </p:nvGrpSpPr>
          <p:grpSpPr>
            <a:xfrm>
              <a:off x="2372765" y="2774795"/>
              <a:ext cx="5160471" cy="1308411"/>
              <a:chOff x="-263277" y="2996173"/>
              <a:chExt cx="5160471" cy="1308411"/>
            </a:xfrm>
          </p:grpSpPr>
          <p:sp>
            <p:nvSpPr>
              <p:cNvPr id="34" name="正方形/長方形 33">
                <a:extLst>
                  <a:ext uri="{FF2B5EF4-FFF2-40B4-BE49-F238E27FC236}">
                    <a16:creationId xmlns:a16="http://schemas.microsoft.com/office/drawing/2014/main" id="{CCD51A5E-2CCD-4C55-A34A-6337FE41EB7F}"/>
                  </a:ext>
                </a:extLst>
              </p:cNvPr>
              <p:cNvSpPr/>
              <p:nvPr/>
            </p:nvSpPr>
            <p:spPr>
              <a:xfrm>
                <a:off x="-263277" y="2996173"/>
                <a:ext cx="5160471" cy="729144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1DC61EC9-41CF-4384-B6BD-254015876D61}"/>
                  </a:ext>
                </a:extLst>
              </p:cNvPr>
              <p:cNvSpPr txBox="1"/>
              <p:nvPr/>
            </p:nvSpPr>
            <p:spPr>
              <a:xfrm>
                <a:off x="-207471" y="3781364"/>
                <a:ext cx="504886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just">
                  <a:spcAft>
                    <a:spcPts val="600"/>
                  </a:spcAft>
                  <a:defRPr kumimoji="1" sz="12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l"/>
                <a:r>
                  <a:rPr lang="zh-TW" altLang="en-US" sz="140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超越組織與公司、日本之類的框架，為了以世界為舞台，創造全新商業的領導者所設計的海外研修</a:t>
                </a:r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05C97B92-C2F6-4CA5-ABD9-E0841937BA64}"/>
                  </a:ext>
                </a:extLst>
              </p:cNvPr>
              <p:cNvSpPr/>
              <p:nvPr/>
            </p:nvSpPr>
            <p:spPr>
              <a:xfrm>
                <a:off x="-207471" y="3078986"/>
                <a:ext cx="5048862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TW" altLang="en-US" sz="3600" b="1" spc="-15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" panose="020B0604020202020204" pitchFamily="34" charset="0"/>
                  </a:rPr>
                  <a:t>實施海外培訓</a:t>
                </a:r>
                <a:endParaRPr lang="ja-JP" altLang="en-US" sz="3600" b="1" spc="-15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9E676EE8-D9B2-4790-AADA-804AE4BA5C8F}"/>
                </a:ext>
              </a:extLst>
            </p:cNvPr>
            <p:cNvGrpSpPr/>
            <p:nvPr/>
          </p:nvGrpSpPr>
          <p:grpSpPr>
            <a:xfrm>
              <a:off x="755268" y="569674"/>
              <a:ext cx="4227248" cy="1503575"/>
              <a:chOff x="1067152" y="715110"/>
              <a:chExt cx="4227248" cy="1503575"/>
            </a:xfrm>
          </p:grpSpPr>
          <p:grpSp>
            <p:nvGrpSpPr>
              <p:cNvPr id="30" name="グループ化 29">
                <a:extLst>
                  <a:ext uri="{FF2B5EF4-FFF2-40B4-BE49-F238E27FC236}">
                    <a16:creationId xmlns:a16="http://schemas.microsoft.com/office/drawing/2014/main" id="{0780BEC2-3C09-4163-B3B2-CF1691294F0F}"/>
                  </a:ext>
                </a:extLst>
              </p:cNvPr>
              <p:cNvGrpSpPr/>
              <p:nvPr/>
            </p:nvGrpSpPr>
            <p:grpSpPr>
              <a:xfrm>
                <a:off x="1067152" y="715110"/>
                <a:ext cx="4227248" cy="646331"/>
                <a:chOff x="5769894" y="2437802"/>
                <a:chExt cx="4227248" cy="646331"/>
              </a:xfrm>
            </p:grpSpPr>
            <p:sp>
              <p:nvSpPr>
                <p:cNvPr id="11" name="正方形/長方形 10">
                  <a:extLst>
                    <a:ext uri="{FF2B5EF4-FFF2-40B4-BE49-F238E27FC236}">
                      <a16:creationId xmlns:a16="http://schemas.microsoft.com/office/drawing/2014/main" id="{DAAD3B70-FF3E-4FC4-9628-275798BC4A13}"/>
                    </a:ext>
                  </a:extLst>
                </p:cNvPr>
                <p:cNvSpPr/>
                <p:nvPr/>
              </p:nvSpPr>
              <p:spPr>
                <a:xfrm>
                  <a:off x="5769894" y="2437802"/>
                  <a:ext cx="457200" cy="641184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22557DA7-314E-42AC-9381-8CC372F24F01}"/>
                    </a:ext>
                  </a:extLst>
                </p:cNvPr>
                <p:cNvSpPr txBox="1"/>
                <p:nvPr/>
              </p:nvSpPr>
              <p:spPr>
                <a:xfrm>
                  <a:off x="6199041" y="2468580"/>
                  <a:ext cx="379810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just">
                    <a:spcAft>
                      <a:spcPts val="600"/>
                    </a:spcAft>
                    <a:defRPr kumimoji="1"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pPr algn="l"/>
                  <a:r>
                    <a:rPr lang="zh-TW" altLang="en-US" sz="160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可規劃並實施語學乃至管理等符合需求的研修。</a:t>
                  </a:r>
                  <a:endParaRPr lang="ja-JP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" name="正方形/長方形 2">
                  <a:extLst>
                    <a:ext uri="{FF2B5EF4-FFF2-40B4-BE49-F238E27FC236}">
                      <a16:creationId xmlns:a16="http://schemas.microsoft.com/office/drawing/2014/main" id="{D8A16873-B65E-4FD8-8F6F-56DE0D2B1EA6}"/>
                    </a:ext>
                  </a:extLst>
                </p:cNvPr>
                <p:cNvSpPr/>
                <p:nvPr/>
              </p:nvSpPr>
              <p:spPr>
                <a:xfrm>
                  <a:off x="5817996" y="2437802"/>
                  <a:ext cx="360996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ja-JP" sz="3600" dirty="0">
                      <a:solidFill>
                        <a:schemeClr val="bg1"/>
                      </a:solidFill>
                      <a:latin typeface="Impact" panose="020B0806030902050204" pitchFamily="34" charset="0"/>
                    </a:rPr>
                    <a:t>1</a:t>
                  </a:r>
                  <a:endParaRPr lang="ja-JP" altLang="en-US" sz="3600" dirty="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</p:grpSp>
          <p:grpSp>
            <p:nvGrpSpPr>
              <p:cNvPr id="31" name="グループ化 30">
                <a:extLst>
                  <a:ext uri="{FF2B5EF4-FFF2-40B4-BE49-F238E27FC236}">
                    <a16:creationId xmlns:a16="http://schemas.microsoft.com/office/drawing/2014/main" id="{694785A9-9033-42EE-B055-17AD35AEC74E}"/>
                  </a:ext>
                </a:extLst>
              </p:cNvPr>
              <p:cNvGrpSpPr/>
              <p:nvPr/>
            </p:nvGrpSpPr>
            <p:grpSpPr>
              <a:xfrm>
                <a:off x="1067152" y="1572354"/>
                <a:ext cx="4227248" cy="646331"/>
                <a:chOff x="5769894" y="3458199"/>
                <a:chExt cx="4227248" cy="646331"/>
              </a:xfrm>
            </p:grpSpPr>
            <p:sp>
              <p:nvSpPr>
                <p:cNvPr id="25" name="正方形/長方形 24">
                  <a:extLst>
                    <a:ext uri="{FF2B5EF4-FFF2-40B4-BE49-F238E27FC236}">
                      <a16:creationId xmlns:a16="http://schemas.microsoft.com/office/drawing/2014/main" id="{3B70CB1B-62F0-4F4D-8C5F-82F47C6C7BC3}"/>
                    </a:ext>
                  </a:extLst>
                </p:cNvPr>
                <p:cNvSpPr/>
                <p:nvPr/>
              </p:nvSpPr>
              <p:spPr>
                <a:xfrm>
                  <a:off x="5769894" y="3463346"/>
                  <a:ext cx="457200" cy="641184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B1C053B1-E6FD-465C-A461-6FA1EF1B44D7}"/>
                    </a:ext>
                  </a:extLst>
                </p:cNvPr>
                <p:cNvSpPr txBox="1"/>
                <p:nvPr/>
              </p:nvSpPr>
              <p:spPr>
                <a:xfrm>
                  <a:off x="6199041" y="3488977"/>
                  <a:ext cx="379810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just">
                    <a:spcAft>
                      <a:spcPts val="600"/>
                    </a:spcAft>
                    <a:defRPr kumimoji="1"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pPr algn="l"/>
                  <a:r>
                    <a:rPr lang="zh-TW" altLang="en-US" sz="160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可自由設定品質和期間的客製化</a:t>
                  </a:r>
                  <a:r>
                    <a:rPr lang="zh-TW" altLang="en-US" sz="1600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。</a:t>
                  </a:r>
                  <a:endParaRPr lang="zh-TW" altLang="en-US" sz="160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9" name="正方形/長方形 18">
                  <a:extLst>
                    <a:ext uri="{FF2B5EF4-FFF2-40B4-BE49-F238E27FC236}">
                      <a16:creationId xmlns:a16="http://schemas.microsoft.com/office/drawing/2014/main" id="{00CD796A-A69B-411F-B1F4-BB70FA630404}"/>
                    </a:ext>
                  </a:extLst>
                </p:cNvPr>
                <p:cNvSpPr/>
                <p:nvPr/>
              </p:nvSpPr>
              <p:spPr>
                <a:xfrm>
                  <a:off x="5789943" y="3458199"/>
                  <a:ext cx="417102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ja-JP" sz="3600" dirty="0">
                      <a:solidFill>
                        <a:schemeClr val="bg1"/>
                      </a:solidFill>
                      <a:latin typeface="Impact" panose="020B0806030902050204" pitchFamily="34" charset="0"/>
                    </a:rPr>
                    <a:t>2</a:t>
                  </a:r>
                  <a:endParaRPr lang="ja-JP" altLang="en-US" sz="3600" dirty="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16FFA23C-076D-4C6F-B6EA-825635072F38}"/>
                </a:ext>
              </a:extLst>
            </p:cNvPr>
            <p:cNvGrpSpPr/>
            <p:nvPr/>
          </p:nvGrpSpPr>
          <p:grpSpPr>
            <a:xfrm>
              <a:off x="4953000" y="4796557"/>
              <a:ext cx="4201150" cy="1503575"/>
              <a:chOff x="5521712" y="715110"/>
              <a:chExt cx="4201150" cy="1503575"/>
            </a:xfrm>
          </p:grpSpPr>
          <p:grpSp>
            <p:nvGrpSpPr>
              <p:cNvPr id="32" name="グループ化 31">
                <a:extLst>
                  <a:ext uri="{FF2B5EF4-FFF2-40B4-BE49-F238E27FC236}">
                    <a16:creationId xmlns:a16="http://schemas.microsoft.com/office/drawing/2014/main" id="{94B68DE4-AE00-4F6C-A85D-2D348A2407A5}"/>
                  </a:ext>
                </a:extLst>
              </p:cNvPr>
              <p:cNvGrpSpPr/>
              <p:nvPr/>
            </p:nvGrpSpPr>
            <p:grpSpPr>
              <a:xfrm>
                <a:off x="5521712" y="715110"/>
                <a:ext cx="4201150" cy="646331"/>
                <a:chOff x="5789554" y="4471269"/>
                <a:chExt cx="4201150" cy="646331"/>
              </a:xfrm>
            </p:grpSpPr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4BD451-156C-4A47-B707-074ECA69D475}"/>
                    </a:ext>
                  </a:extLst>
                </p:cNvPr>
                <p:cNvSpPr txBox="1"/>
                <p:nvPr/>
              </p:nvSpPr>
              <p:spPr>
                <a:xfrm>
                  <a:off x="5789554" y="4502047"/>
                  <a:ext cx="379810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just">
                    <a:spcAft>
                      <a:spcPts val="600"/>
                    </a:spcAft>
                    <a:defRPr kumimoji="1"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pPr algn="l"/>
                  <a:r>
                    <a:rPr lang="zh-TW" altLang="en-US" sz="160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和來自世界各國的各種人才交流。</a:t>
                  </a:r>
                  <a:endParaRPr lang="ja-JP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26" name="正方形/長方形 25">
                  <a:extLst>
                    <a:ext uri="{FF2B5EF4-FFF2-40B4-BE49-F238E27FC236}">
                      <a16:creationId xmlns:a16="http://schemas.microsoft.com/office/drawing/2014/main" id="{C532D4BA-4610-48E8-ABCC-FD9D983ADA18}"/>
                    </a:ext>
                  </a:extLst>
                </p:cNvPr>
                <p:cNvSpPr/>
                <p:nvPr/>
              </p:nvSpPr>
              <p:spPr>
                <a:xfrm>
                  <a:off x="9533504" y="4473842"/>
                  <a:ext cx="457200" cy="641184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7" name="正方形/長方形 26">
                  <a:extLst>
                    <a:ext uri="{FF2B5EF4-FFF2-40B4-BE49-F238E27FC236}">
                      <a16:creationId xmlns:a16="http://schemas.microsoft.com/office/drawing/2014/main" id="{A434D9CE-874B-4A91-91FC-94C0C2C1ED24}"/>
                    </a:ext>
                  </a:extLst>
                </p:cNvPr>
                <p:cNvSpPr/>
                <p:nvPr/>
              </p:nvSpPr>
              <p:spPr>
                <a:xfrm>
                  <a:off x="9547141" y="4471269"/>
                  <a:ext cx="429926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ja-JP" sz="3600" dirty="0">
                      <a:solidFill>
                        <a:schemeClr val="bg1"/>
                      </a:solidFill>
                      <a:latin typeface="Impact" panose="020B0806030902050204" pitchFamily="34" charset="0"/>
                    </a:rPr>
                    <a:t>3</a:t>
                  </a:r>
                  <a:endParaRPr lang="ja-JP" altLang="en-US" sz="3600" dirty="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</p:grpSp>
          <p:grpSp>
            <p:nvGrpSpPr>
              <p:cNvPr id="33" name="グループ化 32">
                <a:extLst>
                  <a:ext uri="{FF2B5EF4-FFF2-40B4-BE49-F238E27FC236}">
                    <a16:creationId xmlns:a16="http://schemas.microsoft.com/office/drawing/2014/main" id="{29EF6BAB-384E-49BF-A83B-B6614924AA9D}"/>
                  </a:ext>
                </a:extLst>
              </p:cNvPr>
              <p:cNvGrpSpPr/>
              <p:nvPr/>
            </p:nvGrpSpPr>
            <p:grpSpPr>
              <a:xfrm>
                <a:off x="5528926" y="1572354"/>
                <a:ext cx="4193936" cy="646331"/>
                <a:chOff x="5796768" y="5504133"/>
                <a:chExt cx="4193936" cy="646331"/>
              </a:xfrm>
            </p:grpSpPr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BCD3DBA6-C0A7-4E17-A039-161258AB9FB2}"/>
                    </a:ext>
                  </a:extLst>
                </p:cNvPr>
                <p:cNvSpPr txBox="1"/>
                <p:nvPr/>
              </p:nvSpPr>
              <p:spPr>
                <a:xfrm>
                  <a:off x="5796768" y="5534911"/>
                  <a:ext cx="3798101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algn="just">
                    <a:spcAft>
                      <a:spcPts val="600"/>
                    </a:spcAft>
                    <a:defRPr kumimoji="1" sz="1200"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</a:lstStyle>
                <a:p>
                  <a:pPr algn="l"/>
                  <a:r>
                    <a:rPr lang="zh-TW" altLang="en-US" sz="160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使用各大學的商業法，以全球性的觀點學習商業。</a:t>
                  </a:r>
                  <a:endParaRPr lang="ja-JP" altLang="en-US" sz="1600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28" name="正方形/長方形 27">
                  <a:extLst>
                    <a:ext uri="{FF2B5EF4-FFF2-40B4-BE49-F238E27FC236}">
                      <a16:creationId xmlns:a16="http://schemas.microsoft.com/office/drawing/2014/main" id="{50F63DCF-7716-4B07-B42E-9DB25ED47385}"/>
                    </a:ext>
                  </a:extLst>
                </p:cNvPr>
                <p:cNvSpPr/>
                <p:nvPr/>
              </p:nvSpPr>
              <p:spPr>
                <a:xfrm>
                  <a:off x="9533504" y="5506706"/>
                  <a:ext cx="457200" cy="641184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9" name="正方形/長方形 28">
                  <a:extLst>
                    <a:ext uri="{FF2B5EF4-FFF2-40B4-BE49-F238E27FC236}">
                      <a16:creationId xmlns:a16="http://schemas.microsoft.com/office/drawing/2014/main" id="{3B06043D-AEF0-4FB1-9088-DE620F47792C}"/>
                    </a:ext>
                  </a:extLst>
                </p:cNvPr>
                <p:cNvSpPr/>
                <p:nvPr/>
              </p:nvSpPr>
              <p:spPr>
                <a:xfrm>
                  <a:off x="9554355" y="5504133"/>
                  <a:ext cx="415498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ja-JP" sz="3600" dirty="0">
                      <a:solidFill>
                        <a:schemeClr val="bg1"/>
                      </a:solidFill>
                      <a:latin typeface="Impact" panose="020B0806030902050204" pitchFamily="34" charset="0"/>
                    </a:rPr>
                    <a:t>4</a:t>
                  </a:r>
                  <a:endParaRPr lang="ja-JP" altLang="en-US" sz="3600" dirty="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pic>
          <p:nvPicPr>
            <p:cNvPr id="61" name="グラフィックス 60" descr="地球 (アメリカ)">
              <a:extLst>
                <a:ext uri="{FF2B5EF4-FFF2-40B4-BE49-F238E27FC236}">
                  <a16:creationId xmlns:a16="http://schemas.microsoft.com/office/drawing/2014/main" id="{D50D3AE2-3F7C-4194-A75D-381143968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02278" y="569019"/>
              <a:ext cx="1255370" cy="1255370"/>
            </a:xfrm>
            <a:prstGeom prst="rect">
              <a:avLst/>
            </a:prstGeom>
          </p:spPr>
        </p:pic>
        <p:pic>
          <p:nvPicPr>
            <p:cNvPr id="63" name="グラフィックス 62" descr="チーム">
              <a:extLst>
                <a:ext uri="{FF2B5EF4-FFF2-40B4-BE49-F238E27FC236}">
                  <a16:creationId xmlns:a16="http://schemas.microsoft.com/office/drawing/2014/main" id="{EDAF6565-2754-439F-9413-954884AD67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2692" y="5046307"/>
              <a:ext cx="1255370" cy="1255370"/>
            </a:xfrm>
            <a:prstGeom prst="rect">
              <a:avLst/>
            </a:prstGeom>
          </p:spPr>
        </p:pic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A78D69FF-A75E-4188-9041-8408D1785A4F}"/>
                </a:ext>
              </a:extLst>
            </p:cNvPr>
            <p:cNvGrpSpPr/>
            <p:nvPr/>
          </p:nvGrpSpPr>
          <p:grpSpPr>
            <a:xfrm>
              <a:off x="500690" y="555848"/>
              <a:ext cx="2452060" cy="1785909"/>
              <a:chOff x="500690" y="600452"/>
              <a:chExt cx="2452060" cy="1785909"/>
            </a:xfrm>
          </p:grpSpPr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7D238917-2632-45B2-BC84-45C49AEF12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690" y="2386361"/>
                <a:ext cx="2452060" cy="0"/>
              </a:xfrm>
              <a:prstGeom prst="line">
                <a:avLst/>
              </a:prstGeom>
              <a:ln w="19050" cap="sq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873E290E-9301-478C-99CF-64A3C958A5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90" y="600452"/>
                <a:ext cx="0" cy="1785909"/>
              </a:xfrm>
              <a:prstGeom prst="line">
                <a:avLst/>
              </a:prstGeom>
              <a:ln w="19050" cap="sq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グループ化 82">
              <a:extLst>
                <a:ext uri="{FF2B5EF4-FFF2-40B4-BE49-F238E27FC236}">
                  <a16:creationId xmlns:a16="http://schemas.microsoft.com/office/drawing/2014/main" id="{7D4DA027-5FE5-4B83-B263-5800A6D101ED}"/>
                </a:ext>
              </a:extLst>
            </p:cNvPr>
            <p:cNvGrpSpPr/>
            <p:nvPr/>
          </p:nvGrpSpPr>
          <p:grpSpPr>
            <a:xfrm rot="10800000">
              <a:off x="6953243" y="4510690"/>
              <a:ext cx="2452060" cy="1785909"/>
              <a:chOff x="500690" y="600452"/>
              <a:chExt cx="2452060" cy="1785909"/>
            </a:xfrm>
          </p:grpSpPr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EBED9F27-C765-440A-9147-C1086FDA7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690" y="2386361"/>
                <a:ext cx="2452060" cy="0"/>
              </a:xfrm>
              <a:prstGeom prst="line">
                <a:avLst/>
              </a:prstGeom>
              <a:ln w="19050" cap="sq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コネクタ 84">
                <a:extLst>
                  <a:ext uri="{FF2B5EF4-FFF2-40B4-BE49-F238E27FC236}">
                    <a16:creationId xmlns:a16="http://schemas.microsoft.com/office/drawing/2014/main" id="{AF50398E-F537-4E02-A371-BF143E89BD0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0690" y="600452"/>
                <a:ext cx="0" cy="1785909"/>
              </a:xfrm>
              <a:prstGeom prst="line">
                <a:avLst/>
              </a:prstGeom>
              <a:ln w="19050" cap="sq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974413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717</TotalTime>
  <Words>283</Words>
  <Application>Microsoft Office PowerPoint</Application>
  <PresentationFormat>A4 紙張 (210x297 公釐)</PresentationFormat>
  <Paragraphs>30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2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Impact</vt:lpstr>
      <vt:lpstr>Office テーマ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72</cp:revision>
  <dcterms:created xsi:type="dcterms:W3CDTF">2017-11-09T07:26:57Z</dcterms:created>
  <dcterms:modified xsi:type="dcterms:W3CDTF">2018-10-01T08:41:14Z</dcterms:modified>
</cp:coreProperties>
</file>